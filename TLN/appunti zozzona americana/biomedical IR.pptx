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14" r:id="rId4"/>
    <p:sldMasterId id="2147483706" r:id="rId5"/>
    <p:sldMasterId id="2147483725" r:id="rId6"/>
  </p:sldMasterIdLst>
  <p:notesMasterIdLst>
    <p:notesMasterId r:id="rId37"/>
  </p:notesMasterIdLst>
  <p:handoutMasterIdLst>
    <p:handoutMasterId r:id="rId38"/>
  </p:handoutMasterIdLst>
  <p:sldIdLst>
    <p:sldId id="379" r:id="rId7"/>
    <p:sldId id="378" r:id="rId8"/>
    <p:sldId id="262" r:id="rId9"/>
    <p:sldId id="380" r:id="rId10"/>
    <p:sldId id="2856" r:id="rId11"/>
    <p:sldId id="2857" r:id="rId12"/>
    <p:sldId id="2863" r:id="rId13"/>
    <p:sldId id="2864" r:id="rId14"/>
    <p:sldId id="2865" r:id="rId15"/>
    <p:sldId id="2866" r:id="rId16"/>
    <p:sldId id="2867" r:id="rId17"/>
    <p:sldId id="2868" r:id="rId18"/>
    <p:sldId id="324" r:id="rId19"/>
    <p:sldId id="329" r:id="rId20"/>
    <p:sldId id="331" r:id="rId21"/>
    <p:sldId id="327" r:id="rId22"/>
    <p:sldId id="339" r:id="rId23"/>
    <p:sldId id="340" r:id="rId24"/>
    <p:sldId id="345" r:id="rId25"/>
    <p:sldId id="341" r:id="rId26"/>
    <p:sldId id="343" r:id="rId27"/>
    <p:sldId id="344" r:id="rId28"/>
    <p:sldId id="2869" r:id="rId29"/>
    <p:sldId id="336" r:id="rId30"/>
    <p:sldId id="335" r:id="rId31"/>
    <p:sldId id="334" r:id="rId32"/>
    <p:sldId id="333" r:id="rId33"/>
    <p:sldId id="381" r:id="rId34"/>
    <p:sldId id="338" r:id="rId35"/>
    <p:sldId id="2870"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98989"/>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74"/>
    <p:restoredTop sz="94773"/>
  </p:normalViewPr>
  <p:slideViewPr>
    <p:cSldViewPr snapToGrid="0">
      <p:cViewPr varScale="1">
        <p:scale>
          <a:sx n="98" d="100"/>
          <a:sy n="98" d="100"/>
        </p:scale>
        <p:origin x="200" y="656"/>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presProps" Target="presProps.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6F32FC-4BD9-442A-A8C6-51598C909FE3}" type="datetimeFigureOut">
              <a:rPr lang="en-US" smtClean="0"/>
              <a:t>5/8/26</a:t>
            </a:fld>
            <a:endParaRPr lang="en-US"/>
          </a:p>
        </p:txBody>
      </p:sp>
      <p:sp>
        <p:nvSpPr>
          <p:cNvPr id="4" name="Footer Placeholder 3">
            <a:extLst>
              <a:ext uri="{FF2B5EF4-FFF2-40B4-BE49-F238E27FC236}">
                <a16:creationId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EEFA9E-C190-4F5C-8394-BD5F1CD55C02}" type="slidenum">
              <a:rPr lang="en-US" smtClean="0"/>
              <a:t>‹#›</a:t>
            </a:fld>
            <a:endParaRPr lang="en-US"/>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371FA-A98D-41E8-93F4-09945841298A}" type="datetimeFigureOut">
              <a:rPr lang="en-US" smtClean="0"/>
              <a:t>5/8/26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89C57-55D7-40A4-A101-E74FAC7A092B}" type="slidenum">
              <a:rPr lang="en-US" smtClean="0"/>
              <a:t>‹#›</a:t>
            </a:fld>
            <a:endParaRPr lang="en-US"/>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doi.org/10.1136/amiajnl-2013-001628"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873AE18D-442C-2586-93E9-329C62250103}"/>
              </a:ext>
            </a:extLst>
          </p:cNvPr>
          <p:cNvSpPr>
            <a:spLocks noGrp="1" noChangeArrowheads="1"/>
          </p:cNvSpPr>
          <p:nvPr>
            <p:ph type="hdr" sz="quarter"/>
          </p:nvPr>
        </p:nvSpPr>
        <p:spPr>
          <a:ln/>
        </p:spPr>
        <p:txBody>
          <a:bodyPr/>
          <a:lstStyle/>
          <a:p>
            <a:pPr marL="0" marR="0" lvl="0" indent="0" algn="l" defTabSz="928688" rtl="0" eaLnBrk="0" fontAlgn="base" latinLnBrk="0" hangingPunct="0">
              <a:lnSpc>
                <a:spcPct val="100000"/>
              </a:lnSpc>
              <a:spcBef>
                <a:spcPct val="0"/>
              </a:spcBef>
              <a:spcAft>
                <a:spcPct val="0"/>
              </a:spcAft>
              <a:buClrTx/>
              <a:buSzTx/>
              <a:buFontTx/>
              <a:buNone/>
              <a:tabLst/>
              <a:defRPr/>
            </a:pPr>
            <a:r>
              <a:rPr kumimoji="0" lang="en-US" altLang="en-IT" sz="1200" b="0" i="0" u="none" strike="noStrike" kern="1200" cap="none" spc="0" normalizeH="0" baseline="0" noProof="0">
                <a:ln>
                  <a:noFill/>
                </a:ln>
                <a:solidFill>
                  <a:srgbClr val="000000"/>
                </a:solidFill>
                <a:effectLst/>
                <a:uLnTx/>
                <a:uFillTx/>
                <a:latin typeface="Arial Unicode MS" panose="020B0604020202020204" pitchFamily="34" charset="-128"/>
                <a:ea typeface="+mn-ea"/>
                <a:cs typeface="+mn-cs"/>
              </a:rPr>
              <a:t>AMIA 2006 T12</a:t>
            </a:r>
          </a:p>
        </p:txBody>
      </p:sp>
      <p:sp>
        <p:nvSpPr>
          <p:cNvPr id="3" name="Rectangle 6">
            <a:extLst>
              <a:ext uri="{FF2B5EF4-FFF2-40B4-BE49-F238E27FC236}">
                <a16:creationId xmlns:a16="http://schemas.microsoft.com/office/drawing/2014/main" id="{768299A1-5F01-169E-18E3-A0492A0D6FE4}"/>
              </a:ext>
            </a:extLst>
          </p:cNvPr>
          <p:cNvSpPr>
            <a:spLocks noGrp="1" noChangeArrowheads="1"/>
          </p:cNvSpPr>
          <p:nvPr>
            <p:ph type="ftr" sz="quarter" idx="4"/>
          </p:nvPr>
        </p:nvSpPr>
        <p:spPr>
          <a:ln/>
        </p:spPr>
        <p:txBody>
          <a:bodyPr/>
          <a:lstStyle/>
          <a:p>
            <a:pPr marL="0" marR="0" lvl="0" indent="0" algn="l" defTabSz="928688" rtl="0" eaLnBrk="0" fontAlgn="base" latinLnBrk="0" hangingPunct="0">
              <a:lnSpc>
                <a:spcPct val="100000"/>
              </a:lnSpc>
              <a:spcBef>
                <a:spcPct val="0"/>
              </a:spcBef>
              <a:spcAft>
                <a:spcPct val="0"/>
              </a:spcAft>
              <a:buClrTx/>
              <a:buSzTx/>
              <a:buFontTx/>
              <a:buNone/>
              <a:tabLst/>
              <a:defRPr/>
            </a:pPr>
            <a:r>
              <a:rPr kumimoji="0" lang="en-US" altLang="en-IT" sz="1200" b="0" i="0" u="none" strike="noStrike" kern="1200" cap="none" spc="0" normalizeH="0" baseline="0" noProof="0">
                <a:ln>
                  <a:noFill/>
                </a:ln>
                <a:solidFill>
                  <a:srgbClr val="000000"/>
                </a:solidFill>
                <a:effectLst/>
                <a:uLnTx/>
                <a:uFillTx/>
                <a:latin typeface="Arial Unicode MS" panose="020B0604020202020204" pitchFamily="34" charset="-128"/>
                <a:ea typeface="+mn-ea"/>
                <a:cs typeface="+mn-cs"/>
              </a:rPr>
              <a:t>UMLS Overview</a:t>
            </a:r>
          </a:p>
        </p:txBody>
      </p:sp>
      <p:sp>
        <p:nvSpPr>
          <p:cNvPr id="4" name="Rectangle 7">
            <a:extLst>
              <a:ext uri="{FF2B5EF4-FFF2-40B4-BE49-F238E27FC236}">
                <a16:creationId xmlns:a16="http://schemas.microsoft.com/office/drawing/2014/main" id="{5D0252E2-CBC2-FAF6-EC2A-A4B2E76792FC}"/>
              </a:ext>
            </a:extLst>
          </p:cNvPr>
          <p:cNvSpPr>
            <a:spLocks noGrp="1" noChangeArrowheads="1"/>
          </p:cNvSpPr>
          <p:nvPr>
            <p:ph type="sldNum" sz="quarter" idx="5"/>
          </p:nvPr>
        </p:nvSpPr>
        <p:spPr>
          <a:ln/>
        </p:spPr>
        <p:txBody>
          <a:bodyPr/>
          <a:lstStyle/>
          <a:p>
            <a:pPr marL="0" marR="0" lvl="0" indent="0" algn="r" defTabSz="928688" rtl="0" eaLnBrk="0" fontAlgn="base" latinLnBrk="0" hangingPunct="0">
              <a:lnSpc>
                <a:spcPct val="100000"/>
              </a:lnSpc>
              <a:spcBef>
                <a:spcPct val="0"/>
              </a:spcBef>
              <a:spcAft>
                <a:spcPct val="0"/>
              </a:spcAft>
              <a:buClrTx/>
              <a:buSzTx/>
              <a:buFontTx/>
              <a:buNone/>
              <a:tabLst/>
              <a:defRPr/>
            </a:pPr>
            <a:fld id="{1BF66AB6-9AEF-0140-BD5A-D5BF4E631390}" type="slidenum">
              <a:rPr kumimoji="0" lang="en-US" altLang="en-IT" sz="1200" b="0" i="0" u="none" strike="noStrike" kern="1200" cap="none" spc="0" normalizeH="0" baseline="0" noProof="0" smtClean="0">
                <a:ln>
                  <a:noFill/>
                </a:ln>
                <a:solidFill>
                  <a:srgbClr val="000000"/>
                </a:solidFill>
                <a:effectLst/>
                <a:uLnTx/>
                <a:uFillTx/>
                <a:latin typeface="Arial Unicode MS" panose="020B0604020202020204" pitchFamily="34" charset="-128"/>
                <a:ea typeface="+mn-ea"/>
                <a:cs typeface="+mn-cs"/>
              </a:rPr>
              <a:pPr marL="0" marR="0" lvl="0" indent="0" algn="r" defTabSz="928688" rtl="0" eaLnBrk="0" fontAlgn="base" latinLnBrk="0" hangingPunct="0">
                <a:lnSpc>
                  <a:spcPct val="100000"/>
                </a:lnSpc>
                <a:spcBef>
                  <a:spcPct val="0"/>
                </a:spcBef>
                <a:spcAft>
                  <a:spcPct val="0"/>
                </a:spcAft>
                <a:buClrTx/>
                <a:buSzTx/>
                <a:buFontTx/>
                <a:buNone/>
                <a:tabLst/>
                <a:defRPr/>
              </a:pPr>
              <a:t>5</a:t>
            </a:fld>
            <a:endParaRPr kumimoji="0" lang="en-US" altLang="en-IT" sz="1200" b="0" i="0" u="none" strike="noStrike" kern="1200" cap="none" spc="0" normalizeH="0" baseline="0" noProof="0">
              <a:ln>
                <a:noFill/>
              </a:ln>
              <a:solidFill>
                <a:srgbClr val="000000"/>
              </a:solidFill>
              <a:effectLst/>
              <a:uLnTx/>
              <a:uFillTx/>
              <a:latin typeface="Arial Unicode MS" panose="020B0604020202020204" pitchFamily="34" charset="-128"/>
              <a:ea typeface="+mn-ea"/>
              <a:cs typeface="+mn-cs"/>
            </a:endParaRPr>
          </a:p>
        </p:txBody>
      </p:sp>
      <p:sp>
        <p:nvSpPr>
          <p:cNvPr id="6816770" name="Rectangle 2">
            <a:extLst>
              <a:ext uri="{FF2B5EF4-FFF2-40B4-BE49-F238E27FC236}">
                <a16:creationId xmlns:a16="http://schemas.microsoft.com/office/drawing/2014/main" id="{E4433EB5-670F-FE7C-79A6-2354CB10F4EA}"/>
              </a:ext>
            </a:extLst>
          </p:cNvPr>
          <p:cNvSpPr>
            <a:spLocks noChangeArrowheads="1" noTextEdit="1"/>
          </p:cNvSpPr>
          <p:nvPr>
            <p:ph type="sldImg"/>
          </p:nvPr>
        </p:nvSpPr>
        <p:spPr>
          <a:xfrm>
            <a:off x="1104900" y="698500"/>
            <a:ext cx="4648200" cy="3486150"/>
          </a:xfrm>
          <a:ln/>
        </p:spPr>
      </p:sp>
      <p:sp>
        <p:nvSpPr>
          <p:cNvPr id="6816771" name="Rectangle 3">
            <a:extLst>
              <a:ext uri="{FF2B5EF4-FFF2-40B4-BE49-F238E27FC236}">
                <a16:creationId xmlns:a16="http://schemas.microsoft.com/office/drawing/2014/main" id="{34D66D07-1468-0F35-0789-90C30E8727A0}"/>
              </a:ext>
            </a:extLst>
          </p:cNvPr>
          <p:cNvSpPr>
            <a:spLocks noGrp="1" noChangeArrowheads="1"/>
          </p:cNvSpPr>
          <p:nvPr>
            <p:ph type="body" idx="1"/>
          </p:nvPr>
        </p:nvSpPr>
        <p:spPr>
          <a:xfrm>
            <a:off x="685800" y="4416425"/>
            <a:ext cx="5486400" cy="4181475"/>
          </a:xfrm>
        </p:spPr>
        <p:txBody>
          <a:bodyPr/>
          <a:lstStyle/>
          <a:p>
            <a:r>
              <a:rPr lang="en-US" altLang="en-IT"/>
              <a:t>The Unified Medical Language System brings together 3 very different components, called Knowledge Sources.</a:t>
            </a:r>
          </a:p>
          <a:p>
            <a:pPr>
              <a:buFont typeface="Wingdings" pitchFamily="2" charset="2"/>
              <a:buNone/>
            </a:pPr>
            <a:r>
              <a:rPr lang="en-US" altLang="en-IT"/>
              <a:t>They are:  </a:t>
            </a:r>
          </a:p>
          <a:p>
            <a:r>
              <a:rPr lang="en-US" altLang="en-IT"/>
              <a:t>the Metathesaurus, </a:t>
            </a:r>
          </a:p>
          <a:p>
            <a:r>
              <a:rPr lang="en-US" altLang="en-IT"/>
              <a:t>the Semantic Network and </a:t>
            </a:r>
          </a:p>
          <a:p>
            <a:r>
              <a:rPr lang="en-US" altLang="en-IT"/>
              <a:t>the SPECIALIST Lexicon and Lexical Tools.</a:t>
            </a:r>
          </a:p>
          <a:p>
            <a:endParaRPr lang="en-US" altLang="en-IT"/>
          </a:p>
          <a:p>
            <a:r>
              <a:rPr lang="en-US" altLang="en-IT"/>
              <a:t>The first Knowledge Source is the Metathesaurus, which is a very large, multi-purpose, multi-lingual vocabulary database.</a:t>
            </a:r>
          </a:p>
          <a:p>
            <a:r>
              <a:rPr lang="en-US" altLang="en-IT"/>
              <a:t>It contains information on more than 1 million biomedical and health-related concepts from over 100 vocabularies, terminologies and code sets in 17 languages. </a:t>
            </a:r>
          </a:p>
          <a:p>
            <a:r>
              <a:rPr lang="en-US" altLang="en-IT"/>
              <a:t>The 2</a:t>
            </a:r>
            <a:r>
              <a:rPr lang="en-US" altLang="en-IT" baseline="30000"/>
              <a:t>nd</a:t>
            </a:r>
            <a:r>
              <a:rPr lang="en-US" altLang="en-IT"/>
              <a:t> Knowledge Source, the Semantic Network, is a set of broad subject categories, called Semantic Types, and a set of useful relationships between them, called Semantic Relationships. </a:t>
            </a:r>
          </a:p>
          <a:p>
            <a:r>
              <a:rPr lang="en-US" altLang="en-IT"/>
              <a:t>Semantic Types are assigned to Metathesaurus concepts, and are part of the information included in the Metathesaurus about each concept.</a:t>
            </a:r>
          </a:p>
          <a:p>
            <a:r>
              <a:rPr lang="en-US" altLang="en-IT"/>
              <a:t>Semantic Types provide a consistent categorization of all concepts represented in the UMLS Metathesaurus.  </a:t>
            </a:r>
          </a:p>
          <a:p>
            <a:r>
              <a:rPr lang="en-US" altLang="en-IT"/>
              <a:t>The SPECIALIST Lexicon contains lexical information for over 300 thousand common English words and biomedical vocabulary.  This lexical information can be used with the SPECIALIST Natural Language Processing (NLP) tools, or programs,  to process vocabularies, text and natural language.  </a:t>
            </a:r>
          </a:p>
          <a:p>
            <a:r>
              <a:rPr lang="en-US" altLang="en-IT"/>
              <a:t>The 3 UMLS Knowledge Sources may be used separately or together, depending on the needs of the application.  For example, at NLM, both the Semantic Network and the SPECIALIST Lexicon and tools are used in the production of the Metathesaurus. The Semantic Network is used to categorize the terms in the Metathesaurus for the assignment of Semantic Types and other processing. Lexical tools are used to normalize terms when adding or updating sources in the Metathesaurus, and to create indexes that are distributed with the Metathesaurus.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3D3981E4-0F13-DD18-730A-470E1CE7E368}"/>
              </a:ext>
            </a:extLst>
          </p:cNvPr>
          <p:cNvSpPr>
            <a:spLocks noGrp="1" noChangeArrowheads="1"/>
          </p:cNvSpPr>
          <p:nvPr>
            <p:ph type="hdr" sz="quarter"/>
          </p:nvPr>
        </p:nvSpPr>
        <p:spPr>
          <a:ln/>
        </p:spPr>
        <p:txBody>
          <a:bodyPr/>
          <a:lstStyle/>
          <a:p>
            <a:r>
              <a:rPr lang="en-US" altLang="en-IT"/>
              <a:t>AMIA 2006 T12</a:t>
            </a:r>
          </a:p>
        </p:txBody>
      </p:sp>
      <p:sp>
        <p:nvSpPr>
          <p:cNvPr id="3" name="Rectangle 6">
            <a:extLst>
              <a:ext uri="{FF2B5EF4-FFF2-40B4-BE49-F238E27FC236}">
                <a16:creationId xmlns:a16="http://schemas.microsoft.com/office/drawing/2014/main" id="{4E9F778E-2AD1-B348-EA60-B8205F7941B0}"/>
              </a:ext>
            </a:extLst>
          </p:cNvPr>
          <p:cNvSpPr>
            <a:spLocks noGrp="1" noChangeArrowheads="1"/>
          </p:cNvSpPr>
          <p:nvPr>
            <p:ph type="ftr" sz="quarter" idx="4"/>
          </p:nvPr>
        </p:nvSpPr>
        <p:spPr>
          <a:ln/>
        </p:spPr>
        <p:txBody>
          <a:bodyPr/>
          <a:lstStyle/>
          <a:p>
            <a:r>
              <a:rPr lang="en-US" altLang="en-IT"/>
              <a:t>UMLS Overview</a:t>
            </a:r>
          </a:p>
        </p:txBody>
      </p:sp>
      <p:sp>
        <p:nvSpPr>
          <p:cNvPr id="4" name="Rectangle 7">
            <a:extLst>
              <a:ext uri="{FF2B5EF4-FFF2-40B4-BE49-F238E27FC236}">
                <a16:creationId xmlns:a16="http://schemas.microsoft.com/office/drawing/2014/main" id="{3F4A84A3-82CE-F33B-6A7A-17263D316BF0}"/>
              </a:ext>
            </a:extLst>
          </p:cNvPr>
          <p:cNvSpPr>
            <a:spLocks noGrp="1" noChangeArrowheads="1"/>
          </p:cNvSpPr>
          <p:nvPr>
            <p:ph type="sldNum" sz="quarter" idx="5"/>
          </p:nvPr>
        </p:nvSpPr>
        <p:spPr>
          <a:ln/>
        </p:spPr>
        <p:txBody>
          <a:bodyPr/>
          <a:lstStyle/>
          <a:p>
            <a:fld id="{929A1265-F969-0349-BDAD-A91C8C9BFAD7}" type="slidenum">
              <a:rPr lang="en-US" altLang="en-IT"/>
              <a:pPr/>
              <a:t>6</a:t>
            </a:fld>
            <a:endParaRPr lang="en-US" altLang="en-IT"/>
          </a:p>
        </p:txBody>
      </p:sp>
      <p:sp>
        <p:nvSpPr>
          <p:cNvPr id="6818818" name="Rectangle 2">
            <a:extLst>
              <a:ext uri="{FF2B5EF4-FFF2-40B4-BE49-F238E27FC236}">
                <a16:creationId xmlns:a16="http://schemas.microsoft.com/office/drawing/2014/main" id="{B390DBBA-8405-FFED-35EA-1BD0FEFFC579}"/>
              </a:ext>
            </a:extLst>
          </p:cNvPr>
          <p:cNvSpPr>
            <a:spLocks noChangeArrowheads="1" noTextEdit="1"/>
          </p:cNvSpPr>
          <p:nvPr>
            <p:ph type="sldImg"/>
          </p:nvPr>
        </p:nvSpPr>
        <p:spPr>
          <a:ln/>
        </p:spPr>
      </p:sp>
      <p:sp>
        <p:nvSpPr>
          <p:cNvPr id="6818819" name="Rectangle 3">
            <a:extLst>
              <a:ext uri="{FF2B5EF4-FFF2-40B4-BE49-F238E27FC236}">
                <a16:creationId xmlns:a16="http://schemas.microsoft.com/office/drawing/2014/main" id="{86096302-F2E0-6B6E-8EE3-E79E6BF4306E}"/>
              </a:ext>
            </a:extLst>
          </p:cNvPr>
          <p:cNvSpPr>
            <a:spLocks noGrp="1" noChangeArrowheads="1"/>
          </p:cNvSpPr>
          <p:nvPr>
            <p:ph type="body" idx="1"/>
          </p:nvPr>
        </p:nvSpPr>
        <p:spPr/>
        <p:txBody>
          <a:bodyPr/>
          <a:lstStyle/>
          <a:p>
            <a:r>
              <a:rPr lang="en-US" altLang="en-IT"/>
              <a:t>The UMLS was designed for use by systems developers. It is not an end-user product. </a:t>
            </a:r>
          </a:p>
          <a:p>
            <a:r>
              <a:rPr lang="en-US" altLang="en-IT"/>
              <a:t>The goal of the project was to develop a set of multi-purpose tools that could be used by developers  to enhance the interpretation and understanding of medical meaning across systems in a wide variety of applications.  </a:t>
            </a:r>
          </a:p>
          <a:p>
            <a:r>
              <a:rPr lang="en-US" altLang="en-IT"/>
              <a:t>These tools were designed to help improve the retrieval of machine-readable information across systems, and in particular, to overcome the variety of ways that the same concepts are expressed in machine-readable and human language in different systems.</a:t>
            </a:r>
          </a:p>
          <a:p>
            <a:endParaRPr lang="en-US" altLang="en-IT"/>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33F223D2-D747-AFCD-F7B6-C8EBA9D283D4}"/>
              </a:ext>
            </a:extLst>
          </p:cNvPr>
          <p:cNvSpPr>
            <a:spLocks noGrp="1" noChangeArrowheads="1"/>
          </p:cNvSpPr>
          <p:nvPr>
            <p:ph type="hdr" sz="quarter"/>
          </p:nvPr>
        </p:nvSpPr>
        <p:spPr>
          <a:ln/>
        </p:spPr>
        <p:txBody>
          <a:bodyPr/>
          <a:lstStyle/>
          <a:p>
            <a:r>
              <a:rPr lang="en-US" altLang="en-IT"/>
              <a:t>AMIA 2006 T12</a:t>
            </a:r>
          </a:p>
        </p:txBody>
      </p:sp>
      <p:sp>
        <p:nvSpPr>
          <p:cNvPr id="3" name="Rectangle 6">
            <a:extLst>
              <a:ext uri="{FF2B5EF4-FFF2-40B4-BE49-F238E27FC236}">
                <a16:creationId xmlns:a16="http://schemas.microsoft.com/office/drawing/2014/main" id="{A7258D3F-E794-753E-63BC-F6476AAB7598}"/>
              </a:ext>
            </a:extLst>
          </p:cNvPr>
          <p:cNvSpPr>
            <a:spLocks noGrp="1" noChangeArrowheads="1"/>
          </p:cNvSpPr>
          <p:nvPr>
            <p:ph type="ftr" sz="quarter" idx="4"/>
          </p:nvPr>
        </p:nvSpPr>
        <p:spPr>
          <a:ln/>
        </p:spPr>
        <p:txBody>
          <a:bodyPr/>
          <a:lstStyle/>
          <a:p>
            <a:r>
              <a:rPr lang="en-US" altLang="en-IT"/>
              <a:t>UMLS Overview</a:t>
            </a:r>
          </a:p>
        </p:txBody>
      </p:sp>
      <p:sp>
        <p:nvSpPr>
          <p:cNvPr id="4" name="Rectangle 7">
            <a:extLst>
              <a:ext uri="{FF2B5EF4-FFF2-40B4-BE49-F238E27FC236}">
                <a16:creationId xmlns:a16="http://schemas.microsoft.com/office/drawing/2014/main" id="{76572E65-B5BE-9BC2-D822-1AB097368369}"/>
              </a:ext>
            </a:extLst>
          </p:cNvPr>
          <p:cNvSpPr>
            <a:spLocks noGrp="1" noChangeArrowheads="1"/>
          </p:cNvSpPr>
          <p:nvPr>
            <p:ph type="sldNum" sz="quarter" idx="5"/>
          </p:nvPr>
        </p:nvSpPr>
        <p:spPr>
          <a:ln/>
        </p:spPr>
        <p:txBody>
          <a:bodyPr/>
          <a:lstStyle/>
          <a:p>
            <a:fld id="{38710B34-7413-6D4D-866F-646A5B1DFC2F}" type="slidenum">
              <a:rPr lang="en-US" altLang="en-IT"/>
              <a:pPr/>
              <a:t>7</a:t>
            </a:fld>
            <a:endParaRPr lang="en-US" altLang="en-IT"/>
          </a:p>
        </p:txBody>
      </p:sp>
      <p:sp>
        <p:nvSpPr>
          <p:cNvPr id="6831106" name="Rectangle 2">
            <a:extLst>
              <a:ext uri="{FF2B5EF4-FFF2-40B4-BE49-F238E27FC236}">
                <a16:creationId xmlns:a16="http://schemas.microsoft.com/office/drawing/2014/main" id="{CB036663-A71E-9B50-6C84-00F31BE5A609}"/>
              </a:ext>
            </a:extLst>
          </p:cNvPr>
          <p:cNvSpPr>
            <a:spLocks noChangeArrowheads="1" noTextEdit="1"/>
          </p:cNvSpPr>
          <p:nvPr>
            <p:ph type="sldImg"/>
          </p:nvPr>
        </p:nvSpPr>
        <p:spPr>
          <a:ln/>
        </p:spPr>
      </p:sp>
      <p:sp>
        <p:nvSpPr>
          <p:cNvPr id="6831107" name="Rectangle 3">
            <a:extLst>
              <a:ext uri="{FF2B5EF4-FFF2-40B4-BE49-F238E27FC236}">
                <a16:creationId xmlns:a16="http://schemas.microsoft.com/office/drawing/2014/main" id="{F8F0AEAA-4083-8116-A9FA-5B07A59E2E64}"/>
              </a:ext>
            </a:extLst>
          </p:cNvPr>
          <p:cNvSpPr>
            <a:spLocks noGrp="1" noChangeArrowheads="1"/>
          </p:cNvSpPr>
          <p:nvPr>
            <p:ph type="body" idx="1"/>
          </p:nvPr>
        </p:nvSpPr>
        <p:spPr/>
        <p:txBody>
          <a:bodyPr/>
          <a:lstStyle/>
          <a:p>
            <a:r>
              <a:rPr lang="en-US" altLang="en-IT"/>
              <a:t>How does the Metathesaurus work? </a:t>
            </a:r>
          </a:p>
          <a:p>
            <a:r>
              <a:rPr lang="en-US" altLang="en-IT"/>
              <a:t>First, synonymous terms from the source vocabularies are gathered into a single concept.  </a:t>
            </a:r>
          </a:p>
          <a:p>
            <a:r>
              <a:rPr lang="en-US" altLang="en-IT"/>
              <a:t>In this example you see five terms that reference the same meaning, or concept, despite different spellings and words. </a:t>
            </a:r>
          </a:p>
          <a:p>
            <a:r>
              <a:rPr lang="en-US" altLang="en-IT"/>
              <a:t>Synonymous terms are organized into a concept, and a meaningless unique identifier, called concept unique identifier or “CUI” is assigned. </a:t>
            </a:r>
          </a:p>
          <a:p>
            <a:r>
              <a:rPr lang="en-US" altLang="en-IT"/>
              <a:t>In the example the CUI is C0001403, the number on the bottom of the screen.   A preferred term among all terms in the concept is selected by NLM by default, but can be altered to suit the user’s needs.  In this example the preferred term is ‘Addison’s disease’ listed on the bottom of the slide. Preferred terms are set by users when they create a subset. </a:t>
            </a:r>
          </a:p>
          <a:p>
            <a:r>
              <a:rPr lang="en-US" altLang="en-IT"/>
              <a:t>Despite this manipulation, all source information is preserved.  The source of the term, the type of term, and term identifier from the source as listed in the center of the slide are still present in the Metathesaurus. </a:t>
            </a:r>
          </a:p>
          <a:p>
            <a:endParaRPr lang="en-US" altLang="en-IT"/>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CABC78F8-2D47-7A63-A0D7-8AA43A2CFEE6}"/>
              </a:ext>
            </a:extLst>
          </p:cNvPr>
          <p:cNvSpPr>
            <a:spLocks noGrp="1" noChangeArrowheads="1"/>
          </p:cNvSpPr>
          <p:nvPr>
            <p:ph type="hdr" sz="quarter"/>
          </p:nvPr>
        </p:nvSpPr>
        <p:spPr>
          <a:ln/>
        </p:spPr>
        <p:txBody>
          <a:bodyPr/>
          <a:lstStyle/>
          <a:p>
            <a:r>
              <a:rPr lang="en-US" altLang="en-IT"/>
              <a:t>AMIA 2006 T12</a:t>
            </a:r>
          </a:p>
        </p:txBody>
      </p:sp>
      <p:sp>
        <p:nvSpPr>
          <p:cNvPr id="3" name="Rectangle 6">
            <a:extLst>
              <a:ext uri="{FF2B5EF4-FFF2-40B4-BE49-F238E27FC236}">
                <a16:creationId xmlns:a16="http://schemas.microsoft.com/office/drawing/2014/main" id="{8D4D9585-7AC0-B9CA-6B17-46F5DC216096}"/>
              </a:ext>
            </a:extLst>
          </p:cNvPr>
          <p:cNvSpPr>
            <a:spLocks noGrp="1" noChangeArrowheads="1"/>
          </p:cNvSpPr>
          <p:nvPr>
            <p:ph type="ftr" sz="quarter" idx="4"/>
          </p:nvPr>
        </p:nvSpPr>
        <p:spPr>
          <a:ln/>
        </p:spPr>
        <p:txBody>
          <a:bodyPr/>
          <a:lstStyle/>
          <a:p>
            <a:r>
              <a:rPr lang="en-US" altLang="en-IT"/>
              <a:t>UMLS Overview</a:t>
            </a:r>
          </a:p>
        </p:txBody>
      </p:sp>
      <p:sp>
        <p:nvSpPr>
          <p:cNvPr id="4" name="Rectangle 7">
            <a:extLst>
              <a:ext uri="{FF2B5EF4-FFF2-40B4-BE49-F238E27FC236}">
                <a16:creationId xmlns:a16="http://schemas.microsoft.com/office/drawing/2014/main" id="{FFA0CFBA-1572-D41B-49EF-8243A7B40287}"/>
              </a:ext>
            </a:extLst>
          </p:cNvPr>
          <p:cNvSpPr>
            <a:spLocks noGrp="1" noChangeArrowheads="1"/>
          </p:cNvSpPr>
          <p:nvPr>
            <p:ph type="sldNum" sz="quarter" idx="5"/>
          </p:nvPr>
        </p:nvSpPr>
        <p:spPr>
          <a:ln/>
        </p:spPr>
        <p:txBody>
          <a:bodyPr/>
          <a:lstStyle/>
          <a:p>
            <a:fld id="{83361C79-3B1E-4841-A6F9-5C9256972CDF}" type="slidenum">
              <a:rPr lang="en-US" altLang="en-IT"/>
              <a:pPr/>
              <a:t>8</a:t>
            </a:fld>
            <a:endParaRPr lang="en-US" altLang="en-IT"/>
          </a:p>
        </p:txBody>
      </p:sp>
      <p:sp>
        <p:nvSpPr>
          <p:cNvPr id="6833154" name="Rectangle 2">
            <a:extLst>
              <a:ext uri="{FF2B5EF4-FFF2-40B4-BE49-F238E27FC236}">
                <a16:creationId xmlns:a16="http://schemas.microsoft.com/office/drawing/2014/main" id="{43370762-52F0-D853-1160-F6F1BA345A8E}"/>
              </a:ext>
            </a:extLst>
          </p:cNvPr>
          <p:cNvSpPr>
            <a:spLocks noChangeArrowheads="1" noTextEdit="1"/>
          </p:cNvSpPr>
          <p:nvPr>
            <p:ph type="sldImg"/>
          </p:nvPr>
        </p:nvSpPr>
        <p:spPr>
          <a:ln/>
        </p:spPr>
      </p:sp>
      <p:sp>
        <p:nvSpPr>
          <p:cNvPr id="6833155" name="Rectangle 3">
            <a:extLst>
              <a:ext uri="{FF2B5EF4-FFF2-40B4-BE49-F238E27FC236}">
                <a16:creationId xmlns:a16="http://schemas.microsoft.com/office/drawing/2014/main" id="{3DBF172B-5341-DD6E-ABD0-3FD2387D2650}"/>
              </a:ext>
            </a:extLst>
          </p:cNvPr>
          <p:cNvSpPr>
            <a:spLocks noGrp="1" noChangeArrowheads="1"/>
          </p:cNvSpPr>
          <p:nvPr>
            <p:ph type="body" idx="1"/>
          </p:nvPr>
        </p:nvSpPr>
        <p:spPr/>
        <p:txBody>
          <a:bodyPr lIns="93756" tIns="46880" rIns="93756" bIns="46880"/>
          <a:lstStyle/>
          <a:p>
            <a:r>
              <a:rPr lang="en-US" altLang="en-IT"/>
              <a:t>Term = normalized string</a:t>
            </a:r>
          </a:p>
          <a:p>
            <a:r>
              <a:rPr lang="en-US" altLang="en-IT"/>
              <a:t>LUI = lexical unique identifier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C602670-61FB-72FC-173C-C6DCDBA96C45}"/>
              </a:ext>
            </a:extLst>
          </p:cNvPr>
          <p:cNvSpPr>
            <a:spLocks noGrp="1" noChangeArrowheads="1"/>
          </p:cNvSpPr>
          <p:nvPr>
            <p:ph type="hdr" sz="quarter"/>
          </p:nvPr>
        </p:nvSpPr>
        <p:spPr>
          <a:ln/>
        </p:spPr>
        <p:txBody>
          <a:bodyPr/>
          <a:lstStyle/>
          <a:p>
            <a:r>
              <a:rPr lang="en-US" altLang="en-IT"/>
              <a:t>AMIA 2006 T12</a:t>
            </a:r>
          </a:p>
        </p:txBody>
      </p:sp>
      <p:sp>
        <p:nvSpPr>
          <p:cNvPr id="3" name="Rectangle 6">
            <a:extLst>
              <a:ext uri="{FF2B5EF4-FFF2-40B4-BE49-F238E27FC236}">
                <a16:creationId xmlns:a16="http://schemas.microsoft.com/office/drawing/2014/main" id="{A1D94B7D-7ADE-95EA-62B7-A065B1C8B61C}"/>
              </a:ext>
            </a:extLst>
          </p:cNvPr>
          <p:cNvSpPr>
            <a:spLocks noGrp="1" noChangeArrowheads="1"/>
          </p:cNvSpPr>
          <p:nvPr>
            <p:ph type="ftr" sz="quarter" idx="4"/>
          </p:nvPr>
        </p:nvSpPr>
        <p:spPr>
          <a:ln/>
        </p:spPr>
        <p:txBody>
          <a:bodyPr/>
          <a:lstStyle/>
          <a:p>
            <a:r>
              <a:rPr lang="en-US" altLang="en-IT"/>
              <a:t>UMLS Overview</a:t>
            </a:r>
          </a:p>
        </p:txBody>
      </p:sp>
      <p:sp>
        <p:nvSpPr>
          <p:cNvPr id="4" name="Rectangle 7">
            <a:extLst>
              <a:ext uri="{FF2B5EF4-FFF2-40B4-BE49-F238E27FC236}">
                <a16:creationId xmlns:a16="http://schemas.microsoft.com/office/drawing/2014/main" id="{461847A8-B714-CE42-4A3A-A690DCB6C6A5}"/>
              </a:ext>
            </a:extLst>
          </p:cNvPr>
          <p:cNvSpPr>
            <a:spLocks noGrp="1" noChangeArrowheads="1"/>
          </p:cNvSpPr>
          <p:nvPr>
            <p:ph type="sldNum" sz="quarter" idx="5"/>
          </p:nvPr>
        </p:nvSpPr>
        <p:spPr>
          <a:ln/>
        </p:spPr>
        <p:txBody>
          <a:bodyPr/>
          <a:lstStyle/>
          <a:p>
            <a:fld id="{F38FA2E6-0AF9-4E4C-B414-31FF77BD1758}" type="slidenum">
              <a:rPr lang="en-US" altLang="en-IT"/>
              <a:pPr/>
              <a:t>9</a:t>
            </a:fld>
            <a:endParaRPr lang="en-US" altLang="en-IT"/>
          </a:p>
        </p:txBody>
      </p:sp>
      <p:sp>
        <p:nvSpPr>
          <p:cNvPr id="6835202" name="Rectangle 2">
            <a:extLst>
              <a:ext uri="{FF2B5EF4-FFF2-40B4-BE49-F238E27FC236}">
                <a16:creationId xmlns:a16="http://schemas.microsoft.com/office/drawing/2014/main" id="{A153F44F-318B-8648-E0DC-F9DEB2AFE3EA}"/>
              </a:ext>
            </a:extLst>
          </p:cNvPr>
          <p:cNvSpPr>
            <a:spLocks noChangeArrowheads="1" noTextEdit="1"/>
          </p:cNvSpPr>
          <p:nvPr>
            <p:ph type="sldImg"/>
          </p:nvPr>
        </p:nvSpPr>
        <p:spPr>
          <a:xfrm>
            <a:off x="1333500" y="509588"/>
            <a:ext cx="4248150" cy="3186112"/>
          </a:xfrm>
          <a:ln/>
        </p:spPr>
      </p:sp>
      <p:sp>
        <p:nvSpPr>
          <p:cNvPr id="6835203" name="Rectangle 3">
            <a:extLst>
              <a:ext uri="{FF2B5EF4-FFF2-40B4-BE49-F238E27FC236}">
                <a16:creationId xmlns:a16="http://schemas.microsoft.com/office/drawing/2014/main" id="{04F0A573-1BE6-8C95-317F-71946EBF6E68}"/>
              </a:ext>
            </a:extLst>
          </p:cNvPr>
          <p:cNvSpPr>
            <a:spLocks noGrp="1" noChangeArrowheads="1"/>
          </p:cNvSpPr>
          <p:nvPr>
            <p:ph type="body" idx="1"/>
          </p:nvPr>
        </p:nvSpPr>
        <p:spPr>
          <a:xfrm>
            <a:off x="290513" y="3870325"/>
            <a:ext cx="6332537" cy="4727575"/>
          </a:xfrm>
        </p:spPr>
        <p:txBody>
          <a:bodyPr/>
          <a:lstStyle/>
          <a:p>
            <a:r>
              <a:rPr lang="en-US" altLang="en-IT"/>
              <a:t>The UMLS Semantic Network consists of 135 Semantic types, or broad categories, arranged in hierarchies, and 54, useful and plausible relationships that can exist between them, called Semantic Relationships.  </a:t>
            </a:r>
          </a:p>
          <a:p>
            <a:r>
              <a:rPr lang="en-US" altLang="en-IT"/>
              <a:t>Semantic Types are organized into 2 hierarchies, Entity and Event.  </a:t>
            </a:r>
          </a:p>
          <a:p>
            <a:r>
              <a:rPr lang="en-US" altLang="en-IT"/>
              <a:t>Semantic relationships include the ‘isa’ relationship that is used to build hierarchical structures, as well as associative relationships arranged in five small hierarchies.   </a:t>
            </a:r>
          </a:p>
          <a:p>
            <a:r>
              <a:rPr lang="en-US" altLang="en-IT"/>
              <a:t>The Semantic Network provides a structure to the terms in the Metathesaurus, which has no overall hierarchy.   </a:t>
            </a:r>
          </a:p>
          <a:p>
            <a:pPr>
              <a:buFont typeface="Wingdings" pitchFamily="2" charset="2"/>
              <a:buNone/>
            </a:pPr>
            <a:r>
              <a:rPr lang="en-US" altLang="en-IT"/>
              <a:t>It can also be used to filter terms in the Metathesaurus for processing, or for defining useful subsets of needed terms.  For example, a subset might contain only Disease concepts or only concepts that have a Semantic Type of “plant.” </a:t>
            </a:r>
          </a:p>
          <a:p>
            <a:endParaRPr lang="en-US" altLang="en-IT"/>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0E56F8DC-94E6-5D1C-8382-108ECC5E5E1A}"/>
              </a:ext>
            </a:extLst>
          </p:cNvPr>
          <p:cNvSpPr>
            <a:spLocks noGrp="1" noChangeArrowheads="1"/>
          </p:cNvSpPr>
          <p:nvPr>
            <p:ph type="hdr" sz="quarter"/>
          </p:nvPr>
        </p:nvSpPr>
        <p:spPr>
          <a:ln/>
        </p:spPr>
        <p:txBody>
          <a:bodyPr/>
          <a:lstStyle/>
          <a:p>
            <a:r>
              <a:rPr lang="en-US" altLang="en-IT"/>
              <a:t>AMIA 2006 T12</a:t>
            </a:r>
          </a:p>
        </p:txBody>
      </p:sp>
      <p:sp>
        <p:nvSpPr>
          <p:cNvPr id="3" name="Rectangle 6">
            <a:extLst>
              <a:ext uri="{FF2B5EF4-FFF2-40B4-BE49-F238E27FC236}">
                <a16:creationId xmlns:a16="http://schemas.microsoft.com/office/drawing/2014/main" id="{BE7B46D6-E821-42B8-B76E-9B3C017E5188}"/>
              </a:ext>
            </a:extLst>
          </p:cNvPr>
          <p:cNvSpPr>
            <a:spLocks noGrp="1" noChangeArrowheads="1"/>
          </p:cNvSpPr>
          <p:nvPr>
            <p:ph type="ftr" sz="quarter" idx="4"/>
          </p:nvPr>
        </p:nvSpPr>
        <p:spPr>
          <a:ln/>
        </p:spPr>
        <p:txBody>
          <a:bodyPr/>
          <a:lstStyle/>
          <a:p>
            <a:r>
              <a:rPr lang="en-US" altLang="en-IT"/>
              <a:t>UMLS Overview</a:t>
            </a:r>
          </a:p>
        </p:txBody>
      </p:sp>
      <p:sp>
        <p:nvSpPr>
          <p:cNvPr id="4" name="Rectangle 7">
            <a:extLst>
              <a:ext uri="{FF2B5EF4-FFF2-40B4-BE49-F238E27FC236}">
                <a16:creationId xmlns:a16="http://schemas.microsoft.com/office/drawing/2014/main" id="{5BB47D90-5D23-5E66-82E4-930F911A3ED4}"/>
              </a:ext>
            </a:extLst>
          </p:cNvPr>
          <p:cNvSpPr>
            <a:spLocks noGrp="1" noChangeArrowheads="1"/>
          </p:cNvSpPr>
          <p:nvPr>
            <p:ph type="sldNum" sz="quarter" idx="5"/>
          </p:nvPr>
        </p:nvSpPr>
        <p:spPr>
          <a:ln/>
        </p:spPr>
        <p:txBody>
          <a:bodyPr/>
          <a:lstStyle/>
          <a:p>
            <a:fld id="{ED843082-804E-7841-B702-E6BDA131945D}" type="slidenum">
              <a:rPr lang="en-US" altLang="en-IT"/>
              <a:pPr/>
              <a:t>10</a:t>
            </a:fld>
            <a:endParaRPr lang="en-US" altLang="en-IT"/>
          </a:p>
        </p:txBody>
      </p:sp>
      <p:sp>
        <p:nvSpPr>
          <p:cNvPr id="6837250" name="Rectangle 2">
            <a:extLst>
              <a:ext uri="{FF2B5EF4-FFF2-40B4-BE49-F238E27FC236}">
                <a16:creationId xmlns:a16="http://schemas.microsoft.com/office/drawing/2014/main" id="{7F095AD5-2426-61DA-3E0E-E33B61BFBA1F}"/>
              </a:ext>
            </a:extLst>
          </p:cNvPr>
          <p:cNvSpPr>
            <a:spLocks noChangeArrowheads="1" noTextEdit="1"/>
          </p:cNvSpPr>
          <p:nvPr>
            <p:ph type="sldImg"/>
          </p:nvPr>
        </p:nvSpPr>
        <p:spPr>
          <a:ln/>
        </p:spPr>
      </p:sp>
      <p:sp>
        <p:nvSpPr>
          <p:cNvPr id="6837251" name="Rectangle 3">
            <a:extLst>
              <a:ext uri="{FF2B5EF4-FFF2-40B4-BE49-F238E27FC236}">
                <a16:creationId xmlns:a16="http://schemas.microsoft.com/office/drawing/2014/main" id="{F68CB8F6-BF6E-D94B-CD85-3CC8791AD3E3}"/>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4A52E4AA-E698-8391-DF7C-7FE1F60695E4}"/>
              </a:ext>
            </a:extLst>
          </p:cNvPr>
          <p:cNvSpPr>
            <a:spLocks noGrp="1" noChangeArrowheads="1"/>
          </p:cNvSpPr>
          <p:nvPr>
            <p:ph type="hdr" sz="quarter"/>
          </p:nvPr>
        </p:nvSpPr>
        <p:spPr>
          <a:ln/>
        </p:spPr>
        <p:txBody>
          <a:bodyPr/>
          <a:lstStyle/>
          <a:p>
            <a:r>
              <a:rPr lang="en-US" altLang="en-IT"/>
              <a:t>AMIA 2006 T12</a:t>
            </a:r>
          </a:p>
        </p:txBody>
      </p:sp>
      <p:sp>
        <p:nvSpPr>
          <p:cNvPr id="3" name="Rectangle 6">
            <a:extLst>
              <a:ext uri="{FF2B5EF4-FFF2-40B4-BE49-F238E27FC236}">
                <a16:creationId xmlns:a16="http://schemas.microsoft.com/office/drawing/2014/main" id="{EA4793D7-2970-4C20-27D4-6ECEA65EE4EE}"/>
              </a:ext>
            </a:extLst>
          </p:cNvPr>
          <p:cNvSpPr>
            <a:spLocks noGrp="1" noChangeArrowheads="1"/>
          </p:cNvSpPr>
          <p:nvPr>
            <p:ph type="ftr" sz="quarter" idx="4"/>
          </p:nvPr>
        </p:nvSpPr>
        <p:spPr>
          <a:ln/>
        </p:spPr>
        <p:txBody>
          <a:bodyPr/>
          <a:lstStyle/>
          <a:p>
            <a:r>
              <a:rPr lang="en-US" altLang="en-IT"/>
              <a:t>UMLS Overview</a:t>
            </a:r>
          </a:p>
        </p:txBody>
      </p:sp>
      <p:sp>
        <p:nvSpPr>
          <p:cNvPr id="4" name="Rectangle 7">
            <a:extLst>
              <a:ext uri="{FF2B5EF4-FFF2-40B4-BE49-F238E27FC236}">
                <a16:creationId xmlns:a16="http://schemas.microsoft.com/office/drawing/2014/main" id="{6F0F6874-83D3-089D-75B2-E2B30D1F409E}"/>
              </a:ext>
            </a:extLst>
          </p:cNvPr>
          <p:cNvSpPr>
            <a:spLocks noGrp="1" noChangeArrowheads="1"/>
          </p:cNvSpPr>
          <p:nvPr>
            <p:ph type="sldNum" sz="quarter" idx="5"/>
          </p:nvPr>
        </p:nvSpPr>
        <p:spPr>
          <a:ln/>
        </p:spPr>
        <p:txBody>
          <a:bodyPr/>
          <a:lstStyle/>
          <a:p>
            <a:fld id="{DADB5D53-53D0-024E-B4F3-0557201C436A}" type="slidenum">
              <a:rPr lang="en-US" altLang="en-IT"/>
              <a:pPr/>
              <a:t>11</a:t>
            </a:fld>
            <a:endParaRPr lang="en-US" altLang="en-IT"/>
          </a:p>
        </p:txBody>
      </p:sp>
      <p:sp>
        <p:nvSpPr>
          <p:cNvPr id="6839298" name="Rectangle 2">
            <a:extLst>
              <a:ext uri="{FF2B5EF4-FFF2-40B4-BE49-F238E27FC236}">
                <a16:creationId xmlns:a16="http://schemas.microsoft.com/office/drawing/2014/main" id="{4550BEE1-B89E-8B1D-C48C-EC50BCE4C075}"/>
              </a:ext>
            </a:extLst>
          </p:cNvPr>
          <p:cNvSpPr>
            <a:spLocks noChangeArrowheads="1" noTextEdit="1"/>
          </p:cNvSpPr>
          <p:nvPr>
            <p:ph type="sldImg"/>
          </p:nvPr>
        </p:nvSpPr>
        <p:spPr>
          <a:ln/>
        </p:spPr>
      </p:sp>
      <p:sp>
        <p:nvSpPr>
          <p:cNvPr id="6839299" name="Rectangle 3">
            <a:extLst>
              <a:ext uri="{FF2B5EF4-FFF2-40B4-BE49-F238E27FC236}">
                <a16:creationId xmlns:a16="http://schemas.microsoft.com/office/drawing/2014/main" id="{85203D4F-3551-1D25-1F57-CC2BD2B150CC}"/>
              </a:ext>
            </a:extLst>
          </p:cNvPr>
          <p:cNvSpPr>
            <a:spLocks noGrp="1" noChangeArrowheads="1"/>
          </p:cNvSpPr>
          <p:nvPr>
            <p:ph type="body" idx="1"/>
          </p:nvPr>
        </p:nvSpPr>
        <p:spPr/>
        <p:txBody>
          <a:bodyPr/>
          <a:lstStyle/>
          <a:p>
            <a:r>
              <a:rPr lang="en-US" altLang="en-IT"/>
              <a:t>Graphic shows richness of relationships, both hierarchical and associative</a:t>
            </a:r>
          </a:p>
          <a:p>
            <a:r>
              <a:rPr lang="en-US" altLang="en-IT"/>
              <a:t>Not an ontology</a:t>
            </a:r>
          </a:p>
          <a:p>
            <a:r>
              <a:rPr lang="en-US" altLang="en-IT"/>
              <a:t>Used to describe and classify the meta</a:t>
            </a:r>
          </a:p>
          <a:p>
            <a:pPr lvl="1"/>
            <a:r>
              <a:rPr lang="en-US" altLang="en-IT"/>
              <a:t>Not evenly granular</a:t>
            </a:r>
          </a:p>
          <a:p>
            <a:pPr lvl="1"/>
            <a:endParaRPr lang="en-US" altLang="en-IT"/>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27B85B4D-8B0E-7E9E-5BD3-F93AF921E87B}"/>
              </a:ext>
            </a:extLst>
          </p:cNvPr>
          <p:cNvSpPr>
            <a:spLocks noGrp="1" noChangeArrowheads="1"/>
          </p:cNvSpPr>
          <p:nvPr>
            <p:ph type="hdr" sz="quarter"/>
          </p:nvPr>
        </p:nvSpPr>
        <p:spPr>
          <a:ln/>
        </p:spPr>
        <p:txBody>
          <a:bodyPr/>
          <a:lstStyle/>
          <a:p>
            <a:r>
              <a:rPr lang="en-US" altLang="en-IT"/>
              <a:t>AMIA 2006 T12</a:t>
            </a:r>
          </a:p>
        </p:txBody>
      </p:sp>
      <p:sp>
        <p:nvSpPr>
          <p:cNvPr id="3" name="Rectangle 6">
            <a:extLst>
              <a:ext uri="{FF2B5EF4-FFF2-40B4-BE49-F238E27FC236}">
                <a16:creationId xmlns:a16="http://schemas.microsoft.com/office/drawing/2014/main" id="{DEBA9B1B-A46B-7C65-2999-858EDC961172}"/>
              </a:ext>
            </a:extLst>
          </p:cNvPr>
          <p:cNvSpPr>
            <a:spLocks noGrp="1" noChangeArrowheads="1"/>
          </p:cNvSpPr>
          <p:nvPr>
            <p:ph type="ftr" sz="quarter" idx="4"/>
          </p:nvPr>
        </p:nvSpPr>
        <p:spPr>
          <a:ln/>
        </p:spPr>
        <p:txBody>
          <a:bodyPr/>
          <a:lstStyle/>
          <a:p>
            <a:r>
              <a:rPr lang="en-US" altLang="en-IT"/>
              <a:t>UMLS Overview</a:t>
            </a:r>
          </a:p>
        </p:txBody>
      </p:sp>
      <p:sp>
        <p:nvSpPr>
          <p:cNvPr id="4" name="Rectangle 7">
            <a:extLst>
              <a:ext uri="{FF2B5EF4-FFF2-40B4-BE49-F238E27FC236}">
                <a16:creationId xmlns:a16="http://schemas.microsoft.com/office/drawing/2014/main" id="{55C7E615-19BE-094D-4134-549EC61B6966}"/>
              </a:ext>
            </a:extLst>
          </p:cNvPr>
          <p:cNvSpPr>
            <a:spLocks noGrp="1" noChangeArrowheads="1"/>
          </p:cNvSpPr>
          <p:nvPr>
            <p:ph type="sldNum" sz="quarter" idx="5"/>
          </p:nvPr>
        </p:nvSpPr>
        <p:spPr>
          <a:ln/>
        </p:spPr>
        <p:txBody>
          <a:bodyPr/>
          <a:lstStyle/>
          <a:p>
            <a:fld id="{74CDC6B9-88DE-1D4C-BEFE-D73EBC2CA307}" type="slidenum">
              <a:rPr lang="en-US" altLang="en-IT"/>
              <a:pPr/>
              <a:t>12</a:t>
            </a:fld>
            <a:endParaRPr lang="en-US" altLang="en-IT"/>
          </a:p>
        </p:txBody>
      </p:sp>
      <p:sp>
        <p:nvSpPr>
          <p:cNvPr id="6841346" name="Rectangle 2">
            <a:extLst>
              <a:ext uri="{FF2B5EF4-FFF2-40B4-BE49-F238E27FC236}">
                <a16:creationId xmlns:a16="http://schemas.microsoft.com/office/drawing/2014/main" id="{043ECCA9-981D-36DF-5AF7-DF8A99201BDD}"/>
              </a:ext>
            </a:extLst>
          </p:cNvPr>
          <p:cNvSpPr>
            <a:spLocks noChangeArrowheads="1" noTextEdit="1"/>
          </p:cNvSpPr>
          <p:nvPr>
            <p:ph type="sldImg"/>
          </p:nvPr>
        </p:nvSpPr>
        <p:spPr>
          <a:ln/>
        </p:spPr>
      </p:sp>
      <p:sp>
        <p:nvSpPr>
          <p:cNvPr id="6841347" name="Rectangle 3">
            <a:extLst>
              <a:ext uri="{FF2B5EF4-FFF2-40B4-BE49-F238E27FC236}">
                <a16:creationId xmlns:a16="http://schemas.microsoft.com/office/drawing/2014/main" id="{6B433E71-3348-C3C8-5E81-EE949DAD73A0}"/>
              </a:ext>
            </a:extLst>
          </p:cNvPr>
          <p:cNvSpPr>
            <a:spLocks noGrp="1" noChangeArrowheads="1"/>
          </p:cNvSpPr>
          <p:nvPr>
            <p:ph type="body" idx="1"/>
          </p:nvPr>
        </p:nvSpPr>
        <p:spPr/>
        <p:txBody>
          <a:bodyPr/>
          <a:lstStyle/>
          <a:p>
            <a:endParaRPr lang="en-IT" altLang="en-IT"/>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5"/>
        <p:cNvGrpSpPr/>
        <p:nvPr/>
      </p:nvGrpSpPr>
      <p:grpSpPr>
        <a:xfrm>
          <a:off x="0" y="0"/>
          <a:ext cx="0" cy="0"/>
          <a:chOff x="0" y="0"/>
          <a:chExt cx="0" cy="0"/>
        </a:xfrm>
      </p:grpSpPr>
      <p:sp>
        <p:nvSpPr>
          <p:cNvPr id="1386" name="Google Shape;1386;g10985592195_0_19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7" name="Google Shape;1387;g10985592195_0_19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 sz="1000" dirty="0">
              <a:solidFill>
                <a:srgbClr val="222222"/>
              </a:solidFill>
              <a:highlight>
                <a:srgbClr val="FFFFFF"/>
              </a:highlight>
              <a:ea typeface="Calibri"/>
              <a:cs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2"/>
        <p:cNvGrpSpPr/>
        <p:nvPr/>
      </p:nvGrpSpPr>
      <p:grpSpPr>
        <a:xfrm>
          <a:off x="0" y="0"/>
          <a:ext cx="0" cy="0"/>
          <a:chOff x="0" y="0"/>
          <a:chExt cx="0" cy="0"/>
        </a:xfrm>
      </p:grpSpPr>
      <p:sp>
        <p:nvSpPr>
          <p:cNvPr id="1393" name="Google Shape;1393;g10e820466e4_0_18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4" name="Google Shape;1394;g10e820466e4_0_18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 sz="1000" dirty="0">
              <a:solidFill>
                <a:srgbClr val="222222"/>
              </a:solidFill>
              <a:highlight>
                <a:srgbClr val="FFFFFF"/>
              </a:highlight>
              <a:ea typeface="Calibri"/>
              <a:cs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dirty="0"/>
              <a:t>DUI – Mesh descriptors; CUI: from UMLS</a:t>
            </a:r>
          </a:p>
        </p:txBody>
      </p:sp>
      <p:sp>
        <p:nvSpPr>
          <p:cNvPr id="4" name="Slide Number Placeholder 3"/>
          <p:cNvSpPr>
            <a:spLocks noGrp="1"/>
          </p:cNvSpPr>
          <p:nvPr>
            <p:ph type="sldNum" sz="quarter" idx="5"/>
          </p:nvPr>
        </p:nvSpPr>
        <p:spPr/>
        <p:txBody>
          <a:bodyPr/>
          <a:lstStyle/>
          <a:p>
            <a:fld id="{22289C57-55D7-40A4-A101-E74FAC7A092B}" type="slidenum">
              <a:rPr lang="en-US" smtClean="0"/>
              <a:t>21</a:t>
            </a:fld>
            <a:endParaRPr lang="en-US"/>
          </a:p>
        </p:txBody>
      </p:sp>
    </p:spTree>
    <p:extLst>
      <p:ext uri="{BB962C8B-B14F-4D97-AF65-F5344CB8AC3E}">
        <p14:creationId xmlns:p14="http://schemas.microsoft.com/office/powerpoint/2010/main" val="11125282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6"/>
        <p:cNvGrpSpPr/>
        <p:nvPr/>
      </p:nvGrpSpPr>
      <p:grpSpPr>
        <a:xfrm>
          <a:off x="0" y="0"/>
          <a:ext cx="0" cy="0"/>
          <a:chOff x="0" y="0"/>
          <a:chExt cx="0" cy="0"/>
        </a:xfrm>
      </p:grpSpPr>
      <p:sp>
        <p:nvSpPr>
          <p:cNvPr id="1487" name="Google Shape;1487;gd1c255f867_0_2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8" name="Google Shape;1488;gd1c255f867_0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000">
              <a:solidFill>
                <a:srgbClr val="222222"/>
              </a:solidFill>
              <a:highlight>
                <a:srgbClr val="FFFFFF"/>
              </a:highlight>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2"/>
        <p:cNvGrpSpPr/>
        <p:nvPr/>
      </p:nvGrpSpPr>
      <p:grpSpPr>
        <a:xfrm>
          <a:off x="0" y="0"/>
          <a:ext cx="0" cy="0"/>
          <a:chOff x="0" y="0"/>
          <a:chExt cx="0" cy="0"/>
        </a:xfrm>
      </p:grpSpPr>
      <p:sp>
        <p:nvSpPr>
          <p:cNvPr id="1493" name="Google Shape;1493;gd1c255f867_0_2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4" name="Google Shape;1494;gd1c255f867_0_2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000">
              <a:solidFill>
                <a:srgbClr val="222222"/>
              </a:solidFill>
              <a:highlight>
                <a:srgbClr val="FFFFFF"/>
              </a:highlight>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1"/>
        <p:cNvGrpSpPr/>
        <p:nvPr/>
      </p:nvGrpSpPr>
      <p:grpSpPr>
        <a:xfrm>
          <a:off x="0" y="0"/>
          <a:ext cx="0" cy="0"/>
          <a:chOff x="0" y="0"/>
          <a:chExt cx="0" cy="0"/>
        </a:xfrm>
      </p:grpSpPr>
      <p:sp>
        <p:nvSpPr>
          <p:cNvPr id="1502" name="Google Shape;1502;gd1c255f867_0_2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3" name="Google Shape;1503;gd1c255f867_0_2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000">
              <a:solidFill>
                <a:srgbClr val="222222"/>
              </a:solidFill>
              <a:highlight>
                <a:srgbClr val="FFFFFF"/>
              </a:highlight>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1"/>
        <p:cNvGrpSpPr/>
        <p:nvPr/>
      </p:nvGrpSpPr>
      <p:grpSpPr>
        <a:xfrm>
          <a:off x="0" y="0"/>
          <a:ext cx="0" cy="0"/>
          <a:chOff x="0" y="0"/>
          <a:chExt cx="0" cy="0"/>
        </a:xfrm>
      </p:grpSpPr>
      <p:sp>
        <p:nvSpPr>
          <p:cNvPr id="1512" name="Google Shape;1512;gd1c255f867_0_2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3" name="Google Shape;1513;gd1c255f867_0_2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000">
              <a:solidFill>
                <a:srgbClr val="222222"/>
              </a:solidFill>
              <a:highlight>
                <a:srgbClr val="FFFFFF"/>
              </a:highlight>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i="1" kern="1200" dirty="0">
                <a:solidFill>
                  <a:schemeClr val="tx1"/>
                </a:solidFill>
                <a:effectLst/>
                <a:latin typeface="+mn-lt"/>
                <a:ea typeface="+mn-ea"/>
                <a:cs typeface="+mn-cs"/>
              </a:rPr>
              <a:t>James Allen. Towards a general theory of action and time. Artificial Intelligence, 23(2),</a:t>
            </a:r>
            <a:r>
              <a:rPr lang="en-GB" sz="1200" i="0" kern="1200" dirty="0">
                <a:solidFill>
                  <a:schemeClr val="tx1"/>
                </a:solidFill>
                <a:effectLst/>
                <a:latin typeface="+mn-lt"/>
                <a:ea typeface="+mn-ea"/>
                <a:cs typeface="+mn-cs"/>
              </a:rPr>
              <a:t> </a:t>
            </a:r>
            <a:r>
              <a:rPr lang="en-GB" sz="1200" i="1" kern="1200" dirty="0">
                <a:solidFill>
                  <a:schemeClr val="tx1"/>
                </a:solidFill>
                <a:effectLst/>
                <a:latin typeface="+mn-lt"/>
                <a:ea typeface="+mn-ea"/>
                <a:cs typeface="+mn-cs"/>
              </a:rPr>
              <a:t>1984.</a:t>
            </a:r>
          </a:p>
          <a:p>
            <a:r>
              <a:rPr lang="en-GB" dirty="0"/>
              <a:t>James Pustejovsky, </a:t>
            </a:r>
            <a:r>
              <a:rPr lang="en-GB" dirty="0" err="1"/>
              <a:t>Kiyong</a:t>
            </a:r>
            <a:r>
              <a:rPr lang="en-GB" dirty="0"/>
              <a:t> Lee, Harry Bunt, and Laurent Romary. 2010. ISO-</a:t>
            </a:r>
            <a:r>
              <a:rPr lang="en-GB" dirty="0" err="1"/>
              <a:t>TimeML</a:t>
            </a:r>
            <a:r>
              <a:rPr lang="en-GB" dirty="0"/>
              <a:t>: An international standard for semantic annotation. In </a:t>
            </a:r>
            <a:r>
              <a:rPr lang="en-GB" i="1" dirty="0"/>
              <a:t>Proceedings of the 7th International Conference on Language Resources and Evaluation (LREC’10)</a:t>
            </a:r>
            <a:r>
              <a:rPr lang="en-GB" dirty="0"/>
              <a:t>. </a:t>
            </a:r>
          </a:p>
          <a:p>
            <a:r>
              <a:rPr lang="en-GB" dirty="0" err="1"/>
              <a:t>Weiyi</a:t>
            </a:r>
            <a:r>
              <a:rPr lang="en-GB" dirty="0"/>
              <a:t> Sun, Anna </a:t>
            </a:r>
            <a:r>
              <a:rPr lang="en-GB" dirty="0" err="1"/>
              <a:t>Rumshisky</a:t>
            </a:r>
            <a:r>
              <a:rPr lang="en-GB" dirty="0"/>
              <a:t>, and Ozlem </a:t>
            </a:r>
            <a:r>
              <a:rPr lang="en-GB" dirty="0" err="1"/>
              <a:t>Uzuner</a:t>
            </a:r>
            <a:r>
              <a:rPr lang="en-GB" dirty="0"/>
              <a:t>. 2013. Evaluating temporal relations in clinical text: 2012 i2b2 Challenge. </a:t>
            </a:r>
            <a:r>
              <a:rPr lang="en-GB" i="1" dirty="0"/>
              <a:t>Journal of the American Medical Informatics Association</a:t>
            </a:r>
            <a:r>
              <a:rPr lang="en-GB" dirty="0"/>
              <a:t> 20, 5 (2013), 806–813. </a:t>
            </a:r>
            <a:r>
              <a:rPr lang="en-GB" sz="1200" kern="1200" dirty="0">
                <a:solidFill>
                  <a:schemeClr val="tx1"/>
                </a:solidFill>
                <a:effectLst/>
                <a:latin typeface="+mn-lt"/>
                <a:ea typeface="+mn-ea"/>
                <a:cs typeface="+mn-cs"/>
              </a:rPr>
              <a:t>DOI:</a:t>
            </a:r>
            <a:r>
              <a:rPr lang="en-GB" dirty="0"/>
              <a:t> </a:t>
            </a:r>
            <a:r>
              <a:rPr lang="en-GB" dirty="0">
                <a:hlinkClick r:id="rId3"/>
              </a:rPr>
              <a:t>https://doi.org/10.1136/amiajnl-2013-001628</a:t>
            </a:r>
            <a:r>
              <a:rPr lang="en-GB" dirty="0"/>
              <a:t> </a:t>
            </a:r>
          </a:p>
          <a:p>
            <a:r>
              <a:rPr lang="en-GB" dirty="0"/>
              <a:t>William F. Styler IV, Steven Bethard, Sean Finan, Martha Palmer, Sameer Pradhan, Piet C de Groen, Brad Erickson, Timothy Miller, Chen Lin, </a:t>
            </a:r>
            <a:r>
              <a:rPr lang="en-GB" dirty="0" err="1"/>
              <a:t>Guergana</a:t>
            </a:r>
            <a:r>
              <a:rPr lang="en-GB" dirty="0"/>
              <a:t> Savova, and James Pustejovsky. 2014. Temporal annotation in the clinical domain. </a:t>
            </a:r>
            <a:r>
              <a:rPr lang="en-GB" i="1" dirty="0"/>
              <a:t>Transactions of the Association for Computational Linguistics</a:t>
            </a:r>
            <a:r>
              <a:rPr lang="en-GB" dirty="0"/>
              <a:t> 2 (2014), 143–154 [THYME-</a:t>
            </a:r>
            <a:r>
              <a:rPr lang="en-GB" dirty="0" err="1"/>
              <a:t>TimeML</a:t>
            </a:r>
            <a:r>
              <a:rPr lang="en-GB" dirty="0"/>
              <a:t>: adaptation of TIME ML to medical domain]</a:t>
            </a:r>
            <a:endParaRPr lang="en-GB" sz="1200" kern="1200" dirty="0">
              <a:solidFill>
                <a:schemeClr val="tx1"/>
              </a:solidFill>
              <a:effectLst/>
              <a:latin typeface="+mn-lt"/>
              <a:ea typeface="+mn-ea"/>
              <a:cs typeface="+mn-cs"/>
            </a:endParaRPr>
          </a:p>
          <a:p>
            <a:endParaRPr lang="en-IT" dirty="0"/>
          </a:p>
        </p:txBody>
      </p:sp>
      <p:sp>
        <p:nvSpPr>
          <p:cNvPr id="4" name="Slide Number Placeholder 3"/>
          <p:cNvSpPr>
            <a:spLocks noGrp="1"/>
          </p:cNvSpPr>
          <p:nvPr>
            <p:ph type="sldNum" sz="quarter" idx="5"/>
          </p:nvPr>
        </p:nvSpPr>
        <p:spPr/>
        <p:txBody>
          <a:bodyPr/>
          <a:lstStyle/>
          <a:p>
            <a:fld id="{22289C57-55D7-40A4-A101-E74FAC7A092B}" type="slidenum">
              <a:rPr lang="en-US" smtClean="0"/>
              <a:t>28</a:t>
            </a:fld>
            <a:endParaRPr lang="en-US"/>
          </a:p>
        </p:txBody>
      </p:sp>
    </p:spTree>
    <p:extLst>
      <p:ext uri="{BB962C8B-B14F-4D97-AF65-F5344CB8AC3E}">
        <p14:creationId xmlns:p14="http://schemas.microsoft.com/office/powerpoint/2010/main" val="18102575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dirty="0"/>
              <a:t>Simple: simply stamp events with document creation time; DocTimeRel: relate events to docRelTime; DocTimeRel+Tlink: they have rels between themselves [Boneski Gumiel et al]</a:t>
            </a:r>
          </a:p>
        </p:txBody>
      </p:sp>
      <p:sp>
        <p:nvSpPr>
          <p:cNvPr id="4" name="Slide Number Placeholder 3"/>
          <p:cNvSpPr>
            <a:spLocks noGrp="1"/>
          </p:cNvSpPr>
          <p:nvPr>
            <p:ph type="sldNum" sz="quarter" idx="5"/>
          </p:nvPr>
        </p:nvSpPr>
        <p:spPr/>
        <p:txBody>
          <a:bodyPr/>
          <a:lstStyle/>
          <a:p>
            <a:fld id="{22289C57-55D7-40A4-A101-E74FAC7A092B}" type="slidenum">
              <a:rPr lang="en-US" smtClean="0"/>
              <a:t>29</a:t>
            </a:fld>
            <a:endParaRPr lang="en-US"/>
          </a:p>
        </p:txBody>
      </p:sp>
    </p:spTree>
    <p:extLst>
      <p:ext uri="{BB962C8B-B14F-4D97-AF65-F5344CB8AC3E}">
        <p14:creationId xmlns:p14="http://schemas.microsoft.com/office/powerpoint/2010/main" val="27609780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spc="150" baseline="0"/>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Graphic 7">
            <a:extLst>
              <a:ext uri="{FF2B5EF4-FFF2-40B4-BE49-F238E27FC236}">
                <a16:creationId xmlns:a16="http://schemas.microsoft.com/office/drawing/2014/main" id="{A04F1E16-9A84-4D0E-9706-79C396AF6AE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77682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500" y="1020445"/>
            <a:ext cx="2895600" cy="1325563"/>
          </a:xfrm>
        </p:spPr>
        <p:txBody>
          <a:bodyPr anchor="b">
            <a:normAutofit/>
          </a:bodyPr>
          <a:lstStyle>
            <a:lvl1pPr>
              <a:defRPr sz="2800" spc="150" baseline="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500" y="2924175"/>
            <a:ext cx="2895600" cy="2519363"/>
          </a:xfrm>
        </p:spPr>
        <p:txBody>
          <a:bodyPr>
            <a:normAutofit/>
          </a:bodyPr>
          <a:lstStyle>
            <a:lvl1pPr marL="0" indent="0">
              <a:lnSpc>
                <a:spcPct val="150000"/>
              </a:lnSpc>
              <a:buNone/>
              <a:defRPr sz="1400">
                <a:solidFill>
                  <a:schemeClr val="bg1"/>
                </a:solidFill>
              </a:defRPr>
            </a:lvl1pPr>
            <a:lvl2pPr marL="457200" indent="0">
              <a:lnSpc>
                <a:spcPct val="150000"/>
              </a:lnSpc>
              <a:buNone/>
              <a:defRPr sz="1400">
                <a:solidFill>
                  <a:schemeClr val="bg1"/>
                </a:solidFill>
              </a:defRPr>
            </a:lvl2pPr>
            <a:lvl3pPr marL="914400" indent="0">
              <a:lnSpc>
                <a:spcPct val="150000"/>
              </a:lnSpc>
              <a:buNone/>
              <a:defRPr sz="1400">
                <a:solidFill>
                  <a:schemeClr val="bg1"/>
                </a:solidFill>
              </a:defRPr>
            </a:lvl3pPr>
            <a:lvl4pPr marL="1371600" indent="0">
              <a:lnSpc>
                <a:spcPct val="150000"/>
              </a:lnSpc>
              <a:buNone/>
              <a:defRPr sz="1400">
                <a:solidFill>
                  <a:schemeClr val="bg1"/>
                </a:solidFill>
              </a:defRPr>
            </a:lvl4pPr>
            <a:lvl5pPr marL="1828800" indent="0">
              <a:lnSpc>
                <a:spcPct val="150000"/>
              </a:lnSpc>
              <a:buNone/>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a:t>PRESENTATION TITLE</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A49DFD55-3C28-40EF-9E31-A92D2E4017FF}" type="slidenum">
              <a:rPr lang="en-US" smtClean="0"/>
              <a:pPr/>
              <a:t>‹#›</a:t>
            </a:fld>
            <a:endParaRPr lang="en-US"/>
          </a:p>
        </p:txBody>
      </p:sp>
    </p:spTree>
    <p:extLst>
      <p:ext uri="{BB962C8B-B14F-4D97-AF65-F5344CB8AC3E}">
        <p14:creationId xmlns:p14="http://schemas.microsoft.com/office/powerpoint/2010/main" val="98212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11EBF9-6826-475B-8079-C11128991BAE}"/>
              </a:ext>
            </a:extLst>
          </p:cNvPr>
          <p:cNvSpPr>
            <a:spLocks noGrp="1"/>
          </p:cNvSpPr>
          <p:nvPr>
            <p:ph type="dt" sz="half" idx="10"/>
          </p:nvPr>
        </p:nvSpPr>
        <p:spPr>
          <a:xfrm>
            <a:off x="838200" y="6356350"/>
            <a:ext cx="1219200" cy="365125"/>
          </a:xfrm>
        </p:spPr>
        <p:txBody>
          <a:bodyPr/>
          <a:lstStyle>
            <a:lvl1pPr>
              <a:defRPr sz="900"/>
            </a:lvl1pPr>
          </a:lstStyle>
          <a:p>
            <a:r>
              <a:rPr lang="en-US"/>
              <a:t>20XX</a:t>
            </a:r>
          </a:p>
        </p:txBody>
      </p:sp>
      <p:sp>
        <p:nvSpPr>
          <p:cNvPr id="5" name="Footer Placeholder 4">
            <a:extLst>
              <a:ext uri="{FF2B5EF4-FFF2-40B4-BE49-F238E27FC236}">
                <a16:creationId xmlns:a16="http://schemas.microsoft.com/office/drawing/2014/main" id="{3FB726A3-DF54-47D2-8C3A-34FD43A19E8E}"/>
              </a:ext>
            </a:extLst>
          </p:cNvPr>
          <p:cNvSpPr>
            <a:spLocks noGrp="1"/>
          </p:cNvSpPr>
          <p:nvPr>
            <p:ph type="ftr" sz="quarter" idx="11"/>
          </p:nvPr>
        </p:nvSpPr>
        <p:spPr>
          <a:xfrm>
            <a:off x="2463800" y="6356350"/>
            <a:ext cx="3479800" cy="365125"/>
          </a:xfrm>
        </p:spPr>
        <p:txBody>
          <a:bodyPr/>
          <a:lstStyle>
            <a:lvl1pPr>
              <a:defRPr sz="900"/>
            </a:lvl1pPr>
          </a:lstStyle>
          <a:p>
            <a:r>
              <a:rPr lang="en-US"/>
              <a:t>PRESENTATION TITLE</a:t>
            </a:r>
          </a:p>
        </p:txBody>
      </p:sp>
      <p:sp>
        <p:nvSpPr>
          <p:cNvPr id="6" name="Slide Number Placeholder 5">
            <a:extLst>
              <a:ext uri="{FF2B5EF4-FFF2-40B4-BE49-F238E27FC236}">
                <a16:creationId xmlns:a16="http://schemas.microsoft.com/office/drawing/2014/main" id="{D0CD125A-4493-4967-9146-841D0EF3BC63}"/>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a:p>
        </p:txBody>
      </p:sp>
      <p:grpSp>
        <p:nvGrpSpPr>
          <p:cNvPr id="7" name="Group 6">
            <a:extLst>
              <a:ext uri="{FF2B5EF4-FFF2-40B4-BE49-F238E27FC236}">
                <a16:creationId xmlns:a16="http://schemas.microsoft.com/office/drawing/2014/main" id="{D7A1CF8B-3479-49A3-A30E-2F2ECE962075}"/>
              </a:ext>
            </a:extLst>
          </p:cNvPr>
          <p:cNvGrpSpPr/>
          <p:nvPr userDrawn="1"/>
        </p:nvGrpSpPr>
        <p:grpSpPr>
          <a:xfrm>
            <a:off x="6953250" y="-25401"/>
            <a:ext cx="5238750" cy="6902451"/>
            <a:chOff x="6953250" y="-25401"/>
            <a:chExt cx="5238750" cy="6902451"/>
          </a:xfrm>
        </p:grpSpPr>
        <p:cxnSp>
          <p:nvCxnSpPr>
            <p:cNvPr id="14" name="Straight Connector 13">
              <a:extLst>
                <a:ext uri="{FF2B5EF4-FFF2-40B4-BE49-F238E27FC236}">
                  <a16:creationId xmlns:a16="http://schemas.microsoft.com/office/drawing/2014/main" id="{49FBD260-5143-4B12-B9F8-33E48D548909}"/>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userDrawn="1"/>
          </p:nvCxnSpPr>
          <p:spPr>
            <a:xfrm flipH="1">
              <a:off x="6953250" y="-25401"/>
              <a:ext cx="3790950" cy="6902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49735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Section Brea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148840"/>
            <a:ext cx="4179570" cy="1715531"/>
          </a:xfrm>
        </p:spPr>
        <p:txBody>
          <a:bodyPr anchor="b">
            <a:noAutofit/>
          </a:bodyPr>
          <a:lstStyle>
            <a:lvl1pPr algn="l">
              <a:defRPr sz="3600" spc="150" baseline="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991350" y="3962003"/>
            <a:ext cx="4179570" cy="365125"/>
          </a:xfrm>
        </p:spPr>
        <p:txBody>
          <a:bodyPr>
            <a:normAutofit/>
          </a:bodyPr>
          <a:lstStyle>
            <a:lvl1pPr marL="0" indent="0" algn="l">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2699512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a:t>PRESENTATION TITLE</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a:p>
        </p:txBody>
      </p:sp>
      <p:sp>
        <p:nvSpPr>
          <p:cNvPr id="7" name="Chart Placeholder 6">
            <a:extLst>
              <a:ext uri="{FF2B5EF4-FFF2-40B4-BE49-F238E27FC236}">
                <a16:creationId xmlns:a16="http://schemas.microsoft.com/office/drawing/2014/main" id="{08AF2DB4-A973-4307-B59C-6058A138835C}"/>
              </a:ext>
            </a:extLst>
          </p:cNvPr>
          <p:cNvSpPr>
            <a:spLocks noGrp="1"/>
          </p:cNvSpPr>
          <p:nvPr>
            <p:ph type="chart" sz="quarter" idx="13"/>
          </p:nvPr>
        </p:nvSpPr>
        <p:spPr>
          <a:xfrm>
            <a:off x="838200" y="2111608"/>
            <a:ext cx="10515600" cy="3744912"/>
          </a:xfrm>
        </p:spPr>
        <p:txBody>
          <a:bodyPr/>
          <a:lstStyle/>
          <a:p>
            <a:endParaRPr lang="en-US"/>
          </a:p>
        </p:txBody>
      </p:sp>
    </p:spTree>
    <p:extLst>
      <p:ext uri="{BB962C8B-B14F-4D97-AF65-F5344CB8AC3E}">
        <p14:creationId xmlns:p14="http://schemas.microsoft.com/office/powerpoint/2010/main" val="1485277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744913"/>
          </a:xfrm>
        </p:spPr>
        <p:txBody>
          <a:bodyPr/>
          <a:lstStyle/>
          <a:p>
            <a:endParaRPr lang="en-US"/>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a:t>PRESENTATION TITLE</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a:p>
        </p:txBody>
      </p:sp>
    </p:spTree>
    <p:extLst>
      <p:ext uri="{BB962C8B-B14F-4D97-AF65-F5344CB8AC3E}">
        <p14:creationId xmlns:p14="http://schemas.microsoft.com/office/powerpoint/2010/main" val="3370680036"/>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4657724" y="2809875"/>
            <a:ext cx="6696075" cy="1909763"/>
          </a:xfrm>
        </p:spPr>
        <p:txBody>
          <a:bodyPr anchor="b">
            <a:norm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10" name="Subtitle 2">
            <a:extLst>
              <a:ext uri="{FF2B5EF4-FFF2-40B4-BE49-F238E27FC236}">
                <a16:creationId xmlns:a16="http://schemas.microsoft.com/office/drawing/2014/main" id="{104828DA-5EC5-4A00-9A7B-CD9668EF24D1}"/>
              </a:ext>
            </a:extLst>
          </p:cNvPr>
          <p:cNvSpPr>
            <a:spLocks noGrp="1"/>
          </p:cNvSpPr>
          <p:nvPr>
            <p:ph type="subTitle" idx="1"/>
          </p:nvPr>
        </p:nvSpPr>
        <p:spPr>
          <a:xfrm>
            <a:off x="4657725" y="5028803"/>
            <a:ext cx="6696074" cy="365125"/>
          </a:xfrm>
        </p:spPr>
        <p:txBody>
          <a:bodyPr anchor="b">
            <a:normAutofit/>
          </a:bodyPr>
          <a:lstStyle>
            <a:lvl1pPr marL="0" indent="0" algn="l">
              <a:buNone/>
              <a:defRPr sz="1600">
                <a:solidFill>
                  <a:schemeClr val="bg2">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3" name="Date Placeholder 2">
            <a:extLst>
              <a:ext uri="{FF2B5EF4-FFF2-40B4-BE49-F238E27FC236}">
                <a16:creationId xmlns:a16="http://schemas.microsoft.com/office/drawing/2014/main" id="{D9303E9A-96BC-4283-A6E1-5948AEB119F4}"/>
              </a:ext>
            </a:extLst>
          </p:cNvPr>
          <p:cNvSpPr>
            <a:spLocks noGrp="1"/>
          </p:cNvSpPr>
          <p:nvPr>
            <p:ph type="dt" sz="half" idx="10"/>
          </p:nvPr>
        </p:nvSpPr>
        <p:spPr>
          <a:xfrm>
            <a:off x="4676774" y="6356350"/>
            <a:ext cx="1695450" cy="365125"/>
          </a:xfrm>
        </p:spPr>
        <p:txBody>
          <a:bodyPr/>
          <a:lstStyle>
            <a:lvl1pPr>
              <a:defRPr sz="900"/>
            </a:lvl1pPr>
          </a:lstStyle>
          <a:p>
            <a:r>
              <a:rPr lang="en-US"/>
              <a:t>20XX</a:t>
            </a:r>
          </a:p>
        </p:txBody>
      </p:sp>
      <p:sp>
        <p:nvSpPr>
          <p:cNvPr id="4" name="Footer Placeholder 3">
            <a:extLst>
              <a:ext uri="{FF2B5EF4-FFF2-40B4-BE49-F238E27FC236}">
                <a16:creationId xmlns:a16="http://schemas.microsoft.com/office/drawing/2014/main" id="{45A19C49-052B-4D3E-B227-1D787463CE96}"/>
              </a:ext>
            </a:extLst>
          </p:cNvPr>
          <p:cNvSpPr>
            <a:spLocks noGrp="1"/>
          </p:cNvSpPr>
          <p:nvPr>
            <p:ph type="ftr" sz="quarter" idx="11"/>
          </p:nvPr>
        </p:nvSpPr>
        <p:spPr>
          <a:xfrm>
            <a:off x="6743699" y="6356350"/>
            <a:ext cx="2543175" cy="365125"/>
          </a:xfrm>
        </p:spPr>
        <p:txBody>
          <a:bodyPr/>
          <a:lstStyle>
            <a:lvl1pPr>
              <a:defRPr sz="900"/>
            </a:lvl1pPr>
          </a:lstStyle>
          <a:p>
            <a:r>
              <a:rPr lang="en-US"/>
              <a:t>PRESENTATION TITLE</a:t>
            </a:r>
          </a:p>
        </p:txBody>
      </p:sp>
      <p:sp>
        <p:nvSpPr>
          <p:cNvPr id="5" name="Slide Number Placeholder 4">
            <a:extLst>
              <a:ext uri="{FF2B5EF4-FFF2-40B4-BE49-F238E27FC236}">
                <a16:creationId xmlns:a16="http://schemas.microsoft.com/office/drawing/2014/main" id="{4E5E724A-95F0-41B6-A77E-EDD067272C27}"/>
              </a:ext>
            </a:extLst>
          </p:cNvPr>
          <p:cNvSpPr>
            <a:spLocks noGrp="1"/>
          </p:cNvSpPr>
          <p:nvPr>
            <p:ph type="sldNum" sz="quarter" idx="12"/>
          </p:nvPr>
        </p:nvSpPr>
        <p:spPr>
          <a:xfrm>
            <a:off x="9658350" y="6356350"/>
            <a:ext cx="1695450" cy="365125"/>
          </a:xfrm>
        </p:spPr>
        <p:txBody>
          <a:bodyPr/>
          <a:lstStyle>
            <a:lvl1pPr>
              <a:defRPr sz="900"/>
            </a:lvl1pPr>
          </a:lstStyle>
          <a:p>
            <a:fld id="{A49DFD55-3C28-40EF-9E31-A92D2E4017FF}" type="slidenum">
              <a:rPr lang="en-US" smtClean="0"/>
              <a:pPr/>
              <a:t>‹#›</a:t>
            </a:fld>
            <a:endParaRPr lang="en-US"/>
          </a:p>
        </p:txBody>
      </p:sp>
      <p:cxnSp>
        <p:nvCxnSpPr>
          <p:cNvPr id="9" name="Straight Connector 8">
            <a:extLst>
              <a:ext uri="{FF2B5EF4-FFF2-40B4-BE49-F238E27FC236}">
                <a16:creationId xmlns:a16="http://schemas.microsoft.com/office/drawing/2014/main" id="{BDAC7E4E-FE06-4E90-8107-6B543E5515ED}"/>
              </a:ext>
              <a:ext uri="{C183D7F6-B498-43B3-948B-1728B52AA6E4}">
                <adec:decorative xmlns:adec="http://schemas.microsoft.com/office/drawing/2017/decorative" val="1"/>
              </a:ext>
            </a:extLst>
          </p:cNvPr>
          <p:cNvCxnSpPr/>
          <p:nvPr userDrawn="1"/>
        </p:nvCxnSpPr>
        <p:spPr>
          <a:xfrm flipV="1">
            <a:off x="2209800" y="0"/>
            <a:ext cx="243840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3065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lstStyle/>
          <a:p>
            <a:endParaRPr lang="en-US"/>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28568" y="5084524"/>
            <a:ext cx="2317707"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lstStyle/>
          <a:p>
            <a:endParaRPr lang="en-US"/>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578300" y="5084524"/>
            <a:ext cx="2330816"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lstStyle/>
          <a:p>
            <a:pPr lvl="1"/>
            <a:endParaRPr lang="en-US"/>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068964" y="5084524"/>
            <a:ext cx="2317707"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lstStyle/>
          <a:p>
            <a:endParaRPr lang="en-US"/>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488845" y="5084524"/>
            <a:ext cx="2317706" cy="343061"/>
          </a:xfrm>
        </p:spPr>
        <p:txBody>
          <a:bodyPr anchor="ctr">
            <a:noAutofit/>
          </a:bodyPr>
          <a:lstStyle>
            <a:lvl1pPr marL="0" indent="0" algn="ctr">
              <a:buNone/>
              <a:defRPr lang="en-US" sz="14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solidFill>
                <a:latin typeface="+mn-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a:p>
        </p:txBody>
      </p:sp>
      <p:grpSp>
        <p:nvGrpSpPr>
          <p:cNvPr id="4" name="Group 3">
            <a:extLst>
              <a:ext uri="{FF2B5EF4-FFF2-40B4-BE49-F238E27FC236}">
                <a16:creationId xmlns:a16="http://schemas.microsoft.com/office/drawing/2014/main" id="{73C911F2-9041-416A-B83C-F23B354E063B}"/>
              </a:ext>
              <a:ext uri="{C183D7F6-B498-43B3-948B-1728B52AA6E4}">
                <adec:decorative xmlns:adec="http://schemas.microsoft.com/office/drawing/2017/decorative" val="1"/>
              </a:ext>
            </a:extLst>
          </p:cNvPr>
          <p:cNvGrpSpPr/>
          <p:nvPr userDrawn="1"/>
        </p:nvGrpSpPr>
        <p:grpSpPr>
          <a:xfrm>
            <a:off x="7334250" y="0"/>
            <a:ext cx="4857750" cy="1724025"/>
            <a:chOff x="7334250" y="0"/>
            <a:chExt cx="4857750" cy="1724025"/>
          </a:xfrm>
        </p:grpSpPr>
        <p:cxnSp>
          <p:nvCxnSpPr>
            <p:cNvPr id="10" name="Straight Connector 9">
              <a:extLst>
                <a:ext uri="{FF2B5EF4-FFF2-40B4-BE49-F238E27FC236}">
                  <a16:creationId xmlns:a16="http://schemas.microsoft.com/office/drawing/2014/main" id="{4E4B72DA-52CB-4D39-A342-8857B4D959B2}"/>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51227852"/>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Slide 8 People">
    <p:bg>
      <p:bgPr>
        <a:solidFill>
          <a:schemeClr val="bg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187AAB93-862D-455E-9E73-3D0DAEFDEDB4}"/>
              </a:ext>
              <a:ext uri="{C183D7F6-B498-43B3-948B-1728B52AA6E4}">
                <adec:decorative xmlns:adec="http://schemas.microsoft.com/office/drawing/2017/decorative" val="1"/>
              </a:ext>
            </a:extLst>
          </p:cNvPr>
          <p:cNvGrpSpPr/>
          <p:nvPr userDrawn="1"/>
        </p:nvGrpSpPr>
        <p:grpSpPr>
          <a:xfrm>
            <a:off x="0" y="473953"/>
            <a:ext cx="12192000" cy="5621336"/>
            <a:chOff x="0" y="473953"/>
            <a:chExt cx="12192000" cy="5621336"/>
          </a:xfrm>
        </p:grpSpPr>
        <p:pic>
          <p:nvPicPr>
            <p:cNvPr id="13" name="Graphic 12">
              <a:extLst>
                <a:ext uri="{FF2B5EF4-FFF2-40B4-BE49-F238E27FC236}">
                  <a16:creationId xmlns:a16="http://schemas.microsoft.com/office/drawing/2014/main" id="{B0DFD584-E5CF-41EF-B51E-679CE22DDF9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grpSp>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gn="l">
              <a:lnSpc>
                <a:spcPct val="100000"/>
              </a:lnSpc>
              <a:buFont typeface="Arial" panose="020B0604020202020204" pitchFamily="34" charset="0"/>
              <a:buNone/>
              <a:defRPr sz="900">
                <a:solidFill>
                  <a:sysClr val="windowText" lastClr="000000"/>
                </a:solidFill>
              </a:defRPr>
            </a:lvl1pPr>
          </a:lstStyle>
          <a:p>
            <a:endParaRPr lang="en-US"/>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500168" y="3809747"/>
            <a:ext cx="1828800"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endParaRPr lang="en-US"/>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54378"/>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49262" y="3809747"/>
            <a:ext cx="1828800"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32" name="Picture Placeholder 10">
            <a:extLst>
              <a:ext uri="{FF2B5EF4-FFF2-40B4-BE49-F238E27FC236}">
                <a16:creationId xmlns:a16="http://schemas.microsoft.com/office/drawing/2014/main" id="{1938DB4D-239F-4E8E-8802-0470B0131189}"/>
              </a:ext>
            </a:extLst>
          </p:cNvPr>
          <p:cNvSpPr>
            <a:spLocks noGrp="1"/>
          </p:cNvSpPr>
          <p:nvPr>
            <p:ph type="pic" sz="quarter" idx="37"/>
          </p:nvPr>
        </p:nvSpPr>
        <p:spPr>
          <a:xfrm>
            <a:off x="6655584" y="2428875"/>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endParaRPr lang="en-US"/>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98355" y="3654378"/>
            <a:ext cx="2105135"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095999" y="3809747"/>
            <a:ext cx="2299855"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endParaRPr lang="en-US"/>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4480" y="3809747"/>
            <a:ext cx="1844126"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endParaRPr lang="en-US"/>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500168" y="5668583"/>
            <a:ext cx="1828800"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endParaRPr lang="en-US"/>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13214"/>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849262" y="5668583"/>
            <a:ext cx="1828800"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33" name="Picture Placeholder 10">
            <a:extLst>
              <a:ext uri="{FF2B5EF4-FFF2-40B4-BE49-F238E27FC236}">
                <a16:creationId xmlns:a16="http://schemas.microsoft.com/office/drawing/2014/main" id="{E029C5CA-EDDA-4BF9-9051-8B09E98EE1E2}"/>
              </a:ext>
            </a:extLst>
          </p:cNvPr>
          <p:cNvSpPr>
            <a:spLocks noGrp="1"/>
          </p:cNvSpPr>
          <p:nvPr>
            <p:ph type="pic" sz="quarter" idx="38"/>
          </p:nvPr>
        </p:nvSpPr>
        <p:spPr>
          <a:xfrm>
            <a:off x="6655584" y="4287711"/>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endParaRPr lang="en-US"/>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13214"/>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339926" y="5668583"/>
            <a:ext cx="1813474"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gn="l">
              <a:lnSpc>
                <a:spcPct val="100000"/>
              </a:lnSpc>
              <a:buNone/>
              <a:defRPr sz="900">
                <a:solidFill>
                  <a:sysClr val="windowText" lastClr="000000"/>
                </a:solidFill>
              </a:defRPr>
            </a:lvl1pPr>
          </a:lstStyle>
          <a:p>
            <a:endParaRPr lang="en-US"/>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744480" y="5668583"/>
            <a:ext cx="1844126" cy="343061"/>
          </a:xfrm>
        </p:spPr>
        <p:txBody>
          <a:bodyPr anchor="ctr">
            <a:noAutofit/>
          </a:bodyPr>
          <a:lstStyle>
            <a:lvl1pPr marL="0" indent="0" algn="ctr">
              <a:buNone/>
              <a:defRPr lang="en-US" sz="900" kern="1200" spc="150" baseline="0" dirty="0" smtClean="0">
                <a:solidFill>
                  <a:schemeClr val="accent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A49DFD55-3C28-40EF-9E31-A92D2E4017FF}" type="slidenum">
              <a:rPr lang="en-US" smtClean="0"/>
              <a:pPr/>
              <a:t>‹#›</a:t>
            </a:fld>
            <a:endParaRPr lang="en-US"/>
          </a:p>
        </p:txBody>
      </p:sp>
    </p:spTree>
    <p:extLst>
      <p:ext uri="{BB962C8B-B14F-4D97-AF65-F5344CB8AC3E}">
        <p14:creationId xmlns:p14="http://schemas.microsoft.com/office/powerpoint/2010/main" val="285712064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E786F69D-D4FA-4075-A7EC-8D31A184F630}"/>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0" name="Straight Connector 9">
              <a:extLst>
                <a:ext uri="{FF2B5EF4-FFF2-40B4-BE49-F238E27FC236}">
                  <a16:creationId xmlns:a16="http://schemas.microsoft.com/office/drawing/2014/main" id="{66988B2D-0240-4256-8268-4B9FF1E72363}"/>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7" name="SmartArt Placeholder 6">
            <a:extLst>
              <a:ext uri="{FF2B5EF4-FFF2-40B4-BE49-F238E27FC236}">
                <a16:creationId xmlns:a16="http://schemas.microsoft.com/office/drawing/2014/main" id="{156CA116-0F6E-4EE9-B34F-03BA07161A7A}"/>
              </a:ext>
            </a:extLst>
          </p:cNvPr>
          <p:cNvSpPr>
            <a:spLocks noGrp="1"/>
          </p:cNvSpPr>
          <p:nvPr>
            <p:ph type="dgm" sz="quarter" idx="15"/>
          </p:nvPr>
        </p:nvSpPr>
        <p:spPr>
          <a:xfrm>
            <a:off x="838200" y="2111375"/>
            <a:ext cx="10515600" cy="3744913"/>
          </a:xfrm>
        </p:spPr>
        <p:txBody>
          <a:bodyPr/>
          <a:lstStyle/>
          <a:p>
            <a:endParaRPr lang="en-US"/>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a:t>PRESENTATION TITLE</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a:p>
        </p:txBody>
      </p:sp>
    </p:spTree>
    <p:extLst>
      <p:ext uri="{BB962C8B-B14F-4D97-AF65-F5344CB8AC3E}">
        <p14:creationId xmlns:p14="http://schemas.microsoft.com/office/powerpoint/2010/main" val="268311559"/>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spc="150" baseline="0" dirty="0">
                <a:solidFill>
                  <a:schemeClr val="tx1"/>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p:nvPr>
        </p:nvSpPr>
        <p:spPr>
          <a:xfrm>
            <a:off x="166074" y="1507772"/>
            <a:ext cx="2141764" cy="514350"/>
          </a:xfrm>
        </p:spPr>
        <p:txBody>
          <a:bodyPr anchor="ctr">
            <a:normAutofit/>
          </a:bodyPr>
          <a:lstStyle>
            <a:lvl1pPr marL="0" indent="0" algn="r">
              <a:buNone/>
              <a:defRPr sz="2000"/>
            </a:lvl1pPr>
          </a:lstStyle>
          <a:p>
            <a:pPr lvl="0"/>
            <a:r>
              <a:rPr lang="en-US"/>
              <a:t>Click to edit</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p:nvPr>
        </p:nvSpPr>
        <p:spPr>
          <a:xfrm>
            <a:off x="732131" y="2584097"/>
            <a:ext cx="2141764" cy="514350"/>
          </a:xfrm>
        </p:spPr>
        <p:txBody>
          <a:bodyPr anchor="ctr">
            <a:normAutofit/>
          </a:bodyPr>
          <a:lstStyle>
            <a:lvl1pPr marL="0" indent="0" algn="r">
              <a:buNone/>
              <a:defRPr sz="2000"/>
            </a:lvl1pPr>
          </a:lstStyle>
          <a:p>
            <a:pPr lvl="0"/>
            <a:r>
              <a:rPr lang="en-US"/>
              <a:t>Click to edit</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p:nvPr>
        </p:nvSpPr>
        <p:spPr>
          <a:xfrm>
            <a:off x="1338556" y="3660422"/>
            <a:ext cx="2141764" cy="514350"/>
          </a:xfrm>
        </p:spPr>
        <p:txBody>
          <a:bodyPr anchor="ctr">
            <a:normAutofit/>
          </a:bodyPr>
          <a:lstStyle>
            <a:lvl1pPr marL="0" indent="0" algn="r">
              <a:buNone/>
              <a:defRPr sz="2000"/>
            </a:lvl1pPr>
          </a:lstStyle>
          <a:p>
            <a:pPr lvl="0"/>
            <a:r>
              <a:rPr lang="en-US"/>
              <a:t>Click to edit</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p:nvPr>
        </p:nvSpPr>
        <p:spPr>
          <a:xfrm>
            <a:off x="1922756" y="4736748"/>
            <a:ext cx="2141764" cy="514350"/>
          </a:xfrm>
        </p:spPr>
        <p:txBody>
          <a:bodyPr anchor="ctr">
            <a:normAutofit/>
          </a:bodyPr>
          <a:lstStyle>
            <a:lvl1pPr marL="0" indent="0" algn="r">
              <a:buNone/>
              <a:defRPr sz="2000"/>
            </a:lvl1pPr>
          </a:lstStyle>
          <a:p>
            <a:pPr lvl="0"/>
            <a:r>
              <a:rPr lang="en-US"/>
              <a:t>Click to edit</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6" y="1613528"/>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9" y="2682564"/>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8" y="3755394"/>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80" y="4824430"/>
            <a:ext cx="5102680" cy="1010842"/>
          </a:xfrm>
        </p:spPr>
        <p:txBody>
          <a:bodyPr anchor="t">
            <a:normAutofit/>
          </a:bodyPr>
          <a:lstStyle>
            <a:lvl1pPr marL="0" indent="0" algn="l">
              <a:lnSpc>
                <a:spcPct val="100000"/>
              </a:lnSpc>
              <a:buNone/>
              <a:defRPr sz="1400" spc="50" baseline="0"/>
            </a:lvl1pPr>
          </a:lstStyle>
          <a:p>
            <a:pPr lvl="0"/>
            <a:r>
              <a:rPr lang="en-US"/>
              <a:t>Click to edit master text style</a:t>
            </a:r>
          </a:p>
        </p:txBody>
      </p: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749143" y="6356350"/>
            <a:ext cx="3775981" cy="365125"/>
          </a:xfrm>
        </p:spPr>
        <p:txBody>
          <a:bodyPr/>
          <a:lstStyle>
            <a:lvl1pPr>
              <a:defRPr sz="900"/>
            </a:lvl1pPr>
          </a:lstStyle>
          <a:p>
            <a:r>
              <a:rPr lang="en-US"/>
              <a:t>PRESENTATION TITLE</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A49DFD55-3C28-40EF-9E31-A92D2E4017FF}" type="slidenum">
              <a:rPr lang="en-US" smtClean="0"/>
              <a:pPr/>
              <a:t>‹#›</a:t>
            </a:fld>
            <a:endParaRPr lang="en-US"/>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userDrawn="1"/>
        </p:nvCxnSpPr>
        <p:spPr>
          <a:xfrm>
            <a:off x="4353515" y="502393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userDrawn="1"/>
        </p:nvCxnSpPr>
        <p:spPr>
          <a:xfrm>
            <a:off x="3759917" y="3948451"/>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userDrawn="1"/>
        </p:nvCxnSpPr>
        <p:spPr>
          <a:xfrm>
            <a:off x="3173453" y="2872686"/>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userDrawn="1"/>
        </p:nvCxnSpPr>
        <p:spPr>
          <a:xfrm>
            <a:off x="2586263" y="1796083"/>
            <a:ext cx="1513211" cy="0"/>
          </a:xfrm>
          <a:prstGeom prst="line">
            <a:avLst/>
          </a:prstGeom>
          <a:ln w="6350">
            <a:solidFill>
              <a:schemeClr val="tx1"/>
            </a:solidFill>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1652594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2432451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spc="1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a:p>
        </p:txBody>
      </p:sp>
      <p:grpSp>
        <p:nvGrpSpPr>
          <p:cNvPr id="10" name="Group 9">
            <a:extLst>
              <a:ext uri="{FF2B5EF4-FFF2-40B4-BE49-F238E27FC236}">
                <a16:creationId xmlns:a16="http://schemas.microsoft.com/office/drawing/2014/main" id="{B2368EF4-1233-48C7-8DB5-75844BFCD594}"/>
              </a:ext>
              <a:ext uri="{C183D7F6-B498-43B3-948B-1728B52AA6E4}">
                <adec:decorative xmlns:adec="http://schemas.microsoft.com/office/drawing/2017/decorative" val="1"/>
              </a:ext>
            </a:extLst>
          </p:cNvPr>
          <p:cNvGrpSpPr/>
          <p:nvPr userDrawn="1"/>
        </p:nvGrpSpPr>
        <p:grpSpPr>
          <a:xfrm>
            <a:off x="0" y="0"/>
            <a:ext cx="2238376" cy="3105150"/>
            <a:chOff x="0" y="0"/>
            <a:chExt cx="2238376" cy="3105150"/>
          </a:xfrm>
        </p:grpSpPr>
        <p:cxnSp>
          <p:nvCxnSpPr>
            <p:cNvPr id="16" name="Straight Connector 15">
              <a:extLst>
                <a:ext uri="{FF2B5EF4-FFF2-40B4-BE49-F238E27FC236}">
                  <a16:creationId xmlns:a16="http://schemas.microsoft.com/office/drawing/2014/main" id="{463D7850-C2A6-43CE-BBE4-8E81A0A593BF}"/>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18896713"/>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60774"/>
            <a:ext cx="5111750" cy="1525588"/>
          </a:xfrm>
        </p:spPr>
        <p:txBody>
          <a:bodyPr>
            <a:normAutofit/>
          </a:bodyPr>
          <a:lstStyle>
            <a:lvl1pPr marL="0" indent="0">
              <a:lnSpc>
                <a:spcPct val="100000"/>
              </a:lnSpc>
              <a:buNone/>
              <a:defRPr sz="1400" spc="5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grpSp>
        <p:nvGrpSpPr>
          <p:cNvPr id="4" name="Group 3">
            <a:extLst>
              <a:ext uri="{FF2B5EF4-FFF2-40B4-BE49-F238E27FC236}">
                <a16:creationId xmlns:a16="http://schemas.microsoft.com/office/drawing/2014/main" id="{D74AA03A-263D-4B5F-B05B-7D6923A9A4D3}"/>
              </a:ext>
            </a:extLst>
          </p:cNvPr>
          <p:cNvGrpSpPr/>
          <p:nvPr userDrawn="1"/>
        </p:nvGrpSpPr>
        <p:grpSpPr>
          <a:xfrm>
            <a:off x="0" y="0"/>
            <a:ext cx="4762501" cy="5186363"/>
            <a:chOff x="0" y="0"/>
            <a:chExt cx="4762501" cy="5186363"/>
          </a:xfrm>
        </p:grpSpPr>
        <p:cxnSp>
          <p:nvCxnSpPr>
            <p:cNvPr id="23" name="Straight Connector 22">
              <a:extLst>
                <a:ext uri="{FF2B5EF4-FFF2-40B4-BE49-F238E27FC236}">
                  <a16:creationId xmlns:a16="http://schemas.microsoft.com/office/drawing/2014/main" id="{D87F08D6-2CA7-4A5A-BE34-07113DCA535D}"/>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a:t>PRESENTATION TITLE</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A49DFD55-3C28-40EF-9E31-A92D2E4017FF}" type="slidenum">
              <a:rPr lang="en-US" smtClean="0"/>
              <a:pPr/>
              <a:t>‹#›</a:t>
            </a:fld>
            <a:endParaRPr lang="en-US"/>
          </a:p>
        </p:txBody>
      </p:sp>
    </p:spTree>
    <p:extLst>
      <p:ext uri="{BB962C8B-B14F-4D97-AF65-F5344CB8AC3E}">
        <p14:creationId xmlns:p14="http://schemas.microsoft.com/office/powerpoint/2010/main" val="917780591"/>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600" spc="150" baseline="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1371997"/>
          </a:xfrm>
        </p:spPr>
        <p:txBody>
          <a:bodyPr>
            <a:normAutofit/>
          </a:bodyPr>
          <a:lstStyle>
            <a:lvl1pPr marL="0" indent="0" algn="l">
              <a:lnSpc>
                <a:spcPct val="150000"/>
              </a:lnSpc>
              <a:buNone/>
              <a:defRPr sz="14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a:t>PRESENTATION TITLE</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A49DFD55-3C28-40EF-9E31-A92D2E4017FF}" type="slidenum">
              <a:rPr lang="en-US" smtClean="0"/>
              <a:pPr/>
              <a:t>‹#›</a:t>
            </a:fld>
            <a:endParaRPr lang="en-US"/>
          </a:p>
        </p:txBody>
      </p:sp>
    </p:spTree>
    <p:extLst>
      <p:ext uri="{BB962C8B-B14F-4D97-AF65-F5344CB8AC3E}">
        <p14:creationId xmlns:p14="http://schemas.microsoft.com/office/powerpoint/2010/main" val="12911404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30" name="Google Shape;30;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600"/>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31" name="Google Shape;31;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34" name="Google Shape;34;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46" name="Google Shape;46;p11"/>
          <p:cNvSpPr txBox="1">
            <a:spLocks noGrp="1"/>
          </p:cNvSpPr>
          <p:nvPr>
            <p:ph type="body" idx="1"/>
          </p:nvPr>
        </p:nvSpPr>
        <p:spPr>
          <a:xfrm>
            <a:off x="415600" y="4202967"/>
            <a:ext cx="11360800" cy="17344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ubheader, Image and Content">
  <p:cSld name="Title, Subheader, Image and Content">
    <p:bg>
      <p:bgPr>
        <a:solidFill>
          <a:srgbClr val="1E4429"/>
        </a:solidFill>
        <a:effectLst/>
      </p:bgPr>
    </p:bg>
    <p:spTree>
      <p:nvGrpSpPr>
        <p:cNvPr id="1" name="Shape 50"/>
        <p:cNvGrpSpPr/>
        <p:nvPr/>
      </p:nvGrpSpPr>
      <p:grpSpPr>
        <a:xfrm>
          <a:off x="0" y="0"/>
          <a:ext cx="0" cy="0"/>
          <a:chOff x="0" y="0"/>
          <a:chExt cx="0" cy="0"/>
        </a:xfrm>
      </p:grpSpPr>
      <p:sp>
        <p:nvSpPr>
          <p:cNvPr id="51" name="Google Shape;51;p13"/>
          <p:cNvSpPr>
            <a:spLocks noGrp="1"/>
          </p:cNvSpPr>
          <p:nvPr>
            <p:ph type="pic" idx="2"/>
          </p:nvPr>
        </p:nvSpPr>
        <p:spPr>
          <a:xfrm>
            <a:off x="0" y="2260600"/>
            <a:ext cx="12192000" cy="4597600"/>
          </a:xfrm>
          <a:prstGeom prst="rect">
            <a:avLst/>
          </a:prstGeom>
          <a:solidFill>
            <a:srgbClr val="F2F2F2"/>
          </a:solidFill>
          <a:ln>
            <a:noFill/>
          </a:ln>
        </p:spPr>
      </p:sp>
      <p:cxnSp>
        <p:nvCxnSpPr>
          <p:cNvPr id="52" name="Google Shape;52;p13"/>
          <p:cNvCxnSpPr/>
          <p:nvPr/>
        </p:nvCxnSpPr>
        <p:spPr>
          <a:xfrm>
            <a:off x="4813300" y="649040"/>
            <a:ext cx="0" cy="935600"/>
          </a:xfrm>
          <a:prstGeom prst="straightConnector1">
            <a:avLst/>
          </a:prstGeom>
          <a:noFill/>
          <a:ln w="127000" cap="rnd" cmpd="sng">
            <a:solidFill>
              <a:schemeClr val="lt1"/>
            </a:solidFill>
            <a:prstDash val="solid"/>
            <a:miter lim="800000"/>
            <a:headEnd type="none" w="sm" len="sm"/>
            <a:tailEnd type="none" w="sm" len="sm"/>
          </a:ln>
        </p:spPr>
      </p:cxnSp>
      <p:sp>
        <p:nvSpPr>
          <p:cNvPr id="53" name="Google Shape;53;p13"/>
          <p:cNvSpPr txBox="1">
            <a:spLocks noGrp="1"/>
          </p:cNvSpPr>
          <p:nvPr>
            <p:ph type="body" idx="1"/>
          </p:nvPr>
        </p:nvSpPr>
        <p:spPr>
          <a:xfrm>
            <a:off x="1079500" y="306388"/>
            <a:ext cx="3403600" cy="1622400"/>
          </a:xfrm>
          <a:prstGeom prst="rect">
            <a:avLst/>
          </a:prstGeom>
          <a:noFill/>
          <a:ln>
            <a:noFill/>
          </a:ln>
        </p:spPr>
        <p:txBody>
          <a:bodyPr spcFirstLastPara="1" wrap="square" lIns="68575" tIns="34275" rIns="68575" bIns="34275" anchor="ctr" anchorCtr="0">
            <a:normAutofit/>
          </a:bodyPr>
          <a:lstStyle>
            <a:lvl1pPr marL="609585" lvl="0" indent="-304792" algn="l" rtl="0">
              <a:lnSpc>
                <a:spcPct val="90000"/>
              </a:lnSpc>
              <a:spcBef>
                <a:spcPts val="1067"/>
              </a:spcBef>
              <a:spcAft>
                <a:spcPts val="0"/>
              </a:spcAft>
              <a:buSzPts val="2100"/>
              <a:buNone/>
              <a:defRPr sz="2800" b="1">
                <a:solidFill>
                  <a:schemeClr val="lt1"/>
                </a:solidFill>
              </a:defRPr>
            </a:lvl1pPr>
            <a:lvl2pPr marL="1219170" lvl="1" indent="-304792" algn="l" rtl="0">
              <a:lnSpc>
                <a:spcPct val="90000"/>
              </a:lnSpc>
              <a:spcBef>
                <a:spcPts val="1600"/>
              </a:spcBef>
              <a:spcAft>
                <a:spcPts val="0"/>
              </a:spcAft>
              <a:buClr>
                <a:srgbClr val="3F3F3F"/>
              </a:buClr>
              <a:buSzPts val="1200"/>
              <a:buNone/>
              <a:defRPr/>
            </a:lvl2pPr>
            <a:lvl3pPr marL="1828754" lvl="2" indent="-304792" algn="l" rtl="0">
              <a:lnSpc>
                <a:spcPct val="90000"/>
              </a:lnSpc>
              <a:spcBef>
                <a:spcPts val="1600"/>
              </a:spcBef>
              <a:spcAft>
                <a:spcPts val="0"/>
              </a:spcAft>
              <a:buClr>
                <a:srgbClr val="3F3F3F"/>
              </a:buClr>
              <a:buSzPts val="1100"/>
              <a:buNone/>
              <a:defRPr/>
            </a:lvl3pPr>
            <a:lvl4pPr marL="2438339" lvl="3" indent="-304792" algn="l" rtl="0">
              <a:lnSpc>
                <a:spcPct val="90000"/>
              </a:lnSpc>
              <a:spcBef>
                <a:spcPts val="1600"/>
              </a:spcBef>
              <a:spcAft>
                <a:spcPts val="0"/>
              </a:spcAft>
              <a:buClr>
                <a:srgbClr val="3F3F3F"/>
              </a:buClr>
              <a:buSzPts val="900"/>
              <a:buNone/>
              <a:defRPr/>
            </a:lvl4pPr>
            <a:lvl5pPr marL="3047924" lvl="4" indent="-304792" algn="l" rtl="0">
              <a:lnSpc>
                <a:spcPct val="90000"/>
              </a:lnSpc>
              <a:spcBef>
                <a:spcPts val="1600"/>
              </a:spcBef>
              <a:spcAft>
                <a:spcPts val="0"/>
              </a:spcAft>
              <a:buClr>
                <a:srgbClr val="3F3F3F"/>
              </a:buClr>
              <a:buSzPts val="900"/>
              <a:buNone/>
              <a:defRPr/>
            </a:lvl5pPr>
            <a:lvl6pPr marL="3657509" lvl="5" indent="-423323" algn="l" rtl="0">
              <a:lnSpc>
                <a:spcPct val="90000"/>
              </a:lnSpc>
              <a:spcBef>
                <a:spcPts val="1600"/>
              </a:spcBef>
              <a:spcAft>
                <a:spcPts val="0"/>
              </a:spcAft>
              <a:buClr>
                <a:schemeClr val="dk1"/>
              </a:buClr>
              <a:buSzPts val="1400"/>
              <a:buChar char="■"/>
              <a:defRPr/>
            </a:lvl6pPr>
            <a:lvl7pPr marL="4267093" lvl="6" indent="-423323" algn="l" rtl="0">
              <a:lnSpc>
                <a:spcPct val="90000"/>
              </a:lnSpc>
              <a:spcBef>
                <a:spcPts val="1600"/>
              </a:spcBef>
              <a:spcAft>
                <a:spcPts val="0"/>
              </a:spcAft>
              <a:buClr>
                <a:schemeClr val="dk1"/>
              </a:buClr>
              <a:buSzPts val="1400"/>
              <a:buChar char="●"/>
              <a:defRPr/>
            </a:lvl7pPr>
            <a:lvl8pPr marL="4876678" lvl="7" indent="-423323" algn="l" rtl="0">
              <a:lnSpc>
                <a:spcPct val="90000"/>
              </a:lnSpc>
              <a:spcBef>
                <a:spcPts val="1600"/>
              </a:spcBef>
              <a:spcAft>
                <a:spcPts val="0"/>
              </a:spcAft>
              <a:buClr>
                <a:schemeClr val="dk1"/>
              </a:buClr>
              <a:buSzPts val="1400"/>
              <a:buChar char="○"/>
              <a:defRPr/>
            </a:lvl8pPr>
            <a:lvl9pPr marL="5486263" lvl="8" indent="-423323" algn="l" rtl="0">
              <a:lnSpc>
                <a:spcPct val="90000"/>
              </a:lnSpc>
              <a:spcBef>
                <a:spcPts val="1600"/>
              </a:spcBef>
              <a:spcAft>
                <a:spcPts val="1600"/>
              </a:spcAft>
              <a:buClr>
                <a:schemeClr val="dk1"/>
              </a:buClr>
              <a:buSzPts val="1400"/>
              <a:buChar char="■"/>
              <a:defRPr/>
            </a:lvl9pPr>
          </a:lstStyle>
          <a:p>
            <a:endParaRPr/>
          </a:p>
        </p:txBody>
      </p:sp>
      <p:sp>
        <p:nvSpPr>
          <p:cNvPr id="54" name="Google Shape;54;p13"/>
          <p:cNvSpPr txBox="1">
            <a:spLocks noGrp="1"/>
          </p:cNvSpPr>
          <p:nvPr>
            <p:ph type="body" idx="3"/>
          </p:nvPr>
        </p:nvSpPr>
        <p:spPr>
          <a:xfrm>
            <a:off x="5143501" y="305644"/>
            <a:ext cx="4421200" cy="1622400"/>
          </a:xfrm>
          <a:prstGeom prst="rect">
            <a:avLst/>
          </a:prstGeom>
          <a:noFill/>
          <a:ln>
            <a:noFill/>
          </a:ln>
        </p:spPr>
        <p:txBody>
          <a:bodyPr spcFirstLastPara="1" wrap="square" lIns="68575" tIns="34275" rIns="68575" bIns="34275" anchor="ctr" anchorCtr="0">
            <a:normAutofit/>
          </a:bodyPr>
          <a:lstStyle>
            <a:lvl1pPr marL="609585" lvl="0" indent="-423323" algn="l" rtl="0">
              <a:lnSpc>
                <a:spcPct val="90000"/>
              </a:lnSpc>
              <a:spcBef>
                <a:spcPts val="1067"/>
              </a:spcBef>
              <a:spcAft>
                <a:spcPts val="0"/>
              </a:spcAft>
              <a:buClr>
                <a:schemeClr val="lt1"/>
              </a:buClr>
              <a:buSzPts val="1400"/>
              <a:buChar char="●"/>
              <a:defRPr>
                <a:solidFill>
                  <a:schemeClr val="lt1"/>
                </a:solidFill>
              </a:defRPr>
            </a:lvl1pPr>
            <a:lvl2pPr marL="1219170" lvl="1" indent="-406390" algn="l" rtl="0">
              <a:lnSpc>
                <a:spcPct val="90000"/>
              </a:lnSpc>
              <a:spcBef>
                <a:spcPts val="1600"/>
              </a:spcBef>
              <a:spcAft>
                <a:spcPts val="0"/>
              </a:spcAft>
              <a:buClr>
                <a:schemeClr val="lt1"/>
              </a:buClr>
              <a:buSzPts val="1200"/>
              <a:buChar char="○"/>
              <a:defRPr>
                <a:solidFill>
                  <a:schemeClr val="lt1"/>
                </a:solidFill>
              </a:defRPr>
            </a:lvl2pPr>
            <a:lvl3pPr marL="1828754" lvl="2" indent="-397923" algn="l" rtl="0">
              <a:lnSpc>
                <a:spcPct val="90000"/>
              </a:lnSpc>
              <a:spcBef>
                <a:spcPts val="1600"/>
              </a:spcBef>
              <a:spcAft>
                <a:spcPts val="0"/>
              </a:spcAft>
              <a:buClr>
                <a:schemeClr val="lt1"/>
              </a:buClr>
              <a:buSzPts val="1100"/>
              <a:buChar char="■"/>
              <a:defRPr>
                <a:solidFill>
                  <a:schemeClr val="lt1"/>
                </a:solidFill>
              </a:defRPr>
            </a:lvl3pPr>
            <a:lvl4pPr marL="2438339" lvl="3" indent="-380990" algn="l" rtl="0">
              <a:lnSpc>
                <a:spcPct val="90000"/>
              </a:lnSpc>
              <a:spcBef>
                <a:spcPts val="1600"/>
              </a:spcBef>
              <a:spcAft>
                <a:spcPts val="0"/>
              </a:spcAft>
              <a:buClr>
                <a:schemeClr val="lt1"/>
              </a:buClr>
              <a:buSzPts val="900"/>
              <a:buChar char="●"/>
              <a:defRPr>
                <a:solidFill>
                  <a:schemeClr val="lt1"/>
                </a:solidFill>
              </a:defRPr>
            </a:lvl4pPr>
            <a:lvl5pPr marL="3047924" lvl="4" indent="-380990" algn="l" rtl="0">
              <a:lnSpc>
                <a:spcPct val="90000"/>
              </a:lnSpc>
              <a:spcBef>
                <a:spcPts val="1600"/>
              </a:spcBef>
              <a:spcAft>
                <a:spcPts val="0"/>
              </a:spcAft>
              <a:buClr>
                <a:schemeClr val="lt1"/>
              </a:buClr>
              <a:buSzPts val="900"/>
              <a:buChar char="○"/>
              <a:defRPr>
                <a:solidFill>
                  <a:schemeClr val="lt1"/>
                </a:solidFill>
              </a:defRPr>
            </a:lvl5pPr>
            <a:lvl6pPr marL="3657509" lvl="5" indent="-423323" algn="l" rtl="0">
              <a:lnSpc>
                <a:spcPct val="90000"/>
              </a:lnSpc>
              <a:spcBef>
                <a:spcPts val="1600"/>
              </a:spcBef>
              <a:spcAft>
                <a:spcPts val="0"/>
              </a:spcAft>
              <a:buClr>
                <a:schemeClr val="dk1"/>
              </a:buClr>
              <a:buSzPts val="1400"/>
              <a:buChar char="■"/>
              <a:defRPr/>
            </a:lvl6pPr>
            <a:lvl7pPr marL="4267093" lvl="6" indent="-423323" algn="l" rtl="0">
              <a:lnSpc>
                <a:spcPct val="90000"/>
              </a:lnSpc>
              <a:spcBef>
                <a:spcPts val="1600"/>
              </a:spcBef>
              <a:spcAft>
                <a:spcPts val="0"/>
              </a:spcAft>
              <a:buClr>
                <a:schemeClr val="dk1"/>
              </a:buClr>
              <a:buSzPts val="1400"/>
              <a:buChar char="●"/>
              <a:defRPr/>
            </a:lvl7pPr>
            <a:lvl8pPr marL="4876678" lvl="7" indent="-423323" algn="l" rtl="0">
              <a:lnSpc>
                <a:spcPct val="90000"/>
              </a:lnSpc>
              <a:spcBef>
                <a:spcPts val="1600"/>
              </a:spcBef>
              <a:spcAft>
                <a:spcPts val="0"/>
              </a:spcAft>
              <a:buClr>
                <a:schemeClr val="dk1"/>
              </a:buClr>
              <a:buSzPts val="1400"/>
              <a:buChar char="○"/>
              <a:defRPr/>
            </a:lvl8pPr>
            <a:lvl9pPr marL="5486263" lvl="8" indent="-423323" algn="l" rtl="0">
              <a:lnSpc>
                <a:spcPct val="90000"/>
              </a:lnSpc>
              <a:spcBef>
                <a:spcPts val="1600"/>
              </a:spcBef>
              <a:spcAft>
                <a:spcPts val="1600"/>
              </a:spcAft>
              <a:buClr>
                <a:schemeClr val="dk1"/>
              </a:buClr>
              <a:buSzPts val="1400"/>
              <a:buChar char="■"/>
              <a:defRPr/>
            </a:lvl9pPr>
          </a:lstStyle>
          <a:p>
            <a:endParaRPr/>
          </a:p>
        </p:txBody>
      </p:sp>
      <p:sp>
        <p:nvSpPr>
          <p:cNvPr id="55" name="Google Shape;55;p13"/>
          <p:cNvSpPr txBox="1">
            <a:spLocks noGrp="1"/>
          </p:cNvSpPr>
          <p:nvPr>
            <p:ph type="title"/>
          </p:nvPr>
        </p:nvSpPr>
        <p:spPr>
          <a:xfrm>
            <a:off x="1079999" y="2268000"/>
            <a:ext cx="6235200" cy="792000"/>
          </a:xfrm>
          <a:prstGeom prst="rect">
            <a:avLst/>
          </a:prstGeom>
          <a:solidFill>
            <a:schemeClr val="lt1"/>
          </a:solidFill>
          <a:ln>
            <a:noFill/>
          </a:ln>
        </p:spPr>
        <p:txBody>
          <a:bodyPr spcFirstLastPara="1" wrap="square" lIns="68575" tIns="34275" rIns="68575" bIns="34275" anchor="ctr" anchorCtr="0">
            <a:normAutofit/>
          </a:bodyPr>
          <a:lstStyle>
            <a:lvl1pPr lvl="0" algn="l" rtl="0">
              <a:lnSpc>
                <a:spcPct val="100000"/>
              </a:lnSpc>
              <a:spcBef>
                <a:spcPts val="0"/>
              </a:spcBef>
              <a:spcAft>
                <a:spcPts val="0"/>
              </a:spcAft>
              <a:buClr>
                <a:srgbClr val="262626"/>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6" name="Google Shape;56;p13"/>
          <p:cNvSpPr txBox="1">
            <a:spLocks noGrp="1"/>
          </p:cNvSpPr>
          <p:nvPr>
            <p:ph type="ftr" idx="11"/>
          </p:nvPr>
        </p:nvSpPr>
        <p:spPr>
          <a:xfrm>
            <a:off x="145385" y="6356351"/>
            <a:ext cx="4114800" cy="3652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1467"/>
            </a:lvl1pPr>
            <a:lvl2pPr lvl="1" algn="l" rtl="0">
              <a:spcBef>
                <a:spcPts val="0"/>
              </a:spcBef>
              <a:spcAft>
                <a:spcPts val="0"/>
              </a:spcAft>
              <a:buSzPts val="1100"/>
              <a:buNone/>
              <a:defRPr sz="1467"/>
            </a:lvl2pPr>
            <a:lvl3pPr lvl="2" algn="l" rtl="0">
              <a:spcBef>
                <a:spcPts val="0"/>
              </a:spcBef>
              <a:spcAft>
                <a:spcPts val="0"/>
              </a:spcAft>
              <a:buSzPts val="1100"/>
              <a:buNone/>
              <a:defRPr sz="1467"/>
            </a:lvl3pPr>
            <a:lvl4pPr lvl="3" algn="l" rtl="0">
              <a:spcBef>
                <a:spcPts val="0"/>
              </a:spcBef>
              <a:spcAft>
                <a:spcPts val="0"/>
              </a:spcAft>
              <a:buSzPts val="1100"/>
              <a:buNone/>
              <a:defRPr sz="1467"/>
            </a:lvl4pPr>
            <a:lvl5pPr lvl="4" algn="l" rtl="0">
              <a:spcBef>
                <a:spcPts val="0"/>
              </a:spcBef>
              <a:spcAft>
                <a:spcPts val="0"/>
              </a:spcAft>
              <a:buSzPts val="1100"/>
              <a:buNone/>
              <a:defRPr sz="1467"/>
            </a:lvl5pPr>
            <a:lvl6pPr lvl="5" algn="l" rtl="0">
              <a:spcBef>
                <a:spcPts val="0"/>
              </a:spcBef>
              <a:spcAft>
                <a:spcPts val="0"/>
              </a:spcAft>
              <a:buSzPts val="1100"/>
              <a:buNone/>
              <a:defRPr sz="1467"/>
            </a:lvl6pPr>
            <a:lvl7pPr lvl="6" algn="l" rtl="0">
              <a:spcBef>
                <a:spcPts val="0"/>
              </a:spcBef>
              <a:spcAft>
                <a:spcPts val="0"/>
              </a:spcAft>
              <a:buSzPts val="1100"/>
              <a:buNone/>
              <a:defRPr sz="1467"/>
            </a:lvl7pPr>
            <a:lvl8pPr lvl="7" algn="l" rtl="0">
              <a:spcBef>
                <a:spcPts val="0"/>
              </a:spcBef>
              <a:spcAft>
                <a:spcPts val="0"/>
              </a:spcAft>
              <a:buSzPts val="1100"/>
              <a:buNone/>
              <a:defRPr sz="1467"/>
            </a:lvl8pPr>
            <a:lvl9pPr lvl="8" algn="l" rtl="0">
              <a:spcBef>
                <a:spcPts val="0"/>
              </a:spcBef>
              <a:spcAft>
                <a:spcPts val="0"/>
              </a:spcAft>
              <a:buSzPts val="1100"/>
              <a:buNone/>
              <a:defRPr sz="1467"/>
            </a:lvl9pPr>
          </a:lstStyle>
          <a:p>
            <a:endParaRPr/>
          </a:p>
        </p:txBody>
      </p:sp>
      <p:sp>
        <p:nvSpPr>
          <p:cNvPr id="57" name="Google Shape;57;p13"/>
          <p:cNvSpPr>
            <a:spLocks noGrp="1"/>
          </p:cNvSpPr>
          <p:nvPr>
            <p:ph type="sldNum" idx="12"/>
          </p:nvPr>
        </p:nvSpPr>
        <p:spPr>
          <a:xfrm>
            <a:off x="11386425" y="6142912"/>
            <a:ext cx="396000" cy="396000"/>
          </a:xfrm>
          <a:prstGeom prst="ellipse">
            <a:avLst/>
          </a:prstGeom>
          <a:noFill/>
          <a:ln w="9525" cap="flat" cmpd="sng">
            <a:solidFill>
              <a:srgbClr val="1E4429"/>
            </a:solidFill>
            <a:prstDash val="solid"/>
            <a:round/>
            <a:headEnd type="none" w="sm" len="sm"/>
            <a:tailEnd type="none" w="sm" len="sm"/>
          </a:ln>
        </p:spPr>
        <p:txBody>
          <a:bodyPr spcFirstLastPara="1" wrap="square" lIns="0" tIns="0" rIns="0" bIns="0" anchor="ctr" anchorCtr="0">
            <a:normAutofit/>
          </a:bodyPr>
          <a:lstStyle>
            <a:lvl1pPr marL="0" lvl="0" indent="0" algn="ctr" rtl="0">
              <a:spcBef>
                <a:spcPts val="0"/>
              </a:spcBef>
              <a:buNone/>
              <a:defRPr sz="1200" b="0" i="0" u="none" strike="noStrike" cap="none">
                <a:solidFill>
                  <a:srgbClr val="1E4429"/>
                </a:solidFill>
                <a:latin typeface="Calibri"/>
                <a:ea typeface="Calibri"/>
                <a:cs typeface="Calibri"/>
                <a:sym typeface="Calibri"/>
              </a:defRPr>
            </a:lvl1pPr>
            <a:lvl2pPr marL="0" lvl="1" indent="0" algn="ctr" rtl="0">
              <a:spcBef>
                <a:spcPts val="0"/>
              </a:spcBef>
              <a:buNone/>
              <a:defRPr sz="1200" b="0" i="0" u="none" strike="noStrike" cap="none">
                <a:solidFill>
                  <a:srgbClr val="1E4429"/>
                </a:solidFill>
                <a:latin typeface="Calibri"/>
                <a:ea typeface="Calibri"/>
                <a:cs typeface="Calibri"/>
                <a:sym typeface="Calibri"/>
              </a:defRPr>
            </a:lvl2pPr>
            <a:lvl3pPr marL="0" lvl="2" indent="0" algn="ctr" rtl="0">
              <a:spcBef>
                <a:spcPts val="0"/>
              </a:spcBef>
              <a:buNone/>
              <a:defRPr sz="1200" b="0" i="0" u="none" strike="noStrike" cap="none">
                <a:solidFill>
                  <a:srgbClr val="1E4429"/>
                </a:solidFill>
                <a:latin typeface="Calibri"/>
                <a:ea typeface="Calibri"/>
                <a:cs typeface="Calibri"/>
                <a:sym typeface="Calibri"/>
              </a:defRPr>
            </a:lvl3pPr>
            <a:lvl4pPr marL="0" lvl="3" indent="0" algn="ctr" rtl="0">
              <a:spcBef>
                <a:spcPts val="0"/>
              </a:spcBef>
              <a:buNone/>
              <a:defRPr sz="1200" b="0" i="0" u="none" strike="noStrike" cap="none">
                <a:solidFill>
                  <a:srgbClr val="1E4429"/>
                </a:solidFill>
                <a:latin typeface="Calibri"/>
                <a:ea typeface="Calibri"/>
                <a:cs typeface="Calibri"/>
                <a:sym typeface="Calibri"/>
              </a:defRPr>
            </a:lvl4pPr>
            <a:lvl5pPr marL="0" lvl="4" indent="0" algn="ctr" rtl="0">
              <a:spcBef>
                <a:spcPts val="0"/>
              </a:spcBef>
              <a:buNone/>
              <a:defRPr sz="1200" b="0" i="0" u="none" strike="noStrike" cap="none">
                <a:solidFill>
                  <a:srgbClr val="1E4429"/>
                </a:solidFill>
                <a:latin typeface="Calibri"/>
                <a:ea typeface="Calibri"/>
                <a:cs typeface="Calibri"/>
                <a:sym typeface="Calibri"/>
              </a:defRPr>
            </a:lvl5pPr>
            <a:lvl6pPr marL="0" lvl="5" indent="0" algn="ctr" rtl="0">
              <a:spcBef>
                <a:spcPts val="0"/>
              </a:spcBef>
              <a:buNone/>
              <a:defRPr sz="1200" b="0" i="0" u="none" strike="noStrike" cap="none">
                <a:solidFill>
                  <a:srgbClr val="1E4429"/>
                </a:solidFill>
                <a:latin typeface="Calibri"/>
                <a:ea typeface="Calibri"/>
                <a:cs typeface="Calibri"/>
                <a:sym typeface="Calibri"/>
              </a:defRPr>
            </a:lvl6pPr>
            <a:lvl7pPr marL="0" lvl="6" indent="0" algn="ctr" rtl="0">
              <a:spcBef>
                <a:spcPts val="0"/>
              </a:spcBef>
              <a:buNone/>
              <a:defRPr sz="1200" b="0" i="0" u="none" strike="noStrike" cap="none">
                <a:solidFill>
                  <a:srgbClr val="1E4429"/>
                </a:solidFill>
                <a:latin typeface="Calibri"/>
                <a:ea typeface="Calibri"/>
                <a:cs typeface="Calibri"/>
                <a:sym typeface="Calibri"/>
              </a:defRPr>
            </a:lvl7pPr>
            <a:lvl8pPr marL="0" lvl="7" indent="0" algn="ctr" rtl="0">
              <a:spcBef>
                <a:spcPts val="0"/>
              </a:spcBef>
              <a:buNone/>
              <a:defRPr sz="1200" b="0" i="0" u="none" strike="noStrike" cap="none">
                <a:solidFill>
                  <a:srgbClr val="1E4429"/>
                </a:solidFill>
                <a:latin typeface="Calibri"/>
                <a:ea typeface="Calibri"/>
                <a:cs typeface="Calibri"/>
                <a:sym typeface="Calibri"/>
              </a:defRPr>
            </a:lvl8pPr>
            <a:lvl9pPr marL="0" lvl="8" indent="0" algn="ctr" rtl="0">
              <a:spcBef>
                <a:spcPts val="0"/>
              </a:spcBef>
              <a:buNone/>
              <a:defRPr sz="1200" b="0" i="0" u="none" strike="noStrike" cap="none">
                <a:solidFill>
                  <a:srgbClr val="1E4429"/>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
              <a:pPr marL="0" lvl="0" indent="0" algn="ctr" rtl="0">
                <a:spcBef>
                  <a:spcPts val="0"/>
                </a:spcBef>
                <a:spcAft>
                  <a:spcPts val="0"/>
                </a:spcAft>
                <a:buNone/>
              </a:pPr>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spc="150" baseline="0"/>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Graphic 7">
            <a:extLst>
              <a:ext uri="{FF2B5EF4-FFF2-40B4-BE49-F238E27FC236}">
                <a16:creationId xmlns:a16="http://schemas.microsoft.com/office/drawing/2014/main" id="{A04F1E16-9A84-4D0E-9706-79C396AF6AE6}"/>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9503900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0C058-EFF5-3628-1EAA-879E36B3DD98}"/>
              </a:ext>
            </a:extLst>
          </p:cNvPr>
          <p:cNvSpPr>
            <a:spLocks noGrp="1"/>
          </p:cNvSpPr>
          <p:nvPr>
            <p:ph type="ctrTitle"/>
          </p:nvPr>
        </p:nvSpPr>
        <p:spPr>
          <a:xfrm>
            <a:off x="1524000" y="1122363"/>
            <a:ext cx="9144000" cy="2387600"/>
          </a:xfrm>
        </p:spPr>
        <p:txBody>
          <a:bodyPr/>
          <a:lstStyle>
            <a:lvl1pPr algn="ctr">
              <a:defRPr sz="6000"/>
            </a:lvl1pPr>
          </a:lstStyle>
          <a:p>
            <a:r>
              <a:rPr lang="en-GB"/>
              <a:t>Click to edit Master title style</a:t>
            </a:r>
            <a:endParaRPr lang="en-IT"/>
          </a:p>
        </p:txBody>
      </p:sp>
      <p:sp>
        <p:nvSpPr>
          <p:cNvPr id="3" name="Subtitle 2">
            <a:extLst>
              <a:ext uri="{FF2B5EF4-FFF2-40B4-BE49-F238E27FC236}">
                <a16:creationId xmlns:a16="http://schemas.microsoft.com/office/drawing/2014/main" id="{64F8021F-AECA-BFA9-7256-02BCDE4E11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T"/>
          </a:p>
        </p:txBody>
      </p:sp>
      <p:sp>
        <p:nvSpPr>
          <p:cNvPr id="4" name="Date Placeholder 3">
            <a:extLst>
              <a:ext uri="{FF2B5EF4-FFF2-40B4-BE49-F238E27FC236}">
                <a16:creationId xmlns:a16="http://schemas.microsoft.com/office/drawing/2014/main" id="{6B487A4F-5246-AEE4-DF40-C8065BC59540}"/>
              </a:ext>
            </a:extLst>
          </p:cNvPr>
          <p:cNvSpPr>
            <a:spLocks noGrp="1"/>
          </p:cNvSpPr>
          <p:nvPr>
            <p:ph type="dt" sz="half" idx="10"/>
          </p:nvPr>
        </p:nvSpPr>
        <p:spPr/>
        <p:txBody>
          <a:bodyPr/>
          <a:lstStyle>
            <a:lvl1pPr>
              <a:defRPr/>
            </a:lvl1pPr>
          </a:lstStyle>
          <a:p>
            <a:endParaRPr lang="en-US" altLang="en-IT"/>
          </a:p>
        </p:txBody>
      </p:sp>
      <p:sp>
        <p:nvSpPr>
          <p:cNvPr id="5" name="Footer Placeholder 4">
            <a:extLst>
              <a:ext uri="{FF2B5EF4-FFF2-40B4-BE49-F238E27FC236}">
                <a16:creationId xmlns:a16="http://schemas.microsoft.com/office/drawing/2014/main" id="{51EA6015-12E4-B659-7224-41EC305DDD29}"/>
              </a:ext>
            </a:extLst>
          </p:cNvPr>
          <p:cNvSpPr>
            <a:spLocks noGrp="1"/>
          </p:cNvSpPr>
          <p:nvPr>
            <p:ph type="ftr" sz="quarter" idx="11"/>
          </p:nvPr>
        </p:nvSpPr>
        <p:spPr/>
        <p:txBody>
          <a:bodyPr/>
          <a:lstStyle>
            <a:lvl1pPr>
              <a:defRPr/>
            </a:lvl1pPr>
          </a:lstStyle>
          <a:p>
            <a:endParaRPr lang="en-US" altLang="en-IT"/>
          </a:p>
        </p:txBody>
      </p:sp>
      <p:sp>
        <p:nvSpPr>
          <p:cNvPr id="6" name="Slide Number Placeholder 5">
            <a:extLst>
              <a:ext uri="{FF2B5EF4-FFF2-40B4-BE49-F238E27FC236}">
                <a16:creationId xmlns:a16="http://schemas.microsoft.com/office/drawing/2014/main" id="{57CDF5B8-9AFC-4C4B-3ACA-FA6CCF734421}"/>
              </a:ext>
            </a:extLst>
          </p:cNvPr>
          <p:cNvSpPr>
            <a:spLocks noGrp="1"/>
          </p:cNvSpPr>
          <p:nvPr>
            <p:ph type="sldNum" sz="quarter" idx="12"/>
          </p:nvPr>
        </p:nvSpPr>
        <p:spPr/>
        <p:txBody>
          <a:bodyPr/>
          <a:lstStyle>
            <a:lvl1pPr>
              <a:defRPr/>
            </a:lvl1pPr>
          </a:lstStyle>
          <a:p>
            <a:fld id="{A5CFAF23-937A-194E-B97D-6B36F1D3480C}" type="slidenum">
              <a:rPr lang="en-US" altLang="en-IT"/>
              <a:pPr/>
              <a:t>‹#›</a:t>
            </a:fld>
            <a:endParaRPr lang="en-US" altLang="en-IT"/>
          </a:p>
        </p:txBody>
      </p:sp>
    </p:spTree>
    <p:extLst>
      <p:ext uri="{BB962C8B-B14F-4D97-AF65-F5344CB8AC3E}">
        <p14:creationId xmlns:p14="http://schemas.microsoft.com/office/powerpoint/2010/main" val="2180700258"/>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8341C-344C-5059-1672-949B6550B332}"/>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4B54E612-F696-075B-BE19-00E6A0EC661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B586CAF9-9D40-DFA0-953F-A96B7F7F9AF7}"/>
              </a:ext>
            </a:extLst>
          </p:cNvPr>
          <p:cNvSpPr>
            <a:spLocks noGrp="1"/>
          </p:cNvSpPr>
          <p:nvPr>
            <p:ph type="dt" sz="half" idx="10"/>
          </p:nvPr>
        </p:nvSpPr>
        <p:spPr/>
        <p:txBody>
          <a:bodyPr/>
          <a:lstStyle>
            <a:lvl1pPr>
              <a:defRPr/>
            </a:lvl1pPr>
          </a:lstStyle>
          <a:p>
            <a:endParaRPr lang="en-US" altLang="en-IT"/>
          </a:p>
        </p:txBody>
      </p:sp>
      <p:sp>
        <p:nvSpPr>
          <p:cNvPr id="5" name="Footer Placeholder 4">
            <a:extLst>
              <a:ext uri="{FF2B5EF4-FFF2-40B4-BE49-F238E27FC236}">
                <a16:creationId xmlns:a16="http://schemas.microsoft.com/office/drawing/2014/main" id="{63224DC4-2C8B-E554-6A8B-67DA87C340B4}"/>
              </a:ext>
            </a:extLst>
          </p:cNvPr>
          <p:cNvSpPr>
            <a:spLocks noGrp="1"/>
          </p:cNvSpPr>
          <p:nvPr>
            <p:ph type="ftr" sz="quarter" idx="11"/>
          </p:nvPr>
        </p:nvSpPr>
        <p:spPr/>
        <p:txBody>
          <a:bodyPr/>
          <a:lstStyle>
            <a:lvl1pPr>
              <a:defRPr/>
            </a:lvl1pPr>
          </a:lstStyle>
          <a:p>
            <a:endParaRPr lang="en-US" altLang="en-IT"/>
          </a:p>
        </p:txBody>
      </p:sp>
      <p:sp>
        <p:nvSpPr>
          <p:cNvPr id="6" name="Slide Number Placeholder 5">
            <a:extLst>
              <a:ext uri="{FF2B5EF4-FFF2-40B4-BE49-F238E27FC236}">
                <a16:creationId xmlns:a16="http://schemas.microsoft.com/office/drawing/2014/main" id="{A7336F24-6BE1-0044-AAED-01F7764B827A}"/>
              </a:ext>
            </a:extLst>
          </p:cNvPr>
          <p:cNvSpPr>
            <a:spLocks noGrp="1"/>
          </p:cNvSpPr>
          <p:nvPr>
            <p:ph type="sldNum" sz="quarter" idx="12"/>
          </p:nvPr>
        </p:nvSpPr>
        <p:spPr/>
        <p:txBody>
          <a:bodyPr/>
          <a:lstStyle>
            <a:lvl1pPr>
              <a:defRPr/>
            </a:lvl1pPr>
          </a:lstStyle>
          <a:p>
            <a:fld id="{89EE8EB5-ECD5-6E4F-B91C-39E2702D0BFE}" type="slidenum">
              <a:rPr lang="en-US" altLang="en-IT"/>
              <a:pPr/>
              <a:t>‹#›</a:t>
            </a:fld>
            <a:endParaRPr lang="en-US" altLang="en-IT"/>
          </a:p>
        </p:txBody>
      </p:sp>
    </p:spTree>
    <p:extLst>
      <p:ext uri="{BB962C8B-B14F-4D97-AF65-F5344CB8AC3E}">
        <p14:creationId xmlns:p14="http://schemas.microsoft.com/office/powerpoint/2010/main" val="2315650405"/>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135A6-CE9B-EC63-3052-3E6DBA276F3A}"/>
              </a:ext>
            </a:extLst>
          </p:cNvPr>
          <p:cNvSpPr>
            <a:spLocks noGrp="1"/>
          </p:cNvSpPr>
          <p:nvPr>
            <p:ph type="title"/>
          </p:nvPr>
        </p:nvSpPr>
        <p:spPr>
          <a:xfrm>
            <a:off x="831851" y="1709738"/>
            <a:ext cx="10515600" cy="2852737"/>
          </a:xfrm>
        </p:spPr>
        <p:txBody>
          <a:bodyPr/>
          <a:lstStyle>
            <a:lvl1pPr>
              <a:defRPr sz="6000"/>
            </a:lvl1pPr>
          </a:lstStyle>
          <a:p>
            <a:r>
              <a:rPr lang="en-GB"/>
              <a:t>Click to edit Master title style</a:t>
            </a:r>
            <a:endParaRPr lang="en-IT"/>
          </a:p>
        </p:txBody>
      </p:sp>
      <p:sp>
        <p:nvSpPr>
          <p:cNvPr id="3" name="Text Placeholder 2">
            <a:extLst>
              <a:ext uri="{FF2B5EF4-FFF2-40B4-BE49-F238E27FC236}">
                <a16:creationId xmlns:a16="http://schemas.microsoft.com/office/drawing/2014/main" id="{5F422486-CC2B-ABA6-DCE1-F8037EEF986D}"/>
              </a:ext>
            </a:extLst>
          </p:cNvPr>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GB"/>
              <a:t>Click to edit Master text styles</a:t>
            </a:r>
          </a:p>
        </p:txBody>
      </p:sp>
      <p:sp>
        <p:nvSpPr>
          <p:cNvPr id="4" name="Date Placeholder 3">
            <a:extLst>
              <a:ext uri="{FF2B5EF4-FFF2-40B4-BE49-F238E27FC236}">
                <a16:creationId xmlns:a16="http://schemas.microsoft.com/office/drawing/2014/main" id="{B629ACF6-1AEF-599E-3646-4A79D1910E7C}"/>
              </a:ext>
            </a:extLst>
          </p:cNvPr>
          <p:cNvSpPr>
            <a:spLocks noGrp="1"/>
          </p:cNvSpPr>
          <p:nvPr>
            <p:ph type="dt" sz="half" idx="10"/>
          </p:nvPr>
        </p:nvSpPr>
        <p:spPr/>
        <p:txBody>
          <a:bodyPr/>
          <a:lstStyle>
            <a:lvl1pPr>
              <a:defRPr/>
            </a:lvl1pPr>
          </a:lstStyle>
          <a:p>
            <a:endParaRPr lang="en-US" altLang="en-IT"/>
          </a:p>
        </p:txBody>
      </p:sp>
      <p:sp>
        <p:nvSpPr>
          <p:cNvPr id="5" name="Footer Placeholder 4">
            <a:extLst>
              <a:ext uri="{FF2B5EF4-FFF2-40B4-BE49-F238E27FC236}">
                <a16:creationId xmlns:a16="http://schemas.microsoft.com/office/drawing/2014/main" id="{84884A93-BA07-3C17-7FC1-24EF80CE884B}"/>
              </a:ext>
            </a:extLst>
          </p:cNvPr>
          <p:cNvSpPr>
            <a:spLocks noGrp="1"/>
          </p:cNvSpPr>
          <p:nvPr>
            <p:ph type="ftr" sz="quarter" idx="11"/>
          </p:nvPr>
        </p:nvSpPr>
        <p:spPr/>
        <p:txBody>
          <a:bodyPr/>
          <a:lstStyle>
            <a:lvl1pPr>
              <a:defRPr/>
            </a:lvl1pPr>
          </a:lstStyle>
          <a:p>
            <a:endParaRPr lang="en-US" altLang="en-IT"/>
          </a:p>
        </p:txBody>
      </p:sp>
      <p:sp>
        <p:nvSpPr>
          <p:cNvPr id="6" name="Slide Number Placeholder 5">
            <a:extLst>
              <a:ext uri="{FF2B5EF4-FFF2-40B4-BE49-F238E27FC236}">
                <a16:creationId xmlns:a16="http://schemas.microsoft.com/office/drawing/2014/main" id="{2E952FEC-B123-BFC6-9A34-92B327830C79}"/>
              </a:ext>
            </a:extLst>
          </p:cNvPr>
          <p:cNvSpPr>
            <a:spLocks noGrp="1"/>
          </p:cNvSpPr>
          <p:nvPr>
            <p:ph type="sldNum" sz="quarter" idx="12"/>
          </p:nvPr>
        </p:nvSpPr>
        <p:spPr/>
        <p:txBody>
          <a:bodyPr/>
          <a:lstStyle>
            <a:lvl1pPr>
              <a:defRPr/>
            </a:lvl1pPr>
          </a:lstStyle>
          <a:p>
            <a:fld id="{118B904B-F660-6C44-AECE-B3D00E2CAE2F}" type="slidenum">
              <a:rPr lang="en-US" altLang="en-IT"/>
              <a:pPr/>
              <a:t>‹#›</a:t>
            </a:fld>
            <a:endParaRPr lang="en-US" altLang="en-IT"/>
          </a:p>
        </p:txBody>
      </p:sp>
    </p:spTree>
    <p:extLst>
      <p:ext uri="{BB962C8B-B14F-4D97-AF65-F5344CB8AC3E}">
        <p14:creationId xmlns:p14="http://schemas.microsoft.com/office/powerpoint/2010/main" val="4156139174"/>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F5AEF-DF1C-103B-BDD1-109B43A8FF3F}"/>
              </a:ext>
            </a:extLst>
          </p:cNvPr>
          <p:cNvSpPr>
            <a:spLocks noGrp="1"/>
          </p:cNvSpPr>
          <p:nvPr>
            <p:ph type="title"/>
          </p:nvPr>
        </p:nvSpPr>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3B09926D-56E6-DC45-EBF3-BB17C2EE8510}"/>
              </a:ext>
            </a:extLst>
          </p:cNvPr>
          <p:cNvSpPr>
            <a:spLocks noGrp="1"/>
          </p:cNvSpPr>
          <p:nvPr>
            <p:ph sz="half" idx="1"/>
          </p:nvPr>
        </p:nvSpPr>
        <p:spPr>
          <a:xfrm>
            <a:off x="914400" y="1524000"/>
            <a:ext cx="5080000" cy="4572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Content Placeholder 3">
            <a:extLst>
              <a:ext uri="{FF2B5EF4-FFF2-40B4-BE49-F238E27FC236}">
                <a16:creationId xmlns:a16="http://schemas.microsoft.com/office/drawing/2014/main" id="{CFC58B33-24F8-3797-B52E-A5E9B613C4C7}"/>
              </a:ext>
            </a:extLst>
          </p:cNvPr>
          <p:cNvSpPr>
            <a:spLocks noGrp="1"/>
          </p:cNvSpPr>
          <p:nvPr>
            <p:ph sz="half" idx="2"/>
          </p:nvPr>
        </p:nvSpPr>
        <p:spPr>
          <a:xfrm>
            <a:off x="6197600" y="1524000"/>
            <a:ext cx="5080000" cy="4572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Date Placeholder 4">
            <a:extLst>
              <a:ext uri="{FF2B5EF4-FFF2-40B4-BE49-F238E27FC236}">
                <a16:creationId xmlns:a16="http://schemas.microsoft.com/office/drawing/2014/main" id="{A937EE94-2F3B-6174-97C7-15364404BA7A}"/>
              </a:ext>
            </a:extLst>
          </p:cNvPr>
          <p:cNvSpPr>
            <a:spLocks noGrp="1"/>
          </p:cNvSpPr>
          <p:nvPr>
            <p:ph type="dt" sz="half" idx="10"/>
          </p:nvPr>
        </p:nvSpPr>
        <p:spPr/>
        <p:txBody>
          <a:bodyPr/>
          <a:lstStyle>
            <a:lvl1pPr>
              <a:defRPr/>
            </a:lvl1pPr>
          </a:lstStyle>
          <a:p>
            <a:endParaRPr lang="en-US" altLang="en-IT"/>
          </a:p>
        </p:txBody>
      </p:sp>
      <p:sp>
        <p:nvSpPr>
          <p:cNvPr id="6" name="Footer Placeholder 5">
            <a:extLst>
              <a:ext uri="{FF2B5EF4-FFF2-40B4-BE49-F238E27FC236}">
                <a16:creationId xmlns:a16="http://schemas.microsoft.com/office/drawing/2014/main" id="{BA1F4A75-4C9D-4A60-DFFB-D7559A6C1FB1}"/>
              </a:ext>
            </a:extLst>
          </p:cNvPr>
          <p:cNvSpPr>
            <a:spLocks noGrp="1"/>
          </p:cNvSpPr>
          <p:nvPr>
            <p:ph type="ftr" sz="quarter" idx="11"/>
          </p:nvPr>
        </p:nvSpPr>
        <p:spPr/>
        <p:txBody>
          <a:bodyPr/>
          <a:lstStyle>
            <a:lvl1pPr>
              <a:defRPr/>
            </a:lvl1pPr>
          </a:lstStyle>
          <a:p>
            <a:endParaRPr lang="en-US" altLang="en-IT"/>
          </a:p>
        </p:txBody>
      </p:sp>
      <p:sp>
        <p:nvSpPr>
          <p:cNvPr id="7" name="Slide Number Placeholder 6">
            <a:extLst>
              <a:ext uri="{FF2B5EF4-FFF2-40B4-BE49-F238E27FC236}">
                <a16:creationId xmlns:a16="http://schemas.microsoft.com/office/drawing/2014/main" id="{5F1BDC1A-F93A-7BD1-21F9-59DFA0465C05}"/>
              </a:ext>
            </a:extLst>
          </p:cNvPr>
          <p:cNvSpPr>
            <a:spLocks noGrp="1"/>
          </p:cNvSpPr>
          <p:nvPr>
            <p:ph type="sldNum" sz="quarter" idx="12"/>
          </p:nvPr>
        </p:nvSpPr>
        <p:spPr/>
        <p:txBody>
          <a:bodyPr/>
          <a:lstStyle>
            <a:lvl1pPr>
              <a:defRPr/>
            </a:lvl1pPr>
          </a:lstStyle>
          <a:p>
            <a:fld id="{9DA6A369-DFD1-9A45-97E2-A204EBFE0385}" type="slidenum">
              <a:rPr lang="en-US" altLang="en-IT"/>
              <a:pPr/>
              <a:t>‹#›</a:t>
            </a:fld>
            <a:endParaRPr lang="en-US" altLang="en-IT"/>
          </a:p>
        </p:txBody>
      </p:sp>
    </p:spTree>
    <p:extLst>
      <p:ext uri="{BB962C8B-B14F-4D97-AF65-F5344CB8AC3E}">
        <p14:creationId xmlns:p14="http://schemas.microsoft.com/office/powerpoint/2010/main" val="1325684476"/>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F22AC-BF4F-89A1-DA37-39E901AED55B}"/>
              </a:ext>
            </a:extLst>
          </p:cNvPr>
          <p:cNvSpPr>
            <a:spLocks noGrp="1"/>
          </p:cNvSpPr>
          <p:nvPr>
            <p:ph type="title"/>
          </p:nvPr>
        </p:nvSpPr>
        <p:spPr>
          <a:xfrm>
            <a:off x="840317" y="365126"/>
            <a:ext cx="10515600" cy="1325563"/>
          </a:xfrm>
        </p:spPr>
        <p:txBody>
          <a:bodyPr/>
          <a:lstStyle/>
          <a:p>
            <a:r>
              <a:rPr lang="en-GB"/>
              <a:t>Click to edit Master title style</a:t>
            </a:r>
            <a:endParaRPr lang="en-IT"/>
          </a:p>
        </p:txBody>
      </p:sp>
      <p:sp>
        <p:nvSpPr>
          <p:cNvPr id="3" name="Text Placeholder 2">
            <a:extLst>
              <a:ext uri="{FF2B5EF4-FFF2-40B4-BE49-F238E27FC236}">
                <a16:creationId xmlns:a16="http://schemas.microsoft.com/office/drawing/2014/main" id="{E605C383-8BD7-ABEC-3E17-ABCE92C55CCB}"/>
              </a:ext>
            </a:extLst>
          </p:cNvPr>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D3FF662-97B3-C373-7EBA-3C1D9D20270E}"/>
              </a:ext>
            </a:extLst>
          </p:cNvPr>
          <p:cNvSpPr>
            <a:spLocks noGrp="1"/>
          </p:cNvSpPr>
          <p:nvPr>
            <p:ph sz="half" idx="2"/>
          </p:nvPr>
        </p:nvSpPr>
        <p:spPr>
          <a:xfrm>
            <a:off x="840318" y="2505075"/>
            <a:ext cx="5158316"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Text Placeholder 4">
            <a:extLst>
              <a:ext uri="{FF2B5EF4-FFF2-40B4-BE49-F238E27FC236}">
                <a16:creationId xmlns:a16="http://schemas.microsoft.com/office/drawing/2014/main" id="{D674DDC1-1829-1861-7122-44E8CA12FD8E}"/>
              </a:ext>
            </a:extLst>
          </p:cNvPr>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E0E3740-940A-2142-D458-7FFA5B0F64BA}"/>
              </a:ext>
            </a:extLst>
          </p:cNvPr>
          <p:cNvSpPr>
            <a:spLocks noGrp="1"/>
          </p:cNvSpPr>
          <p:nvPr>
            <p:ph sz="quarter" idx="4"/>
          </p:nvPr>
        </p:nvSpPr>
        <p:spPr>
          <a:xfrm>
            <a:off x="6172200" y="2505075"/>
            <a:ext cx="518371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7" name="Date Placeholder 6">
            <a:extLst>
              <a:ext uri="{FF2B5EF4-FFF2-40B4-BE49-F238E27FC236}">
                <a16:creationId xmlns:a16="http://schemas.microsoft.com/office/drawing/2014/main" id="{863B6133-BFF1-A2FE-3066-745878F3E599}"/>
              </a:ext>
            </a:extLst>
          </p:cNvPr>
          <p:cNvSpPr>
            <a:spLocks noGrp="1"/>
          </p:cNvSpPr>
          <p:nvPr>
            <p:ph type="dt" sz="half" idx="10"/>
          </p:nvPr>
        </p:nvSpPr>
        <p:spPr/>
        <p:txBody>
          <a:bodyPr/>
          <a:lstStyle>
            <a:lvl1pPr>
              <a:defRPr/>
            </a:lvl1pPr>
          </a:lstStyle>
          <a:p>
            <a:endParaRPr lang="en-US" altLang="en-IT"/>
          </a:p>
        </p:txBody>
      </p:sp>
      <p:sp>
        <p:nvSpPr>
          <p:cNvPr id="8" name="Footer Placeholder 7">
            <a:extLst>
              <a:ext uri="{FF2B5EF4-FFF2-40B4-BE49-F238E27FC236}">
                <a16:creationId xmlns:a16="http://schemas.microsoft.com/office/drawing/2014/main" id="{7991FEDD-87DA-BA9C-7523-2B16EDE55B9C}"/>
              </a:ext>
            </a:extLst>
          </p:cNvPr>
          <p:cNvSpPr>
            <a:spLocks noGrp="1"/>
          </p:cNvSpPr>
          <p:nvPr>
            <p:ph type="ftr" sz="quarter" idx="11"/>
          </p:nvPr>
        </p:nvSpPr>
        <p:spPr/>
        <p:txBody>
          <a:bodyPr/>
          <a:lstStyle>
            <a:lvl1pPr>
              <a:defRPr/>
            </a:lvl1pPr>
          </a:lstStyle>
          <a:p>
            <a:endParaRPr lang="en-US" altLang="en-IT"/>
          </a:p>
        </p:txBody>
      </p:sp>
      <p:sp>
        <p:nvSpPr>
          <p:cNvPr id="9" name="Slide Number Placeholder 8">
            <a:extLst>
              <a:ext uri="{FF2B5EF4-FFF2-40B4-BE49-F238E27FC236}">
                <a16:creationId xmlns:a16="http://schemas.microsoft.com/office/drawing/2014/main" id="{EFECD9DC-544E-9A5C-DBB5-C9D9F3F31D37}"/>
              </a:ext>
            </a:extLst>
          </p:cNvPr>
          <p:cNvSpPr>
            <a:spLocks noGrp="1"/>
          </p:cNvSpPr>
          <p:nvPr>
            <p:ph type="sldNum" sz="quarter" idx="12"/>
          </p:nvPr>
        </p:nvSpPr>
        <p:spPr/>
        <p:txBody>
          <a:bodyPr/>
          <a:lstStyle>
            <a:lvl1pPr>
              <a:defRPr/>
            </a:lvl1pPr>
          </a:lstStyle>
          <a:p>
            <a:fld id="{80385C43-BA80-7E4C-94D8-8E2A924403FD}" type="slidenum">
              <a:rPr lang="en-US" altLang="en-IT"/>
              <a:pPr/>
              <a:t>‹#›</a:t>
            </a:fld>
            <a:endParaRPr lang="en-US" altLang="en-IT"/>
          </a:p>
        </p:txBody>
      </p:sp>
    </p:spTree>
    <p:extLst>
      <p:ext uri="{BB962C8B-B14F-4D97-AF65-F5344CB8AC3E}">
        <p14:creationId xmlns:p14="http://schemas.microsoft.com/office/powerpoint/2010/main" val="494283140"/>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BA60D-F525-7FC5-7A5C-6C5F152FF507}"/>
              </a:ext>
            </a:extLst>
          </p:cNvPr>
          <p:cNvSpPr>
            <a:spLocks noGrp="1"/>
          </p:cNvSpPr>
          <p:nvPr>
            <p:ph type="title"/>
          </p:nvPr>
        </p:nvSpPr>
        <p:spPr/>
        <p:txBody>
          <a:bodyPr/>
          <a:lstStyle/>
          <a:p>
            <a:r>
              <a:rPr lang="en-GB"/>
              <a:t>Click to edit Master title style</a:t>
            </a:r>
            <a:endParaRPr lang="en-IT"/>
          </a:p>
        </p:txBody>
      </p:sp>
      <p:sp>
        <p:nvSpPr>
          <p:cNvPr id="3" name="Date Placeholder 2">
            <a:extLst>
              <a:ext uri="{FF2B5EF4-FFF2-40B4-BE49-F238E27FC236}">
                <a16:creationId xmlns:a16="http://schemas.microsoft.com/office/drawing/2014/main" id="{AEDD74E2-FB11-66F4-DCE9-D60963B3A0FB}"/>
              </a:ext>
            </a:extLst>
          </p:cNvPr>
          <p:cNvSpPr>
            <a:spLocks noGrp="1"/>
          </p:cNvSpPr>
          <p:nvPr>
            <p:ph type="dt" sz="half" idx="10"/>
          </p:nvPr>
        </p:nvSpPr>
        <p:spPr/>
        <p:txBody>
          <a:bodyPr/>
          <a:lstStyle>
            <a:lvl1pPr>
              <a:defRPr/>
            </a:lvl1pPr>
          </a:lstStyle>
          <a:p>
            <a:endParaRPr lang="en-US" altLang="en-IT"/>
          </a:p>
        </p:txBody>
      </p:sp>
      <p:sp>
        <p:nvSpPr>
          <p:cNvPr id="4" name="Footer Placeholder 3">
            <a:extLst>
              <a:ext uri="{FF2B5EF4-FFF2-40B4-BE49-F238E27FC236}">
                <a16:creationId xmlns:a16="http://schemas.microsoft.com/office/drawing/2014/main" id="{460B907F-7913-003C-5194-3015D4A37F8D}"/>
              </a:ext>
            </a:extLst>
          </p:cNvPr>
          <p:cNvSpPr>
            <a:spLocks noGrp="1"/>
          </p:cNvSpPr>
          <p:nvPr>
            <p:ph type="ftr" sz="quarter" idx="11"/>
          </p:nvPr>
        </p:nvSpPr>
        <p:spPr/>
        <p:txBody>
          <a:bodyPr/>
          <a:lstStyle>
            <a:lvl1pPr>
              <a:defRPr/>
            </a:lvl1pPr>
          </a:lstStyle>
          <a:p>
            <a:endParaRPr lang="en-US" altLang="en-IT"/>
          </a:p>
        </p:txBody>
      </p:sp>
      <p:sp>
        <p:nvSpPr>
          <p:cNvPr id="5" name="Slide Number Placeholder 4">
            <a:extLst>
              <a:ext uri="{FF2B5EF4-FFF2-40B4-BE49-F238E27FC236}">
                <a16:creationId xmlns:a16="http://schemas.microsoft.com/office/drawing/2014/main" id="{9081E171-48EE-6A5A-6C2D-E9EA2AC054EB}"/>
              </a:ext>
            </a:extLst>
          </p:cNvPr>
          <p:cNvSpPr>
            <a:spLocks noGrp="1"/>
          </p:cNvSpPr>
          <p:nvPr>
            <p:ph type="sldNum" sz="quarter" idx="12"/>
          </p:nvPr>
        </p:nvSpPr>
        <p:spPr/>
        <p:txBody>
          <a:bodyPr/>
          <a:lstStyle>
            <a:lvl1pPr>
              <a:defRPr/>
            </a:lvl1pPr>
          </a:lstStyle>
          <a:p>
            <a:fld id="{115643F9-BFAC-5240-962C-41AE4F3A15E4}" type="slidenum">
              <a:rPr lang="en-US" altLang="en-IT"/>
              <a:pPr/>
              <a:t>‹#›</a:t>
            </a:fld>
            <a:endParaRPr lang="en-US" altLang="en-IT"/>
          </a:p>
        </p:txBody>
      </p:sp>
    </p:spTree>
    <p:extLst>
      <p:ext uri="{BB962C8B-B14F-4D97-AF65-F5344CB8AC3E}">
        <p14:creationId xmlns:p14="http://schemas.microsoft.com/office/powerpoint/2010/main" val="2558246392"/>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002E98-5DA7-B74B-DA6E-A799170C38F1}"/>
              </a:ext>
            </a:extLst>
          </p:cNvPr>
          <p:cNvSpPr>
            <a:spLocks noGrp="1"/>
          </p:cNvSpPr>
          <p:nvPr>
            <p:ph type="dt" sz="half" idx="10"/>
          </p:nvPr>
        </p:nvSpPr>
        <p:spPr/>
        <p:txBody>
          <a:bodyPr/>
          <a:lstStyle>
            <a:lvl1pPr>
              <a:defRPr/>
            </a:lvl1pPr>
          </a:lstStyle>
          <a:p>
            <a:endParaRPr lang="en-US" altLang="en-IT"/>
          </a:p>
        </p:txBody>
      </p:sp>
      <p:sp>
        <p:nvSpPr>
          <p:cNvPr id="3" name="Footer Placeholder 2">
            <a:extLst>
              <a:ext uri="{FF2B5EF4-FFF2-40B4-BE49-F238E27FC236}">
                <a16:creationId xmlns:a16="http://schemas.microsoft.com/office/drawing/2014/main" id="{1C39721F-352C-1E3F-9702-A7FF8C559A38}"/>
              </a:ext>
            </a:extLst>
          </p:cNvPr>
          <p:cNvSpPr>
            <a:spLocks noGrp="1"/>
          </p:cNvSpPr>
          <p:nvPr>
            <p:ph type="ftr" sz="quarter" idx="11"/>
          </p:nvPr>
        </p:nvSpPr>
        <p:spPr/>
        <p:txBody>
          <a:bodyPr/>
          <a:lstStyle>
            <a:lvl1pPr>
              <a:defRPr/>
            </a:lvl1pPr>
          </a:lstStyle>
          <a:p>
            <a:endParaRPr lang="en-US" altLang="en-IT"/>
          </a:p>
        </p:txBody>
      </p:sp>
      <p:sp>
        <p:nvSpPr>
          <p:cNvPr id="4" name="Slide Number Placeholder 3">
            <a:extLst>
              <a:ext uri="{FF2B5EF4-FFF2-40B4-BE49-F238E27FC236}">
                <a16:creationId xmlns:a16="http://schemas.microsoft.com/office/drawing/2014/main" id="{6C75DE82-146A-86B7-E7DC-A7063A7104FF}"/>
              </a:ext>
            </a:extLst>
          </p:cNvPr>
          <p:cNvSpPr>
            <a:spLocks noGrp="1"/>
          </p:cNvSpPr>
          <p:nvPr>
            <p:ph type="sldNum" sz="quarter" idx="12"/>
          </p:nvPr>
        </p:nvSpPr>
        <p:spPr/>
        <p:txBody>
          <a:bodyPr/>
          <a:lstStyle>
            <a:lvl1pPr>
              <a:defRPr/>
            </a:lvl1pPr>
          </a:lstStyle>
          <a:p>
            <a:fld id="{08887090-B85F-A740-8547-E70DBA600578}" type="slidenum">
              <a:rPr lang="en-US" altLang="en-IT"/>
              <a:pPr/>
              <a:t>‹#›</a:t>
            </a:fld>
            <a:endParaRPr lang="en-US" altLang="en-IT"/>
          </a:p>
        </p:txBody>
      </p:sp>
    </p:spTree>
    <p:extLst>
      <p:ext uri="{BB962C8B-B14F-4D97-AF65-F5344CB8AC3E}">
        <p14:creationId xmlns:p14="http://schemas.microsoft.com/office/powerpoint/2010/main" val="2582328302"/>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3758A-38EF-47E7-F4AB-50F8B7E55DAD}"/>
              </a:ext>
            </a:extLst>
          </p:cNvPr>
          <p:cNvSpPr>
            <a:spLocks noGrp="1"/>
          </p:cNvSpPr>
          <p:nvPr>
            <p:ph type="title"/>
          </p:nvPr>
        </p:nvSpPr>
        <p:spPr>
          <a:xfrm>
            <a:off x="840318" y="457200"/>
            <a:ext cx="3932767" cy="1600200"/>
          </a:xfrm>
        </p:spPr>
        <p:txBody>
          <a:bodyPr/>
          <a:lstStyle>
            <a:lvl1pPr>
              <a:defRPr sz="3200"/>
            </a:lvl1pPr>
          </a:lstStyle>
          <a:p>
            <a:r>
              <a:rPr lang="en-GB"/>
              <a:t>Click to edit Master title style</a:t>
            </a:r>
            <a:endParaRPr lang="en-IT"/>
          </a:p>
        </p:txBody>
      </p:sp>
      <p:sp>
        <p:nvSpPr>
          <p:cNvPr id="3" name="Content Placeholder 2">
            <a:extLst>
              <a:ext uri="{FF2B5EF4-FFF2-40B4-BE49-F238E27FC236}">
                <a16:creationId xmlns:a16="http://schemas.microsoft.com/office/drawing/2014/main" id="{0071BD7C-19D2-89B7-DF62-B56B07ED9AA5}"/>
              </a:ext>
            </a:extLst>
          </p:cNvPr>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Text Placeholder 3">
            <a:extLst>
              <a:ext uri="{FF2B5EF4-FFF2-40B4-BE49-F238E27FC236}">
                <a16:creationId xmlns:a16="http://schemas.microsoft.com/office/drawing/2014/main" id="{40522388-EC2D-E4CF-4F69-A99F30B1B586}"/>
              </a:ext>
            </a:extLst>
          </p:cNvPr>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44C61EA-FA66-BCB1-A023-0022E5018491}"/>
              </a:ext>
            </a:extLst>
          </p:cNvPr>
          <p:cNvSpPr>
            <a:spLocks noGrp="1"/>
          </p:cNvSpPr>
          <p:nvPr>
            <p:ph type="dt" sz="half" idx="10"/>
          </p:nvPr>
        </p:nvSpPr>
        <p:spPr/>
        <p:txBody>
          <a:bodyPr/>
          <a:lstStyle>
            <a:lvl1pPr>
              <a:defRPr/>
            </a:lvl1pPr>
          </a:lstStyle>
          <a:p>
            <a:endParaRPr lang="en-US" altLang="en-IT"/>
          </a:p>
        </p:txBody>
      </p:sp>
      <p:sp>
        <p:nvSpPr>
          <p:cNvPr id="6" name="Footer Placeholder 5">
            <a:extLst>
              <a:ext uri="{FF2B5EF4-FFF2-40B4-BE49-F238E27FC236}">
                <a16:creationId xmlns:a16="http://schemas.microsoft.com/office/drawing/2014/main" id="{B4BF15C1-3652-9D40-FB1D-A117E12B6165}"/>
              </a:ext>
            </a:extLst>
          </p:cNvPr>
          <p:cNvSpPr>
            <a:spLocks noGrp="1"/>
          </p:cNvSpPr>
          <p:nvPr>
            <p:ph type="ftr" sz="quarter" idx="11"/>
          </p:nvPr>
        </p:nvSpPr>
        <p:spPr/>
        <p:txBody>
          <a:bodyPr/>
          <a:lstStyle>
            <a:lvl1pPr>
              <a:defRPr/>
            </a:lvl1pPr>
          </a:lstStyle>
          <a:p>
            <a:endParaRPr lang="en-US" altLang="en-IT"/>
          </a:p>
        </p:txBody>
      </p:sp>
      <p:sp>
        <p:nvSpPr>
          <p:cNvPr id="7" name="Slide Number Placeholder 6">
            <a:extLst>
              <a:ext uri="{FF2B5EF4-FFF2-40B4-BE49-F238E27FC236}">
                <a16:creationId xmlns:a16="http://schemas.microsoft.com/office/drawing/2014/main" id="{8852557F-A30B-A389-38B5-245669FE955A}"/>
              </a:ext>
            </a:extLst>
          </p:cNvPr>
          <p:cNvSpPr>
            <a:spLocks noGrp="1"/>
          </p:cNvSpPr>
          <p:nvPr>
            <p:ph type="sldNum" sz="quarter" idx="12"/>
          </p:nvPr>
        </p:nvSpPr>
        <p:spPr/>
        <p:txBody>
          <a:bodyPr/>
          <a:lstStyle>
            <a:lvl1pPr>
              <a:defRPr/>
            </a:lvl1pPr>
          </a:lstStyle>
          <a:p>
            <a:fld id="{B29025FD-442E-784D-8FCE-7A31F7289299}" type="slidenum">
              <a:rPr lang="en-US" altLang="en-IT"/>
              <a:pPr/>
              <a:t>‹#›</a:t>
            </a:fld>
            <a:endParaRPr lang="en-US" altLang="en-IT"/>
          </a:p>
        </p:txBody>
      </p:sp>
    </p:spTree>
    <p:extLst>
      <p:ext uri="{BB962C8B-B14F-4D97-AF65-F5344CB8AC3E}">
        <p14:creationId xmlns:p14="http://schemas.microsoft.com/office/powerpoint/2010/main" val="2466193293"/>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8A91D-614D-5A93-8F11-A05F2C6056E3}"/>
              </a:ext>
            </a:extLst>
          </p:cNvPr>
          <p:cNvSpPr>
            <a:spLocks noGrp="1"/>
          </p:cNvSpPr>
          <p:nvPr>
            <p:ph type="title"/>
          </p:nvPr>
        </p:nvSpPr>
        <p:spPr>
          <a:xfrm>
            <a:off x="840318" y="457200"/>
            <a:ext cx="3932767" cy="1600200"/>
          </a:xfrm>
        </p:spPr>
        <p:txBody>
          <a:bodyPr/>
          <a:lstStyle>
            <a:lvl1pPr>
              <a:defRPr sz="3200"/>
            </a:lvl1pPr>
          </a:lstStyle>
          <a:p>
            <a:r>
              <a:rPr lang="en-GB"/>
              <a:t>Click to edit Master title style</a:t>
            </a:r>
            <a:endParaRPr lang="en-IT"/>
          </a:p>
        </p:txBody>
      </p:sp>
      <p:sp>
        <p:nvSpPr>
          <p:cNvPr id="3" name="Picture Placeholder 2">
            <a:extLst>
              <a:ext uri="{FF2B5EF4-FFF2-40B4-BE49-F238E27FC236}">
                <a16:creationId xmlns:a16="http://schemas.microsoft.com/office/drawing/2014/main" id="{0A8F059E-63B8-8829-9D19-5FD27451FAF7}"/>
              </a:ext>
            </a:extLst>
          </p:cNvPr>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T"/>
          </a:p>
        </p:txBody>
      </p:sp>
      <p:sp>
        <p:nvSpPr>
          <p:cNvPr id="4" name="Text Placeholder 3">
            <a:extLst>
              <a:ext uri="{FF2B5EF4-FFF2-40B4-BE49-F238E27FC236}">
                <a16:creationId xmlns:a16="http://schemas.microsoft.com/office/drawing/2014/main" id="{06CFEA86-3FCB-5F99-D0E7-1997A094068F}"/>
              </a:ext>
            </a:extLst>
          </p:cNvPr>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319E798-F731-A268-C994-9B5F1ECD1D1B}"/>
              </a:ext>
            </a:extLst>
          </p:cNvPr>
          <p:cNvSpPr>
            <a:spLocks noGrp="1"/>
          </p:cNvSpPr>
          <p:nvPr>
            <p:ph type="dt" sz="half" idx="10"/>
          </p:nvPr>
        </p:nvSpPr>
        <p:spPr/>
        <p:txBody>
          <a:bodyPr/>
          <a:lstStyle>
            <a:lvl1pPr>
              <a:defRPr/>
            </a:lvl1pPr>
          </a:lstStyle>
          <a:p>
            <a:endParaRPr lang="en-US" altLang="en-IT"/>
          </a:p>
        </p:txBody>
      </p:sp>
      <p:sp>
        <p:nvSpPr>
          <p:cNvPr id="6" name="Footer Placeholder 5">
            <a:extLst>
              <a:ext uri="{FF2B5EF4-FFF2-40B4-BE49-F238E27FC236}">
                <a16:creationId xmlns:a16="http://schemas.microsoft.com/office/drawing/2014/main" id="{3DFE73B2-2660-B4CE-DB0A-A13A3E62E052}"/>
              </a:ext>
            </a:extLst>
          </p:cNvPr>
          <p:cNvSpPr>
            <a:spLocks noGrp="1"/>
          </p:cNvSpPr>
          <p:nvPr>
            <p:ph type="ftr" sz="quarter" idx="11"/>
          </p:nvPr>
        </p:nvSpPr>
        <p:spPr/>
        <p:txBody>
          <a:bodyPr/>
          <a:lstStyle>
            <a:lvl1pPr>
              <a:defRPr/>
            </a:lvl1pPr>
          </a:lstStyle>
          <a:p>
            <a:endParaRPr lang="en-US" altLang="en-IT"/>
          </a:p>
        </p:txBody>
      </p:sp>
      <p:sp>
        <p:nvSpPr>
          <p:cNvPr id="7" name="Slide Number Placeholder 6">
            <a:extLst>
              <a:ext uri="{FF2B5EF4-FFF2-40B4-BE49-F238E27FC236}">
                <a16:creationId xmlns:a16="http://schemas.microsoft.com/office/drawing/2014/main" id="{2FF4617B-6AA9-4B91-14FB-0AD791214C63}"/>
              </a:ext>
            </a:extLst>
          </p:cNvPr>
          <p:cNvSpPr>
            <a:spLocks noGrp="1"/>
          </p:cNvSpPr>
          <p:nvPr>
            <p:ph type="sldNum" sz="quarter" idx="12"/>
          </p:nvPr>
        </p:nvSpPr>
        <p:spPr/>
        <p:txBody>
          <a:bodyPr/>
          <a:lstStyle>
            <a:lvl1pPr>
              <a:defRPr/>
            </a:lvl1pPr>
          </a:lstStyle>
          <a:p>
            <a:fld id="{614FC388-16C9-4340-8702-D1569D89C15A}" type="slidenum">
              <a:rPr lang="en-US" altLang="en-IT"/>
              <a:pPr/>
              <a:t>‹#›</a:t>
            </a:fld>
            <a:endParaRPr lang="en-US" altLang="en-IT"/>
          </a:p>
        </p:txBody>
      </p:sp>
    </p:spTree>
    <p:extLst>
      <p:ext uri="{BB962C8B-B14F-4D97-AF65-F5344CB8AC3E}">
        <p14:creationId xmlns:p14="http://schemas.microsoft.com/office/powerpoint/2010/main" val="1812197267"/>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C4D59-E25E-E575-878B-2FFCB1D67F80}"/>
              </a:ext>
            </a:extLst>
          </p:cNvPr>
          <p:cNvSpPr>
            <a:spLocks noGrp="1"/>
          </p:cNvSpPr>
          <p:nvPr>
            <p:ph type="title"/>
          </p:nvPr>
        </p:nvSpPr>
        <p:spPr/>
        <p:txBody>
          <a:bodyPr/>
          <a:lstStyle/>
          <a:p>
            <a:r>
              <a:rPr lang="en-GB"/>
              <a:t>Click to edit Master title style</a:t>
            </a:r>
            <a:endParaRPr lang="en-IT"/>
          </a:p>
        </p:txBody>
      </p:sp>
      <p:sp>
        <p:nvSpPr>
          <p:cNvPr id="3" name="Vertical Text Placeholder 2">
            <a:extLst>
              <a:ext uri="{FF2B5EF4-FFF2-40B4-BE49-F238E27FC236}">
                <a16:creationId xmlns:a16="http://schemas.microsoft.com/office/drawing/2014/main" id="{CE6D0B67-FDC8-22B0-84EA-19200B2CE38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193B8F06-7C64-7A58-B031-8D4E58664C82}"/>
              </a:ext>
            </a:extLst>
          </p:cNvPr>
          <p:cNvSpPr>
            <a:spLocks noGrp="1"/>
          </p:cNvSpPr>
          <p:nvPr>
            <p:ph type="dt" sz="half" idx="10"/>
          </p:nvPr>
        </p:nvSpPr>
        <p:spPr/>
        <p:txBody>
          <a:bodyPr/>
          <a:lstStyle>
            <a:lvl1pPr>
              <a:defRPr/>
            </a:lvl1pPr>
          </a:lstStyle>
          <a:p>
            <a:endParaRPr lang="en-US" altLang="en-IT"/>
          </a:p>
        </p:txBody>
      </p:sp>
      <p:sp>
        <p:nvSpPr>
          <p:cNvPr id="5" name="Footer Placeholder 4">
            <a:extLst>
              <a:ext uri="{FF2B5EF4-FFF2-40B4-BE49-F238E27FC236}">
                <a16:creationId xmlns:a16="http://schemas.microsoft.com/office/drawing/2014/main" id="{B50FF79F-71C0-C9FD-2F90-8B65ABA936FC}"/>
              </a:ext>
            </a:extLst>
          </p:cNvPr>
          <p:cNvSpPr>
            <a:spLocks noGrp="1"/>
          </p:cNvSpPr>
          <p:nvPr>
            <p:ph type="ftr" sz="quarter" idx="11"/>
          </p:nvPr>
        </p:nvSpPr>
        <p:spPr/>
        <p:txBody>
          <a:bodyPr/>
          <a:lstStyle>
            <a:lvl1pPr>
              <a:defRPr/>
            </a:lvl1pPr>
          </a:lstStyle>
          <a:p>
            <a:endParaRPr lang="en-US" altLang="en-IT"/>
          </a:p>
        </p:txBody>
      </p:sp>
      <p:sp>
        <p:nvSpPr>
          <p:cNvPr id="6" name="Slide Number Placeholder 5">
            <a:extLst>
              <a:ext uri="{FF2B5EF4-FFF2-40B4-BE49-F238E27FC236}">
                <a16:creationId xmlns:a16="http://schemas.microsoft.com/office/drawing/2014/main" id="{9C5F73AC-216F-AE8E-2E7E-D7520726DB23}"/>
              </a:ext>
            </a:extLst>
          </p:cNvPr>
          <p:cNvSpPr>
            <a:spLocks noGrp="1"/>
          </p:cNvSpPr>
          <p:nvPr>
            <p:ph type="sldNum" sz="quarter" idx="12"/>
          </p:nvPr>
        </p:nvSpPr>
        <p:spPr/>
        <p:txBody>
          <a:bodyPr/>
          <a:lstStyle>
            <a:lvl1pPr>
              <a:defRPr/>
            </a:lvl1pPr>
          </a:lstStyle>
          <a:p>
            <a:fld id="{7528EF42-2319-D042-AA42-063FDAE4D0D1}" type="slidenum">
              <a:rPr lang="en-US" altLang="en-IT"/>
              <a:pPr/>
              <a:t>‹#›</a:t>
            </a:fld>
            <a:endParaRPr lang="en-US" altLang="en-IT"/>
          </a:p>
        </p:txBody>
      </p:sp>
    </p:spTree>
    <p:extLst>
      <p:ext uri="{BB962C8B-B14F-4D97-AF65-F5344CB8AC3E}">
        <p14:creationId xmlns:p14="http://schemas.microsoft.com/office/powerpoint/2010/main" val="2835156429"/>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9DAD59-50F9-AF6E-6C0A-4A66340F176A}"/>
              </a:ext>
            </a:extLst>
          </p:cNvPr>
          <p:cNvSpPr>
            <a:spLocks noGrp="1"/>
          </p:cNvSpPr>
          <p:nvPr>
            <p:ph type="title" orient="vert"/>
          </p:nvPr>
        </p:nvSpPr>
        <p:spPr>
          <a:xfrm>
            <a:off x="8686800" y="457200"/>
            <a:ext cx="2590800" cy="5638800"/>
          </a:xfrm>
        </p:spPr>
        <p:txBody>
          <a:bodyPr vert="eaVert"/>
          <a:lstStyle/>
          <a:p>
            <a:r>
              <a:rPr lang="en-GB"/>
              <a:t>Click to edit Master title style</a:t>
            </a:r>
            <a:endParaRPr lang="en-IT"/>
          </a:p>
        </p:txBody>
      </p:sp>
      <p:sp>
        <p:nvSpPr>
          <p:cNvPr id="3" name="Vertical Text Placeholder 2">
            <a:extLst>
              <a:ext uri="{FF2B5EF4-FFF2-40B4-BE49-F238E27FC236}">
                <a16:creationId xmlns:a16="http://schemas.microsoft.com/office/drawing/2014/main" id="{9220D2E0-8564-086A-23F3-1531E5AA7F2F}"/>
              </a:ext>
            </a:extLst>
          </p:cNvPr>
          <p:cNvSpPr>
            <a:spLocks noGrp="1"/>
          </p:cNvSpPr>
          <p:nvPr>
            <p:ph type="body" orient="vert" idx="1"/>
          </p:nvPr>
        </p:nvSpPr>
        <p:spPr>
          <a:xfrm>
            <a:off x="914400" y="457200"/>
            <a:ext cx="7569200" cy="56388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Date Placeholder 3">
            <a:extLst>
              <a:ext uri="{FF2B5EF4-FFF2-40B4-BE49-F238E27FC236}">
                <a16:creationId xmlns:a16="http://schemas.microsoft.com/office/drawing/2014/main" id="{A1A2CE4B-A25B-A138-B07C-21AE2DE17723}"/>
              </a:ext>
            </a:extLst>
          </p:cNvPr>
          <p:cNvSpPr>
            <a:spLocks noGrp="1"/>
          </p:cNvSpPr>
          <p:nvPr>
            <p:ph type="dt" sz="half" idx="10"/>
          </p:nvPr>
        </p:nvSpPr>
        <p:spPr/>
        <p:txBody>
          <a:bodyPr/>
          <a:lstStyle>
            <a:lvl1pPr>
              <a:defRPr/>
            </a:lvl1pPr>
          </a:lstStyle>
          <a:p>
            <a:endParaRPr lang="en-US" altLang="en-IT"/>
          </a:p>
        </p:txBody>
      </p:sp>
      <p:sp>
        <p:nvSpPr>
          <p:cNvPr id="5" name="Footer Placeholder 4">
            <a:extLst>
              <a:ext uri="{FF2B5EF4-FFF2-40B4-BE49-F238E27FC236}">
                <a16:creationId xmlns:a16="http://schemas.microsoft.com/office/drawing/2014/main" id="{E15A1211-73A7-E665-E19F-74BB007E23D2}"/>
              </a:ext>
            </a:extLst>
          </p:cNvPr>
          <p:cNvSpPr>
            <a:spLocks noGrp="1"/>
          </p:cNvSpPr>
          <p:nvPr>
            <p:ph type="ftr" sz="quarter" idx="11"/>
          </p:nvPr>
        </p:nvSpPr>
        <p:spPr/>
        <p:txBody>
          <a:bodyPr/>
          <a:lstStyle>
            <a:lvl1pPr>
              <a:defRPr/>
            </a:lvl1pPr>
          </a:lstStyle>
          <a:p>
            <a:endParaRPr lang="en-US" altLang="en-IT"/>
          </a:p>
        </p:txBody>
      </p:sp>
      <p:sp>
        <p:nvSpPr>
          <p:cNvPr id="6" name="Slide Number Placeholder 5">
            <a:extLst>
              <a:ext uri="{FF2B5EF4-FFF2-40B4-BE49-F238E27FC236}">
                <a16:creationId xmlns:a16="http://schemas.microsoft.com/office/drawing/2014/main" id="{050DB981-6AC8-FD25-D017-17D78C70702E}"/>
              </a:ext>
            </a:extLst>
          </p:cNvPr>
          <p:cNvSpPr>
            <a:spLocks noGrp="1"/>
          </p:cNvSpPr>
          <p:nvPr>
            <p:ph type="sldNum" sz="quarter" idx="12"/>
          </p:nvPr>
        </p:nvSpPr>
        <p:spPr/>
        <p:txBody>
          <a:bodyPr/>
          <a:lstStyle>
            <a:lvl1pPr>
              <a:defRPr/>
            </a:lvl1pPr>
          </a:lstStyle>
          <a:p>
            <a:fld id="{3DF3F14B-3E63-D54B-AE23-9F122E2EFF76}" type="slidenum">
              <a:rPr lang="en-US" altLang="en-IT"/>
              <a:pPr/>
              <a:t>‹#›</a:t>
            </a:fld>
            <a:endParaRPr lang="en-US" altLang="en-IT"/>
          </a:p>
        </p:txBody>
      </p:sp>
    </p:spTree>
    <p:extLst>
      <p:ext uri="{BB962C8B-B14F-4D97-AF65-F5344CB8AC3E}">
        <p14:creationId xmlns:p14="http://schemas.microsoft.com/office/powerpoint/2010/main" val="714282667"/>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7D6A5-DE2C-1792-ABD1-ADC0ADD862FB}"/>
              </a:ext>
            </a:extLst>
          </p:cNvPr>
          <p:cNvSpPr>
            <a:spLocks noGrp="1"/>
          </p:cNvSpPr>
          <p:nvPr>
            <p:ph type="title"/>
          </p:nvPr>
        </p:nvSpPr>
        <p:spPr>
          <a:xfrm>
            <a:off x="914400" y="457200"/>
            <a:ext cx="10363200" cy="685800"/>
          </a:xfrm>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6EEF2DB3-CAA2-1699-708F-F31C56324EA8}"/>
              </a:ext>
            </a:extLst>
          </p:cNvPr>
          <p:cNvSpPr>
            <a:spLocks noGrp="1"/>
          </p:cNvSpPr>
          <p:nvPr>
            <p:ph sz="half" idx="1"/>
          </p:nvPr>
        </p:nvSpPr>
        <p:spPr>
          <a:xfrm>
            <a:off x="914400" y="1524000"/>
            <a:ext cx="5080000" cy="4572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Content Placeholder 3">
            <a:extLst>
              <a:ext uri="{FF2B5EF4-FFF2-40B4-BE49-F238E27FC236}">
                <a16:creationId xmlns:a16="http://schemas.microsoft.com/office/drawing/2014/main" id="{A52EAE06-B1EA-B4ED-11C9-B2557DDFD1AE}"/>
              </a:ext>
            </a:extLst>
          </p:cNvPr>
          <p:cNvSpPr>
            <a:spLocks noGrp="1"/>
          </p:cNvSpPr>
          <p:nvPr>
            <p:ph sz="quarter" idx="2"/>
          </p:nvPr>
        </p:nvSpPr>
        <p:spPr>
          <a:xfrm>
            <a:off x="6197600" y="1524000"/>
            <a:ext cx="5080000" cy="2209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Content Placeholder 4">
            <a:extLst>
              <a:ext uri="{FF2B5EF4-FFF2-40B4-BE49-F238E27FC236}">
                <a16:creationId xmlns:a16="http://schemas.microsoft.com/office/drawing/2014/main" id="{C0DC7CED-EA5D-1392-BCE1-5A51E45BF4BF}"/>
              </a:ext>
            </a:extLst>
          </p:cNvPr>
          <p:cNvSpPr>
            <a:spLocks noGrp="1"/>
          </p:cNvSpPr>
          <p:nvPr>
            <p:ph sz="quarter" idx="3"/>
          </p:nvPr>
        </p:nvSpPr>
        <p:spPr>
          <a:xfrm>
            <a:off x="6197600" y="3886200"/>
            <a:ext cx="5080000" cy="2209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6" name="Date Placeholder 5">
            <a:extLst>
              <a:ext uri="{FF2B5EF4-FFF2-40B4-BE49-F238E27FC236}">
                <a16:creationId xmlns:a16="http://schemas.microsoft.com/office/drawing/2014/main" id="{81C898F1-5166-C085-BD7B-0A60D9DD85DF}"/>
              </a:ext>
            </a:extLst>
          </p:cNvPr>
          <p:cNvSpPr>
            <a:spLocks noGrp="1"/>
          </p:cNvSpPr>
          <p:nvPr>
            <p:ph type="dt" sz="half" idx="10"/>
          </p:nvPr>
        </p:nvSpPr>
        <p:spPr>
          <a:xfrm>
            <a:off x="914400" y="6248400"/>
            <a:ext cx="2540000" cy="457200"/>
          </a:xfrm>
        </p:spPr>
        <p:txBody>
          <a:bodyPr/>
          <a:lstStyle>
            <a:lvl1pPr>
              <a:defRPr/>
            </a:lvl1pPr>
          </a:lstStyle>
          <a:p>
            <a:endParaRPr lang="en-US" altLang="en-IT"/>
          </a:p>
        </p:txBody>
      </p:sp>
      <p:sp>
        <p:nvSpPr>
          <p:cNvPr id="7" name="Footer Placeholder 6">
            <a:extLst>
              <a:ext uri="{FF2B5EF4-FFF2-40B4-BE49-F238E27FC236}">
                <a16:creationId xmlns:a16="http://schemas.microsoft.com/office/drawing/2014/main" id="{C07D7B31-FB98-9228-8803-C658B977A1DF}"/>
              </a:ext>
            </a:extLst>
          </p:cNvPr>
          <p:cNvSpPr>
            <a:spLocks noGrp="1"/>
          </p:cNvSpPr>
          <p:nvPr>
            <p:ph type="ftr" sz="quarter" idx="11"/>
          </p:nvPr>
        </p:nvSpPr>
        <p:spPr>
          <a:xfrm>
            <a:off x="4165600" y="6248400"/>
            <a:ext cx="3860800" cy="457200"/>
          </a:xfrm>
        </p:spPr>
        <p:txBody>
          <a:bodyPr/>
          <a:lstStyle>
            <a:lvl1pPr>
              <a:defRPr/>
            </a:lvl1pPr>
          </a:lstStyle>
          <a:p>
            <a:endParaRPr lang="en-US" altLang="en-IT"/>
          </a:p>
        </p:txBody>
      </p:sp>
      <p:sp>
        <p:nvSpPr>
          <p:cNvPr id="8" name="Slide Number Placeholder 7">
            <a:extLst>
              <a:ext uri="{FF2B5EF4-FFF2-40B4-BE49-F238E27FC236}">
                <a16:creationId xmlns:a16="http://schemas.microsoft.com/office/drawing/2014/main" id="{D0C2709F-50A4-991C-DB4A-C7E4A0FAA750}"/>
              </a:ext>
            </a:extLst>
          </p:cNvPr>
          <p:cNvSpPr>
            <a:spLocks noGrp="1"/>
          </p:cNvSpPr>
          <p:nvPr>
            <p:ph type="sldNum" sz="quarter" idx="12"/>
          </p:nvPr>
        </p:nvSpPr>
        <p:spPr>
          <a:xfrm>
            <a:off x="8737600" y="6248400"/>
            <a:ext cx="2540000" cy="457200"/>
          </a:xfrm>
        </p:spPr>
        <p:txBody>
          <a:bodyPr/>
          <a:lstStyle>
            <a:lvl1pPr>
              <a:defRPr/>
            </a:lvl1pPr>
          </a:lstStyle>
          <a:p>
            <a:fld id="{167A3F2E-C640-3F4C-83D2-46E38739BD6B}" type="slidenum">
              <a:rPr lang="en-US" altLang="en-IT"/>
              <a:pPr/>
              <a:t>‹#›</a:t>
            </a:fld>
            <a:endParaRPr lang="en-US" altLang="en-IT"/>
          </a:p>
        </p:txBody>
      </p:sp>
    </p:spTree>
    <p:extLst>
      <p:ext uri="{BB962C8B-B14F-4D97-AF65-F5344CB8AC3E}">
        <p14:creationId xmlns:p14="http://schemas.microsoft.com/office/powerpoint/2010/main" val="1859085605"/>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A90A1-0765-F958-0851-0FAD5222B5F0}"/>
              </a:ext>
            </a:extLst>
          </p:cNvPr>
          <p:cNvSpPr>
            <a:spLocks noGrp="1"/>
          </p:cNvSpPr>
          <p:nvPr>
            <p:ph type="title"/>
          </p:nvPr>
        </p:nvSpPr>
        <p:spPr>
          <a:xfrm>
            <a:off x="914400" y="457200"/>
            <a:ext cx="10363200" cy="685800"/>
          </a:xfrm>
        </p:spPr>
        <p:txBody>
          <a:bodyPr/>
          <a:lstStyle/>
          <a:p>
            <a:r>
              <a:rPr lang="en-GB"/>
              <a:t>Click to edit Master title style</a:t>
            </a:r>
            <a:endParaRPr lang="en-IT"/>
          </a:p>
        </p:txBody>
      </p:sp>
      <p:sp>
        <p:nvSpPr>
          <p:cNvPr id="3" name="Table Placeholder 2">
            <a:extLst>
              <a:ext uri="{FF2B5EF4-FFF2-40B4-BE49-F238E27FC236}">
                <a16:creationId xmlns:a16="http://schemas.microsoft.com/office/drawing/2014/main" id="{80CFDD2B-9A79-EB96-DEA1-800B35D81D47}"/>
              </a:ext>
            </a:extLst>
          </p:cNvPr>
          <p:cNvSpPr>
            <a:spLocks noGrp="1"/>
          </p:cNvSpPr>
          <p:nvPr>
            <p:ph type="tbl" idx="1"/>
          </p:nvPr>
        </p:nvSpPr>
        <p:spPr>
          <a:xfrm>
            <a:off x="914400" y="1524000"/>
            <a:ext cx="10363200" cy="4572000"/>
          </a:xfrm>
        </p:spPr>
        <p:txBody>
          <a:bodyPr/>
          <a:lstStyle/>
          <a:p>
            <a:endParaRPr lang="en-IT"/>
          </a:p>
        </p:txBody>
      </p:sp>
      <p:sp>
        <p:nvSpPr>
          <p:cNvPr id="4" name="Date Placeholder 3">
            <a:extLst>
              <a:ext uri="{FF2B5EF4-FFF2-40B4-BE49-F238E27FC236}">
                <a16:creationId xmlns:a16="http://schemas.microsoft.com/office/drawing/2014/main" id="{C9C4A3E4-9D60-F748-AF32-E3B9CAA96E88}"/>
              </a:ext>
            </a:extLst>
          </p:cNvPr>
          <p:cNvSpPr>
            <a:spLocks noGrp="1"/>
          </p:cNvSpPr>
          <p:nvPr>
            <p:ph type="dt" sz="half" idx="10"/>
          </p:nvPr>
        </p:nvSpPr>
        <p:spPr>
          <a:xfrm>
            <a:off x="914400" y="6248400"/>
            <a:ext cx="2540000" cy="457200"/>
          </a:xfrm>
        </p:spPr>
        <p:txBody>
          <a:bodyPr/>
          <a:lstStyle>
            <a:lvl1pPr>
              <a:defRPr/>
            </a:lvl1pPr>
          </a:lstStyle>
          <a:p>
            <a:endParaRPr lang="en-US" altLang="en-IT"/>
          </a:p>
        </p:txBody>
      </p:sp>
      <p:sp>
        <p:nvSpPr>
          <p:cNvPr id="5" name="Footer Placeholder 4">
            <a:extLst>
              <a:ext uri="{FF2B5EF4-FFF2-40B4-BE49-F238E27FC236}">
                <a16:creationId xmlns:a16="http://schemas.microsoft.com/office/drawing/2014/main" id="{4BCDBBDD-6793-4A59-BBE9-897BACBF9F9A}"/>
              </a:ext>
            </a:extLst>
          </p:cNvPr>
          <p:cNvSpPr>
            <a:spLocks noGrp="1"/>
          </p:cNvSpPr>
          <p:nvPr>
            <p:ph type="ftr" sz="quarter" idx="11"/>
          </p:nvPr>
        </p:nvSpPr>
        <p:spPr>
          <a:xfrm>
            <a:off x="4165600" y="6248400"/>
            <a:ext cx="3860800" cy="457200"/>
          </a:xfrm>
        </p:spPr>
        <p:txBody>
          <a:bodyPr/>
          <a:lstStyle>
            <a:lvl1pPr>
              <a:defRPr/>
            </a:lvl1pPr>
          </a:lstStyle>
          <a:p>
            <a:endParaRPr lang="en-US" altLang="en-IT"/>
          </a:p>
        </p:txBody>
      </p:sp>
      <p:sp>
        <p:nvSpPr>
          <p:cNvPr id="6" name="Slide Number Placeholder 5">
            <a:extLst>
              <a:ext uri="{FF2B5EF4-FFF2-40B4-BE49-F238E27FC236}">
                <a16:creationId xmlns:a16="http://schemas.microsoft.com/office/drawing/2014/main" id="{229C3BE1-471C-25DC-714B-46CB8C0A1885}"/>
              </a:ext>
            </a:extLst>
          </p:cNvPr>
          <p:cNvSpPr>
            <a:spLocks noGrp="1"/>
          </p:cNvSpPr>
          <p:nvPr>
            <p:ph type="sldNum" sz="quarter" idx="12"/>
          </p:nvPr>
        </p:nvSpPr>
        <p:spPr>
          <a:xfrm>
            <a:off x="8737600" y="6248400"/>
            <a:ext cx="2540000" cy="457200"/>
          </a:xfrm>
        </p:spPr>
        <p:txBody>
          <a:bodyPr/>
          <a:lstStyle>
            <a:lvl1pPr>
              <a:defRPr/>
            </a:lvl1pPr>
          </a:lstStyle>
          <a:p>
            <a:fld id="{2A5EAB1C-F86C-E646-8A54-65965586290E}" type="slidenum">
              <a:rPr lang="en-US" altLang="en-IT"/>
              <a:pPr/>
              <a:t>‹#›</a:t>
            </a:fld>
            <a:endParaRPr lang="en-US" altLang="en-IT"/>
          </a:p>
        </p:txBody>
      </p:sp>
    </p:spTree>
    <p:extLst>
      <p:ext uri="{BB962C8B-B14F-4D97-AF65-F5344CB8AC3E}">
        <p14:creationId xmlns:p14="http://schemas.microsoft.com/office/powerpoint/2010/main" val="4031489897"/>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F4DCE-69E5-151A-201E-F91F14C7F07C}"/>
              </a:ext>
            </a:extLst>
          </p:cNvPr>
          <p:cNvSpPr>
            <a:spLocks noGrp="1"/>
          </p:cNvSpPr>
          <p:nvPr>
            <p:ph type="title"/>
          </p:nvPr>
        </p:nvSpPr>
        <p:spPr>
          <a:xfrm>
            <a:off x="914400" y="457200"/>
            <a:ext cx="10363200" cy="685800"/>
          </a:xfrm>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8067B739-FB33-4AEB-FB18-CC27A19EF3FD}"/>
              </a:ext>
            </a:extLst>
          </p:cNvPr>
          <p:cNvSpPr>
            <a:spLocks noGrp="1"/>
          </p:cNvSpPr>
          <p:nvPr>
            <p:ph sz="half" idx="1"/>
          </p:nvPr>
        </p:nvSpPr>
        <p:spPr>
          <a:xfrm>
            <a:off x="914400" y="1524000"/>
            <a:ext cx="10363200" cy="2209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Text Placeholder 3">
            <a:extLst>
              <a:ext uri="{FF2B5EF4-FFF2-40B4-BE49-F238E27FC236}">
                <a16:creationId xmlns:a16="http://schemas.microsoft.com/office/drawing/2014/main" id="{6E252037-61A2-F46C-1297-1CF4AA962241}"/>
              </a:ext>
            </a:extLst>
          </p:cNvPr>
          <p:cNvSpPr>
            <a:spLocks noGrp="1"/>
          </p:cNvSpPr>
          <p:nvPr>
            <p:ph type="body" sz="half" idx="2"/>
          </p:nvPr>
        </p:nvSpPr>
        <p:spPr>
          <a:xfrm>
            <a:off x="914400" y="3886200"/>
            <a:ext cx="10363200" cy="2209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Date Placeholder 4">
            <a:extLst>
              <a:ext uri="{FF2B5EF4-FFF2-40B4-BE49-F238E27FC236}">
                <a16:creationId xmlns:a16="http://schemas.microsoft.com/office/drawing/2014/main" id="{3FA11AC9-388F-A54E-4574-9EA4484C0497}"/>
              </a:ext>
            </a:extLst>
          </p:cNvPr>
          <p:cNvSpPr>
            <a:spLocks noGrp="1"/>
          </p:cNvSpPr>
          <p:nvPr>
            <p:ph type="dt" sz="half" idx="10"/>
          </p:nvPr>
        </p:nvSpPr>
        <p:spPr>
          <a:xfrm>
            <a:off x="914400" y="6248400"/>
            <a:ext cx="2540000" cy="457200"/>
          </a:xfrm>
        </p:spPr>
        <p:txBody>
          <a:bodyPr/>
          <a:lstStyle>
            <a:lvl1pPr>
              <a:defRPr/>
            </a:lvl1pPr>
          </a:lstStyle>
          <a:p>
            <a:endParaRPr lang="en-US" altLang="en-IT"/>
          </a:p>
        </p:txBody>
      </p:sp>
      <p:sp>
        <p:nvSpPr>
          <p:cNvPr id="6" name="Footer Placeholder 5">
            <a:extLst>
              <a:ext uri="{FF2B5EF4-FFF2-40B4-BE49-F238E27FC236}">
                <a16:creationId xmlns:a16="http://schemas.microsoft.com/office/drawing/2014/main" id="{ED9CED52-A769-154B-37A5-E9E698258CAC}"/>
              </a:ext>
            </a:extLst>
          </p:cNvPr>
          <p:cNvSpPr>
            <a:spLocks noGrp="1"/>
          </p:cNvSpPr>
          <p:nvPr>
            <p:ph type="ftr" sz="quarter" idx="11"/>
          </p:nvPr>
        </p:nvSpPr>
        <p:spPr>
          <a:xfrm>
            <a:off x="4165600" y="6248400"/>
            <a:ext cx="3860800" cy="457200"/>
          </a:xfrm>
        </p:spPr>
        <p:txBody>
          <a:bodyPr/>
          <a:lstStyle>
            <a:lvl1pPr>
              <a:defRPr/>
            </a:lvl1pPr>
          </a:lstStyle>
          <a:p>
            <a:endParaRPr lang="en-US" altLang="en-IT"/>
          </a:p>
        </p:txBody>
      </p:sp>
      <p:sp>
        <p:nvSpPr>
          <p:cNvPr id="7" name="Slide Number Placeholder 6">
            <a:extLst>
              <a:ext uri="{FF2B5EF4-FFF2-40B4-BE49-F238E27FC236}">
                <a16:creationId xmlns:a16="http://schemas.microsoft.com/office/drawing/2014/main" id="{22511232-A0BE-E2A6-6B21-19D078C52DF9}"/>
              </a:ext>
            </a:extLst>
          </p:cNvPr>
          <p:cNvSpPr>
            <a:spLocks noGrp="1"/>
          </p:cNvSpPr>
          <p:nvPr>
            <p:ph type="sldNum" sz="quarter" idx="12"/>
          </p:nvPr>
        </p:nvSpPr>
        <p:spPr>
          <a:xfrm>
            <a:off x="8737600" y="6248400"/>
            <a:ext cx="2540000" cy="457200"/>
          </a:xfrm>
        </p:spPr>
        <p:txBody>
          <a:bodyPr/>
          <a:lstStyle>
            <a:lvl1pPr>
              <a:defRPr/>
            </a:lvl1pPr>
          </a:lstStyle>
          <a:p>
            <a:fld id="{B4091BE6-6AF1-5742-A5D2-8233B6B4594B}" type="slidenum">
              <a:rPr lang="en-US" altLang="en-IT"/>
              <a:pPr/>
              <a:t>‹#›</a:t>
            </a:fld>
            <a:endParaRPr lang="en-US" altLang="en-IT"/>
          </a:p>
        </p:txBody>
      </p:sp>
    </p:spTree>
    <p:extLst>
      <p:ext uri="{BB962C8B-B14F-4D97-AF65-F5344CB8AC3E}">
        <p14:creationId xmlns:p14="http://schemas.microsoft.com/office/powerpoint/2010/main" val="4212218110"/>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268B8-9B88-7378-0AC6-8C6974FD6815}"/>
              </a:ext>
            </a:extLst>
          </p:cNvPr>
          <p:cNvSpPr>
            <a:spLocks noGrp="1"/>
          </p:cNvSpPr>
          <p:nvPr>
            <p:ph type="title"/>
          </p:nvPr>
        </p:nvSpPr>
        <p:spPr>
          <a:xfrm>
            <a:off x="914400" y="457200"/>
            <a:ext cx="10363200" cy="685800"/>
          </a:xfrm>
        </p:spPr>
        <p:txBody>
          <a:bodyPr/>
          <a:lstStyle/>
          <a:p>
            <a:r>
              <a:rPr lang="en-GB"/>
              <a:t>Click to edit Master title style</a:t>
            </a:r>
            <a:endParaRPr lang="en-IT"/>
          </a:p>
        </p:txBody>
      </p:sp>
      <p:sp>
        <p:nvSpPr>
          <p:cNvPr id="3" name="Content Placeholder 2">
            <a:extLst>
              <a:ext uri="{FF2B5EF4-FFF2-40B4-BE49-F238E27FC236}">
                <a16:creationId xmlns:a16="http://schemas.microsoft.com/office/drawing/2014/main" id="{98B35282-64A6-CC21-2395-6382165985FC}"/>
              </a:ext>
            </a:extLst>
          </p:cNvPr>
          <p:cNvSpPr>
            <a:spLocks noGrp="1"/>
          </p:cNvSpPr>
          <p:nvPr>
            <p:ph sz="half" idx="1"/>
          </p:nvPr>
        </p:nvSpPr>
        <p:spPr>
          <a:xfrm>
            <a:off x="914400" y="1524000"/>
            <a:ext cx="5080000" cy="4572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Text Placeholder 3">
            <a:extLst>
              <a:ext uri="{FF2B5EF4-FFF2-40B4-BE49-F238E27FC236}">
                <a16:creationId xmlns:a16="http://schemas.microsoft.com/office/drawing/2014/main" id="{D4211900-BF8D-8855-1D25-283DBAC9931C}"/>
              </a:ext>
            </a:extLst>
          </p:cNvPr>
          <p:cNvSpPr>
            <a:spLocks noGrp="1"/>
          </p:cNvSpPr>
          <p:nvPr>
            <p:ph type="body" sz="half" idx="2"/>
          </p:nvPr>
        </p:nvSpPr>
        <p:spPr>
          <a:xfrm>
            <a:off x="6197600" y="1524000"/>
            <a:ext cx="5080000" cy="4572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Date Placeholder 4">
            <a:extLst>
              <a:ext uri="{FF2B5EF4-FFF2-40B4-BE49-F238E27FC236}">
                <a16:creationId xmlns:a16="http://schemas.microsoft.com/office/drawing/2014/main" id="{84C4F92C-6A84-5C01-F835-DC6997990451}"/>
              </a:ext>
            </a:extLst>
          </p:cNvPr>
          <p:cNvSpPr>
            <a:spLocks noGrp="1"/>
          </p:cNvSpPr>
          <p:nvPr>
            <p:ph type="dt" sz="half" idx="10"/>
          </p:nvPr>
        </p:nvSpPr>
        <p:spPr>
          <a:xfrm>
            <a:off x="914400" y="6248400"/>
            <a:ext cx="2540000" cy="457200"/>
          </a:xfrm>
        </p:spPr>
        <p:txBody>
          <a:bodyPr/>
          <a:lstStyle>
            <a:lvl1pPr>
              <a:defRPr/>
            </a:lvl1pPr>
          </a:lstStyle>
          <a:p>
            <a:endParaRPr lang="en-US" altLang="en-IT"/>
          </a:p>
        </p:txBody>
      </p:sp>
      <p:sp>
        <p:nvSpPr>
          <p:cNvPr id="6" name="Footer Placeholder 5">
            <a:extLst>
              <a:ext uri="{FF2B5EF4-FFF2-40B4-BE49-F238E27FC236}">
                <a16:creationId xmlns:a16="http://schemas.microsoft.com/office/drawing/2014/main" id="{26D08BD4-FF8D-C013-3F40-219D90C9FB14}"/>
              </a:ext>
            </a:extLst>
          </p:cNvPr>
          <p:cNvSpPr>
            <a:spLocks noGrp="1"/>
          </p:cNvSpPr>
          <p:nvPr>
            <p:ph type="ftr" sz="quarter" idx="11"/>
          </p:nvPr>
        </p:nvSpPr>
        <p:spPr>
          <a:xfrm>
            <a:off x="4165600" y="6248400"/>
            <a:ext cx="3860800" cy="457200"/>
          </a:xfrm>
        </p:spPr>
        <p:txBody>
          <a:bodyPr/>
          <a:lstStyle>
            <a:lvl1pPr>
              <a:defRPr/>
            </a:lvl1pPr>
          </a:lstStyle>
          <a:p>
            <a:endParaRPr lang="en-US" altLang="en-IT"/>
          </a:p>
        </p:txBody>
      </p:sp>
      <p:sp>
        <p:nvSpPr>
          <p:cNvPr id="7" name="Slide Number Placeholder 6">
            <a:extLst>
              <a:ext uri="{FF2B5EF4-FFF2-40B4-BE49-F238E27FC236}">
                <a16:creationId xmlns:a16="http://schemas.microsoft.com/office/drawing/2014/main" id="{E1C4BB01-4C98-AE14-1179-A46EF787A292}"/>
              </a:ext>
            </a:extLst>
          </p:cNvPr>
          <p:cNvSpPr>
            <a:spLocks noGrp="1"/>
          </p:cNvSpPr>
          <p:nvPr>
            <p:ph type="sldNum" sz="quarter" idx="12"/>
          </p:nvPr>
        </p:nvSpPr>
        <p:spPr>
          <a:xfrm>
            <a:off x="8737600" y="6248400"/>
            <a:ext cx="2540000" cy="457200"/>
          </a:xfrm>
        </p:spPr>
        <p:txBody>
          <a:bodyPr/>
          <a:lstStyle>
            <a:lvl1pPr>
              <a:defRPr/>
            </a:lvl1pPr>
          </a:lstStyle>
          <a:p>
            <a:fld id="{2C48871A-B2C4-9242-A7AC-1FE63A5847C5}" type="slidenum">
              <a:rPr lang="en-US" altLang="en-IT"/>
              <a:pPr/>
              <a:t>‹#›</a:t>
            </a:fld>
            <a:endParaRPr lang="en-US" altLang="en-IT"/>
          </a:p>
        </p:txBody>
      </p:sp>
    </p:spTree>
    <p:extLst>
      <p:ext uri="{BB962C8B-B14F-4D97-AF65-F5344CB8AC3E}">
        <p14:creationId xmlns:p14="http://schemas.microsoft.com/office/powerpoint/2010/main" val="46197622"/>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98E18-0E3B-0269-2994-2C3B225126CD}"/>
              </a:ext>
            </a:extLst>
          </p:cNvPr>
          <p:cNvSpPr>
            <a:spLocks noGrp="1"/>
          </p:cNvSpPr>
          <p:nvPr>
            <p:ph type="title"/>
          </p:nvPr>
        </p:nvSpPr>
        <p:spPr>
          <a:xfrm>
            <a:off x="914400" y="457200"/>
            <a:ext cx="10363200" cy="685800"/>
          </a:xfrm>
        </p:spPr>
        <p:txBody>
          <a:bodyPr/>
          <a:lstStyle/>
          <a:p>
            <a:r>
              <a:rPr lang="en-GB"/>
              <a:t>Click to edit Master title style</a:t>
            </a:r>
            <a:endParaRPr lang="en-IT"/>
          </a:p>
        </p:txBody>
      </p:sp>
      <p:sp>
        <p:nvSpPr>
          <p:cNvPr id="3" name="Text Placeholder 2">
            <a:extLst>
              <a:ext uri="{FF2B5EF4-FFF2-40B4-BE49-F238E27FC236}">
                <a16:creationId xmlns:a16="http://schemas.microsoft.com/office/drawing/2014/main" id="{61816128-EEF3-E00E-5E1B-F295DF61DF64}"/>
              </a:ext>
            </a:extLst>
          </p:cNvPr>
          <p:cNvSpPr>
            <a:spLocks noGrp="1"/>
          </p:cNvSpPr>
          <p:nvPr>
            <p:ph type="body" sz="half" idx="1"/>
          </p:nvPr>
        </p:nvSpPr>
        <p:spPr>
          <a:xfrm>
            <a:off x="914400" y="1524000"/>
            <a:ext cx="5080000" cy="4572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Content Placeholder 3">
            <a:extLst>
              <a:ext uri="{FF2B5EF4-FFF2-40B4-BE49-F238E27FC236}">
                <a16:creationId xmlns:a16="http://schemas.microsoft.com/office/drawing/2014/main" id="{634B27A1-15BD-48B3-85AB-2E75503E6DB3}"/>
              </a:ext>
            </a:extLst>
          </p:cNvPr>
          <p:cNvSpPr>
            <a:spLocks noGrp="1"/>
          </p:cNvSpPr>
          <p:nvPr>
            <p:ph sz="half" idx="2"/>
          </p:nvPr>
        </p:nvSpPr>
        <p:spPr>
          <a:xfrm>
            <a:off x="6197600" y="1524000"/>
            <a:ext cx="5080000" cy="45720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Date Placeholder 4">
            <a:extLst>
              <a:ext uri="{FF2B5EF4-FFF2-40B4-BE49-F238E27FC236}">
                <a16:creationId xmlns:a16="http://schemas.microsoft.com/office/drawing/2014/main" id="{4C759BDE-3D7A-069B-763A-778DD3FA8EA0}"/>
              </a:ext>
            </a:extLst>
          </p:cNvPr>
          <p:cNvSpPr>
            <a:spLocks noGrp="1"/>
          </p:cNvSpPr>
          <p:nvPr>
            <p:ph type="dt" sz="half" idx="10"/>
          </p:nvPr>
        </p:nvSpPr>
        <p:spPr>
          <a:xfrm>
            <a:off x="914400" y="6248400"/>
            <a:ext cx="2540000" cy="457200"/>
          </a:xfrm>
        </p:spPr>
        <p:txBody>
          <a:bodyPr/>
          <a:lstStyle>
            <a:lvl1pPr>
              <a:defRPr/>
            </a:lvl1pPr>
          </a:lstStyle>
          <a:p>
            <a:endParaRPr lang="en-US" altLang="en-IT"/>
          </a:p>
        </p:txBody>
      </p:sp>
      <p:sp>
        <p:nvSpPr>
          <p:cNvPr id="6" name="Footer Placeholder 5">
            <a:extLst>
              <a:ext uri="{FF2B5EF4-FFF2-40B4-BE49-F238E27FC236}">
                <a16:creationId xmlns:a16="http://schemas.microsoft.com/office/drawing/2014/main" id="{C7F1933B-903F-960C-BF68-70488DD98CBB}"/>
              </a:ext>
            </a:extLst>
          </p:cNvPr>
          <p:cNvSpPr>
            <a:spLocks noGrp="1"/>
          </p:cNvSpPr>
          <p:nvPr>
            <p:ph type="ftr" sz="quarter" idx="11"/>
          </p:nvPr>
        </p:nvSpPr>
        <p:spPr>
          <a:xfrm>
            <a:off x="4165600" y="6248400"/>
            <a:ext cx="3860800" cy="457200"/>
          </a:xfrm>
        </p:spPr>
        <p:txBody>
          <a:bodyPr/>
          <a:lstStyle>
            <a:lvl1pPr>
              <a:defRPr/>
            </a:lvl1pPr>
          </a:lstStyle>
          <a:p>
            <a:endParaRPr lang="en-US" altLang="en-IT"/>
          </a:p>
        </p:txBody>
      </p:sp>
      <p:sp>
        <p:nvSpPr>
          <p:cNvPr id="7" name="Slide Number Placeholder 6">
            <a:extLst>
              <a:ext uri="{FF2B5EF4-FFF2-40B4-BE49-F238E27FC236}">
                <a16:creationId xmlns:a16="http://schemas.microsoft.com/office/drawing/2014/main" id="{6DC31E2B-704B-7AA9-45A9-527913531A46}"/>
              </a:ext>
            </a:extLst>
          </p:cNvPr>
          <p:cNvSpPr>
            <a:spLocks noGrp="1"/>
          </p:cNvSpPr>
          <p:nvPr>
            <p:ph type="sldNum" sz="quarter" idx="12"/>
          </p:nvPr>
        </p:nvSpPr>
        <p:spPr>
          <a:xfrm>
            <a:off x="8737600" y="6248400"/>
            <a:ext cx="2540000" cy="457200"/>
          </a:xfrm>
        </p:spPr>
        <p:txBody>
          <a:bodyPr/>
          <a:lstStyle>
            <a:lvl1pPr>
              <a:defRPr/>
            </a:lvl1pPr>
          </a:lstStyle>
          <a:p>
            <a:fld id="{AB6C315C-01FD-BD43-91D0-CDD67E60A91D}" type="slidenum">
              <a:rPr lang="en-US" altLang="en-IT"/>
              <a:pPr/>
              <a:t>‹#›</a:t>
            </a:fld>
            <a:endParaRPr lang="en-US" altLang="en-IT"/>
          </a:p>
        </p:txBody>
      </p:sp>
    </p:spTree>
    <p:extLst>
      <p:ext uri="{BB962C8B-B14F-4D97-AF65-F5344CB8AC3E}">
        <p14:creationId xmlns:p14="http://schemas.microsoft.com/office/powerpoint/2010/main" val="4258398684"/>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F4F29-7465-BD21-4426-AA401896A0BD}"/>
              </a:ext>
            </a:extLst>
          </p:cNvPr>
          <p:cNvSpPr>
            <a:spLocks noGrp="1"/>
          </p:cNvSpPr>
          <p:nvPr>
            <p:ph type="title"/>
          </p:nvPr>
        </p:nvSpPr>
        <p:spPr>
          <a:xfrm>
            <a:off x="914400" y="457200"/>
            <a:ext cx="10363200" cy="685800"/>
          </a:xfrm>
        </p:spPr>
        <p:txBody>
          <a:bodyPr/>
          <a:lstStyle/>
          <a:p>
            <a:r>
              <a:rPr lang="en-GB"/>
              <a:t>Click to edit Master title style</a:t>
            </a:r>
            <a:endParaRPr lang="en-IT"/>
          </a:p>
        </p:txBody>
      </p:sp>
      <p:sp>
        <p:nvSpPr>
          <p:cNvPr id="3" name="Text Placeholder 2">
            <a:extLst>
              <a:ext uri="{FF2B5EF4-FFF2-40B4-BE49-F238E27FC236}">
                <a16:creationId xmlns:a16="http://schemas.microsoft.com/office/drawing/2014/main" id="{59973829-7583-1347-E6C4-D1F9F9139A4C}"/>
              </a:ext>
            </a:extLst>
          </p:cNvPr>
          <p:cNvSpPr>
            <a:spLocks noGrp="1"/>
          </p:cNvSpPr>
          <p:nvPr>
            <p:ph type="body" sz="half" idx="1"/>
          </p:nvPr>
        </p:nvSpPr>
        <p:spPr>
          <a:xfrm>
            <a:off x="914400" y="1524000"/>
            <a:ext cx="10363200" cy="2209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4" name="Content Placeholder 3">
            <a:extLst>
              <a:ext uri="{FF2B5EF4-FFF2-40B4-BE49-F238E27FC236}">
                <a16:creationId xmlns:a16="http://schemas.microsoft.com/office/drawing/2014/main" id="{E4B6E6EE-F946-4EDB-8411-0DA0950F0A17}"/>
              </a:ext>
            </a:extLst>
          </p:cNvPr>
          <p:cNvSpPr>
            <a:spLocks noGrp="1"/>
          </p:cNvSpPr>
          <p:nvPr>
            <p:ph sz="half" idx="2"/>
          </p:nvPr>
        </p:nvSpPr>
        <p:spPr>
          <a:xfrm>
            <a:off x="914400" y="3886200"/>
            <a:ext cx="10363200" cy="2209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5" name="Date Placeholder 4">
            <a:extLst>
              <a:ext uri="{FF2B5EF4-FFF2-40B4-BE49-F238E27FC236}">
                <a16:creationId xmlns:a16="http://schemas.microsoft.com/office/drawing/2014/main" id="{6627E1B4-023C-BDBF-95C2-8E987A8A74EB}"/>
              </a:ext>
            </a:extLst>
          </p:cNvPr>
          <p:cNvSpPr>
            <a:spLocks noGrp="1"/>
          </p:cNvSpPr>
          <p:nvPr>
            <p:ph type="dt" sz="half" idx="10"/>
          </p:nvPr>
        </p:nvSpPr>
        <p:spPr>
          <a:xfrm>
            <a:off x="914400" y="6248400"/>
            <a:ext cx="2540000" cy="457200"/>
          </a:xfrm>
        </p:spPr>
        <p:txBody>
          <a:bodyPr/>
          <a:lstStyle>
            <a:lvl1pPr>
              <a:defRPr/>
            </a:lvl1pPr>
          </a:lstStyle>
          <a:p>
            <a:endParaRPr lang="en-US" altLang="en-IT"/>
          </a:p>
        </p:txBody>
      </p:sp>
      <p:sp>
        <p:nvSpPr>
          <p:cNvPr id="6" name="Footer Placeholder 5">
            <a:extLst>
              <a:ext uri="{FF2B5EF4-FFF2-40B4-BE49-F238E27FC236}">
                <a16:creationId xmlns:a16="http://schemas.microsoft.com/office/drawing/2014/main" id="{9456E4F9-4A2F-1E9F-A7E8-04B3C1D16C68}"/>
              </a:ext>
            </a:extLst>
          </p:cNvPr>
          <p:cNvSpPr>
            <a:spLocks noGrp="1"/>
          </p:cNvSpPr>
          <p:nvPr>
            <p:ph type="ftr" sz="quarter" idx="11"/>
          </p:nvPr>
        </p:nvSpPr>
        <p:spPr>
          <a:xfrm>
            <a:off x="4165600" y="6248400"/>
            <a:ext cx="3860800" cy="457200"/>
          </a:xfrm>
        </p:spPr>
        <p:txBody>
          <a:bodyPr/>
          <a:lstStyle>
            <a:lvl1pPr>
              <a:defRPr/>
            </a:lvl1pPr>
          </a:lstStyle>
          <a:p>
            <a:endParaRPr lang="en-US" altLang="en-IT"/>
          </a:p>
        </p:txBody>
      </p:sp>
      <p:sp>
        <p:nvSpPr>
          <p:cNvPr id="7" name="Slide Number Placeholder 6">
            <a:extLst>
              <a:ext uri="{FF2B5EF4-FFF2-40B4-BE49-F238E27FC236}">
                <a16:creationId xmlns:a16="http://schemas.microsoft.com/office/drawing/2014/main" id="{63251123-2CC9-02D2-470C-52AE63F884C7}"/>
              </a:ext>
            </a:extLst>
          </p:cNvPr>
          <p:cNvSpPr>
            <a:spLocks noGrp="1"/>
          </p:cNvSpPr>
          <p:nvPr>
            <p:ph type="sldNum" sz="quarter" idx="12"/>
          </p:nvPr>
        </p:nvSpPr>
        <p:spPr>
          <a:xfrm>
            <a:off x="8737600" y="6248400"/>
            <a:ext cx="2540000" cy="457200"/>
          </a:xfrm>
        </p:spPr>
        <p:txBody>
          <a:bodyPr/>
          <a:lstStyle>
            <a:lvl1pPr>
              <a:defRPr/>
            </a:lvl1pPr>
          </a:lstStyle>
          <a:p>
            <a:fld id="{25ACC4AA-3178-974B-9DB7-6AEF725756A3}" type="slidenum">
              <a:rPr lang="en-US" altLang="en-IT"/>
              <a:pPr/>
              <a:t>‹#›</a:t>
            </a:fld>
            <a:endParaRPr lang="en-US" altLang="en-IT"/>
          </a:p>
        </p:txBody>
      </p:sp>
    </p:spTree>
    <p:extLst>
      <p:ext uri="{BB962C8B-B14F-4D97-AF65-F5344CB8AC3E}">
        <p14:creationId xmlns:p14="http://schemas.microsoft.com/office/powerpoint/2010/main" val="1754919210"/>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006A2-3EDA-D5C8-7F48-3022A2538F72}"/>
              </a:ext>
            </a:extLst>
          </p:cNvPr>
          <p:cNvSpPr>
            <a:spLocks noGrp="1"/>
          </p:cNvSpPr>
          <p:nvPr>
            <p:ph type="title"/>
          </p:nvPr>
        </p:nvSpPr>
        <p:spPr>
          <a:xfrm>
            <a:off x="914400" y="457200"/>
            <a:ext cx="10363200" cy="685800"/>
          </a:xfrm>
        </p:spPr>
        <p:txBody>
          <a:bodyPr/>
          <a:lstStyle/>
          <a:p>
            <a:r>
              <a:rPr lang="en-GB"/>
              <a:t>Click to edit Master title style</a:t>
            </a:r>
            <a:endParaRPr lang="en-IT"/>
          </a:p>
        </p:txBody>
      </p:sp>
      <p:sp>
        <p:nvSpPr>
          <p:cNvPr id="3" name="Chart Placeholder 2">
            <a:extLst>
              <a:ext uri="{FF2B5EF4-FFF2-40B4-BE49-F238E27FC236}">
                <a16:creationId xmlns:a16="http://schemas.microsoft.com/office/drawing/2014/main" id="{BA65B311-F336-0408-9085-4CA250AABF10}"/>
              </a:ext>
            </a:extLst>
          </p:cNvPr>
          <p:cNvSpPr>
            <a:spLocks noGrp="1"/>
          </p:cNvSpPr>
          <p:nvPr>
            <p:ph type="chart" idx="1"/>
          </p:nvPr>
        </p:nvSpPr>
        <p:spPr>
          <a:xfrm>
            <a:off x="914400" y="1524000"/>
            <a:ext cx="10363200" cy="4572000"/>
          </a:xfrm>
        </p:spPr>
        <p:txBody>
          <a:bodyPr/>
          <a:lstStyle/>
          <a:p>
            <a:endParaRPr lang="en-IT"/>
          </a:p>
        </p:txBody>
      </p:sp>
      <p:sp>
        <p:nvSpPr>
          <p:cNvPr id="4" name="Date Placeholder 3">
            <a:extLst>
              <a:ext uri="{FF2B5EF4-FFF2-40B4-BE49-F238E27FC236}">
                <a16:creationId xmlns:a16="http://schemas.microsoft.com/office/drawing/2014/main" id="{E6B9CF7E-E415-9400-B224-1DB7F6212DC2}"/>
              </a:ext>
            </a:extLst>
          </p:cNvPr>
          <p:cNvSpPr>
            <a:spLocks noGrp="1"/>
          </p:cNvSpPr>
          <p:nvPr>
            <p:ph type="dt" sz="half" idx="10"/>
          </p:nvPr>
        </p:nvSpPr>
        <p:spPr>
          <a:xfrm>
            <a:off x="914400" y="6248400"/>
            <a:ext cx="2540000" cy="457200"/>
          </a:xfrm>
        </p:spPr>
        <p:txBody>
          <a:bodyPr/>
          <a:lstStyle>
            <a:lvl1pPr>
              <a:defRPr/>
            </a:lvl1pPr>
          </a:lstStyle>
          <a:p>
            <a:endParaRPr lang="en-US" altLang="en-IT"/>
          </a:p>
        </p:txBody>
      </p:sp>
      <p:sp>
        <p:nvSpPr>
          <p:cNvPr id="5" name="Footer Placeholder 4">
            <a:extLst>
              <a:ext uri="{FF2B5EF4-FFF2-40B4-BE49-F238E27FC236}">
                <a16:creationId xmlns:a16="http://schemas.microsoft.com/office/drawing/2014/main" id="{AFEFFF60-D6CF-CF12-8544-0DFEEA8427E4}"/>
              </a:ext>
            </a:extLst>
          </p:cNvPr>
          <p:cNvSpPr>
            <a:spLocks noGrp="1"/>
          </p:cNvSpPr>
          <p:nvPr>
            <p:ph type="ftr" sz="quarter" idx="11"/>
          </p:nvPr>
        </p:nvSpPr>
        <p:spPr>
          <a:xfrm>
            <a:off x="4165600" y="6248400"/>
            <a:ext cx="3860800" cy="457200"/>
          </a:xfrm>
        </p:spPr>
        <p:txBody>
          <a:bodyPr/>
          <a:lstStyle>
            <a:lvl1pPr>
              <a:defRPr/>
            </a:lvl1pPr>
          </a:lstStyle>
          <a:p>
            <a:endParaRPr lang="en-US" altLang="en-IT"/>
          </a:p>
        </p:txBody>
      </p:sp>
      <p:sp>
        <p:nvSpPr>
          <p:cNvPr id="6" name="Slide Number Placeholder 5">
            <a:extLst>
              <a:ext uri="{FF2B5EF4-FFF2-40B4-BE49-F238E27FC236}">
                <a16:creationId xmlns:a16="http://schemas.microsoft.com/office/drawing/2014/main" id="{89C600BB-F1D6-0453-6901-D418E3FCB1F6}"/>
              </a:ext>
            </a:extLst>
          </p:cNvPr>
          <p:cNvSpPr>
            <a:spLocks noGrp="1"/>
          </p:cNvSpPr>
          <p:nvPr>
            <p:ph type="sldNum" sz="quarter" idx="12"/>
          </p:nvPr>
        </p:nvSpPr>
        <p:spPr>
          <a:xfrm>
            <a:off x="8737600" y="6248400"/>
            <a:ext cx="2540000" cy="457200"/>
          </a:xfrm>
        </p:spPr>
        <p:txBody>
          <a:bodyPr/>
          <a:lstStyle>
            <a:lvl1pPr>
              <a:defRPr/>
            </a:lvl1pPr>
          </a:lstStyle>
          <a:p>
            <a:fld id="{5013CB20-15ED-B649-A8EC-8678E8270975}" type="slidenum">
              <a:rPr lang="en-US" altLang="en-IT"/>
              <a:pPr/>
              <a:t>‹#›</a:t>
            </a:fld>
            <a:endParaRPr lang="en-US" altLang="en-IT"/>
          </a:p>
        </p:txBody>
      </p:sp>
    </p:spTree>
    <p:extLst>
      <p:ext uri="{BB962C8B-B14F-4D97-AF65-F5344CB8AC3E}">
        <p14:creationId xmlns:p14="http://schemas.microsoft.com/office/powerpoint/2010/main" val="3760857369"/>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5" Type="http://schemas.openxmlformats.org/officeDocument/2006/relationships/slideLayout" Target="../slideLayouts/slideLayout20.xml"/><Relationship Id="rId10" Type="http://schemas.openxmlformats.org/officeDocument/2006/relationships/theme" Target="../theme/theme2.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18" Type="http://schemas.openxmlformats.org/officeDocument/2006/relationships/slideLayout" Target="../slideLayouts/slideLayout4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slideLayout" Target="../slideLayouts/slideLayout41.xml"/><Relationship Id="rId2" Type="http://schemas.openxmlformats.org/officeDocument/2006/relationships/slideLayout" Target="../slideLayouts/slideLayout26.xml"/><Relationship Id="rId16" Type="http://schemas.openxmlformats.org/officeDocument/2006/relationships/slideLayout" Target="../slideLayouts/slideLayout40.xml"/><Relationship Id="rId20" Type="http://schemas.openxmlformats.org/officeDocument/2006/relationships/image" Target="../media/image9.png"/><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slideLayout" Target="../slideLayouts/slideLayout39.xml"/><Relationship Id="rId10" Type="http://schemas.openxmlformats.org/officeDocument/2006/relationships/slideLayout" Target="../slideLayouts/slideLayout34.xml"/><Relationship Id="rId19" Type="http://schemas.openxmlformats.org/officeDocument/2006/relationships/theme" Target="../theme/theme3.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PRESENTATION TITLE</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9DFD55-3C28-40EF-9E31-A92D2E4017FF}" type="slidenum">
              <a:rPr lang="en-US" smtClean="0"/>
              <a:t>‹#›</a:t>
            </a:fld>
            <a:endParaRPr lang="en-US"/>
          </a:p>
        </p:txBody>
      </p:sp>
    </p:spTree>
    <p:extLst>
      <p:ext uri="{BB962C8B-B14F-4D97-AF65-F5344CB8AC3E}">
        <p14:creationId xmlns:p14="http://schemas.microsoft.com/office/powerpoint/2010/main" val="2319061225"/>
      </p:ext>
    </p:extLst>
  </p:cSld>
  <p:clrMap bg1="lt1" tx1="dk1" bg2="lt2" tx2="dk2" accent1="accent1" accent2="accent2" accent3="accent3" accent4="accent4" accent5="accent5" accent6="accent6" hlink="hlink" folHlink="folHlink"/>
  <p:sldLayoutIdLst>
    <p:sldLayoutId id="2147483724" r:id="rId1"/>
    <p:sldLayoutId id="2147483709" r:id="rId2"/>
    <p:sldLayoutId id="2147483710" r:id="rId3"/>
    <p:sldLayoutId id="2147483716" r:id="rId4"/>
    <p:sldLayoutId id="2147483721" r:id="rId5"/>
    <p:sldLayoutId id="2147483722" r:id="rId6"/>
    <p:sldLayoutId id="2147483713" r:id="rId7"/>
    <p:sldLayoutId id="2147483718" r:id="rId8"/>
    <p:sldLayoutId id="2147483717" r:id="rId9"/>
    <p:sldLayoutId id="2147483723" r:id="rId10"/>
    <p:sldLayoutId id="2147483711" r:id="rId11"/>
    <p:sldLayoutId id="2147483712" r:id="rId12"/>
    <p:sldLayoutId id="2147483715" r:id="rId13"/>
    <p:sldLayoutId id="2147483719" r:id="rId14"/>
    <p:sldLayoutId id="2147483720" r:id="rId15"/>
  </p:sldLayoutIdLst>
  <p:hf hd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6" r:id="rId6"/>
    <p:sldLayoutId id="2147483657" r:id="rId7"/>
    <p:sldLayoutId id="2147483659" r:id="rId8"/>
    <p:sldLayoutId id="2147483744"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4C72">
                <a:gamma/>
                <a:shade val="40000"/>
                <a:invGamma/>
              </a:srgbClr>
            </a:gs>
            <a:gs pos="100000">
              <a:srgbClr val="004C72"/>
            </a:gs>
          </a:gsLst>
          <a:lin ang="5400000" scaled="1"/>
        </a:gra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99725FD2-9895-6044-7FE7-BEF11331B397}"/>
              </a:ext>
            </a:extLst>
          </p:cNvPr>
          <p:cNvSpPr>
            <a:spLocks noGrp="1" noChangeArrowheads="1"/>
          </p:cNvSpPr>
          <p:nvPr>
            <p:ph type="title"/>
          </p:nvPr>
        </p:nvSpPr>
        <p:spPr bwMode="auto">
          <a:xfrm>
            <a:off x="914400" y="457200"/>
            <a:ext cx="10363200" cy="685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IT"/>
              <a:t>Click to edit Master title style</a:t>
            </a:r>
          </a:p>
        </p:txBody>
      </p:sp>
      <p:sp>
        <p:nvSpPr>
          <p:cNvPr id="2051" name="Rectangle 3">
            <a:extLst>
              <a:ext uri="{FF2B5EF4-FFF2-40B4-BE49-F238E27FC236}">
                <a16:creationId xmlns:a16="http://schemas.microsoft.com/office/drawing/2014/main" id="{12AF85BF-6E1B-8F2C-48B1-EC16FC70F781}"/>
              </a:ext>
            </a:extLst>
          </p:cNvPr>
          <p:cNvSpPr>
            <a:spLocks noGrp="1" noChangeArrowheads="1"/>
          </p:cNvSpPr>
          <p:nvPr>
            <p:ph type="body" idx="1"/>
          </p:nvPr>
        </p:nvSpPr>
        <p:spPr bwMode="auto">
          <a:xfrm>
            <a:off x="914400" y="1524000"/>
            <a:ext cx="10363200" cy="457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IT"/>
              <a:t>Click to edit Master text styles</a:t>
            </a:r>
          </a:p>
          <a:p>
            <a:pPr lvl="1"/>
            <a:r>
              <a:rPr lang="en-US" altLang="en-IT"/>
              <a:t>Second level</a:t>
            </a:r>
          </a:p>
          <a:p>
            <a:pPr lvl="2"/>
            <a:r>
              <a:rPr lang="en-US" altLang="en-IT"/>
              <a:t>Third level</a:t>
            </a:r>
          </a:p>
          <a:p>
            <a:pPr lvl="3"/>
            <a:r>
              <a:rPr lang="en-US" altLang="en-IT"/>
              <a:t>Fourth level</a:t>
            </a:r>
          </a:p>
          <a:p>
            <a:pPr lvl="4"/>
            <a:r>
              <a:rPr lang="en-US" altLang="en-IT"/>
              <a:t>Fifth level</a:t>
            </a:r>
          </a:p>
        </p:txBody>
      </p:sp>
      <p:sp>
        <p:nvSpPr>
          <p:cNvPr id="2052" name="Rectangle 4">
            <a:extLst>
              <a:ext uri="{FF2B5EF4-FFF2-40B4-BE49-F238E27FC236}">
                <a16:creationId xmlns:a16="http://schemas.microsoft.com/office/drawing/2014/main" id="{C8C64F4D-DEC8-3BAA-E32A-F44693A2F8B7}"/>
              </a:ext>
            </a:extLst>
          </p:cNvPr>
          <p:cNvSpPr>
            <a:spLocks noGrp="1" noChangeArrowheads="1"/>
          </p:cNvSpPr>
          <p:nvPr>
            <p:ph type="dt" sz="half" idx="2"/>
          </p:nvPr>
        </p:nvSpPr>
        <p:spPr bwMode="auto">
          <a:xfrm>
            <a:off x="914400" y="6248400"/>
            <a:ext cx="2540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50000"/>
              </a:spcBef>
              <a:defRPr sz="1400" b="0">
                <a:solidFill>
                  <a:schemeClr val="hlink"/>
                </a:solidFill>
                <a:latin typeface="Arial Unicode MS" panose="020B0604020202020204" pitchFamily="34" charset="-128"/>
              </a:defRPr>
            </a:lvl1pPr>
          </a:lstStyle>
          <a:p>
            <a:endParaRPr lang="en-US" altLang="en-IT"/>
          </a:p>
        </p:txBody>
      </p:sp>
      <p:sp>
        <p:nvSpPr>
          <p:cNvPr id="2053" name="Rectangle 5">
            <a:extLst>
              <a:ext uri="{FF2B5EF4-FFF2-40B4-BE49-F238E27FC236}">
                <a16:creationId xmlns:a16="http://schemas.microsoft.com/office/drawing/2014/main" id="{2B59D294-5C69-37C2-E58A-DA756AB79957}"/>
              </a:ext>
            </a:extLst>
          </p:cNvPr>
          <p:cNvSpPr>
            <a:spLocks noGrp="1" noChangeArrowheads="1"/>
          </p:cNvSpPr>
          <p:nvPr>
            <p:ph type="ftr" sz="quarter" idx="3"/>
          </p:nvPr>
        </p:nvSpPr>
        <p:spPr bwMode="auto">
          <a:xfrm>
            <a:off x="4165600" y="6248400"/>
            <a:ext cx="3860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a:spcBef>
                <a:spcPct val="50000"/>
              </a:spcBef>
              <a:defRPr sz="1400" b="0">
                <a:solidFill>
                  <a:schemeClr val="hlink"/>
                </a:solidFill>
                <a:latin typeface="Arial Unicode MS" panose="020B0604020202020204" pitchFamily="34" charset="-128"/>
              </a:defRPr>
            </a:lvl1pPr>
          </a:lstStyle>
          <a:p>
            <a:endParaRPr lang="en-US" altLang="en-IT"/>
          </a:p>
        </p:txBody>
      </p:sp>
      <p:sp>
        <p:nvSpPr>
          <p:cNvPr id="2054" name="Rectangle 6">
            <a:extLst>
              <a:ext uri="{FF2B5EF4-FFF2-40B4-BE49-F238E27FC236}">
                <a16:creationId xmlns:a16="http://schemas.microsoft.com/office/drawing/2014/main" id="{AE8679EE-27E9-35F4-1508-010F6255027C}"/>
              </a:ext>
            </a:extLst>
          </p:cNvPr>
          <p:cNvSpPr>
            <a:spLocks noGrp="1" noChangeArrowheads="1"/>
          </p:cNvSpPr>
          <p:nvPr>
            <p:ph type="sldNum" sz="quarter" idx="4"/>
          </p:nvPr>
        </p:nvSpPr>
        <p:spPr bwMode="auto">
          <a:xfrm>
            <a:off x="8737600" y="6248400"/>
            <a:ext cx="2540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800" b="0">
                <a:solidFill>
                  <a:srgbClr val="336699"/>
                </a:solidFill>
                <a:latin typeface="Arial" panose="020B0604020202020204" pitchFamily="34" charset="0"/>
              </a:defRPr>
            </a:lvl1pPr>
          </a:lstStyle>
          <a:p>
            <a:fld id="{C2A65792-C6A5-4943-B409-F86D4FED4477}" type="slidenum">
              <a:rPr lang="en-US" altLang="en-IT"/>
              <a:pPr/>
              <a:t>‹#›</a:t>
            </a:fld>
            <a:endParaRPr lang="en-US" altLang="en-IT"/>
          </a:p>
        </p:txBody>
      </p:sp>
      <p:sp>
        <p:nvSpPr>
          <p:cNvPr id="2055" name="Line 7">
            <a:extLst>
              <a:ext uri="{FF2B5EF4-FFF2-40B4-BE49-F238E27FC236}">
                <a16:creationId xmlns:a16="http://schemas.microsoft.com/office/drawing/2014/main" id="{F4680AEF-D295-B38A-B8E0-E8CE67247A00}"/>
              </a:ext>
            </a:extLst>
          </p:cNvPr>
          <p:cNvSpPr>
            <a:spLocks noChangeShapeType="1"/>
          </p:cNvSpPr>
          <p:nvPr/>
        </p:nvSpPr>
        <p:spPr bwMode="auto">
          <a:xfrm>
            <a:off x="914400" y="1295400"/>
            <a:ext cx="10363200" cy="0"/>
          </a:xfrm>
          <a:prstGeom prst="line">
            <a:avLst/>
          </a:prstGeom>
          <a:noFill/>
          <a:ln w="28575">
            <a:solidFill>
              <a:srgbClr val="3366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T" sz="1800"/>
          </a:p>
        </p:txBody>
      </p:sp>
      <p:sp>
        <p:nvSpPr>
          <p:cNvPr id="2069" name="Text Box 21">
            <a:extLst>
              <a:ext uri="{FF2B5EF4-FFF2-40B4-BE49-F238E27FC236}">
                <a16:creationId xmlns:a16="http://schemas.microsoft.com/office/drawing/2014/main" id="{EB1888F9-56E5-91CC-9FD8-11939865FA9E}"/>
              </a:ext>
            </a:extLst>
          </p:cNvPr>
          <p:cNvSpPr txBox="1">
            <a:spLocks noChangeArrowheads="1"/>
          </p:cNvSpPr>
          <p:nvPr/>
        </p:nvSpPr>
        <p:spPr bwMode="auto">
          <a:xfrm>
            <a:off x="2438400" y="6248401"/>
            <a:ext cx="822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IT" sz="1800" b="0">
                <a:solidFill>
                  <a:schemeClr val="hlink"/>
                </a:solidFill>
                <a:effectLst>
                  <a:outerShdw blurRad="38100" dist="38100" dir="2700000" algn="tl">
                    <a:srgbClr val="000000"/>
                  </a:outerShdw>
                </a:effectLst>
                <a:latin typeface="Arial" panose="020B0604020202020204" pitchFamily="34" charset="0"/>
              </a:rPr>
              <a:t> </a:t>
            </a:r>
          </a:p>
        </p:txBody>
      </p:sp>
    </p:spTree>
    <p:extLst>
      <p:ext uri="{BB962C8B-B14F-4D97-AF65-F5344CB8AC3E}">
        <p14:creationId xmlns:p14="http://schemas.microsoft.com/office/powerpoint/2010/main" val="4003209101"/>
      </p:ext>
    </p:extLst>
  </p:cSld>
  <p:clrMap bg1="dk2" tx1="lt1" bg2="dk1" tx2="lt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 id="2147483742" r:id="rId17"/>
    <p:sldLayoutId id="2147483743" r:id="rId18"/>
  </p:sldLayoutIdLst>
  <p:transition/>
  <p:hf hdr="0" ftr="0" dt="0"/>
  <p:txStyles>
    <p:titleStyle>
      <a:lvl1pPr algn="l" rtl="0" eaLnBrk="0" fontAlgn="base" hangingPunct="0">
        <a:spcBef>
          <a:spcPct val="0"/>
        </a:spcBef>
        <a:spcAft>
          <a:spcPct val="0"/>
        </a:spcAft>
        <a:defRPr kumimoji="1" sz="3600" kern="1200">
          <a:solidFill>
            <a:schemeClr val="accent2"/>
          </a:solidFill>
          <a:latin typeface="+mj-lt"/>
          <a:ea typeface="+mj-ea"/>
          <a:cs typeface="+mj-cs"/>
        </a:defRPr>
      </a:lvl1pPr>
      <a:lvl2pPr algn="l" rtl="0" eaLnBrk="0" fontAlgn="base" hangingPunct="0">
        <a:spcBef>
          <a:spcPct val="0"/>
        </a:spcBef>
        <a:spcAft>
          <a:spcPct val="0"/>
        </a:spcAft>
        <a:defRPr kumimoji="1" sz="3600">
          <a:solidFill>
            <a:schemeClr val="accent2"/>
          </a:solidFill>
          <a:latin typeface="Tahoma" panose="020B0604030504040204" pitchFamily="34" charset="0"/>
        </a:defRPr>
      </a:lvl2pPr>
      <a:lvl3pPr algn="l" rtl="0" eaLnBrk="0" fontAlgn="base" hangingPunct="0">
        <a:spcBef>
          <a:spcPct val="0"/>
        </a:spcBef>
        <a:spcAft>
          <a:spcPct val="0"/>
        </a:spcAft>
        <a:defRPr kumimoji="1" sz="3600">
          <a:solidFill>
            <a:schemeClr val="accent2"/>
          </a:solidFill>
          <a:latin typeface="Tahoma" panose="020B0604030504040204" pitchFamily="34" charset="0"/>
        </a:defRPr>
      </a:lvl3pPr>
      <a:lvl4pPr algn="l" rtl="0" eaLnBrk="0" fontAlgn="base" hangingPunct="0">
        <a:spcBef>
          <a:spcPct val="0"/>
        </a:spcBef>
        <a:spcAft>
          <a:spcPct val="0"/>
        </a:spcAft>
        <a:defRPr kumimoji="1" sz="3600">
          <a:solidFill>
            <a:schemeClr val="accent2"/>
          </a:solidFill>
          <a:latin typeface="Tahoma" panose="020B0604030504040204" pitchFamily="34" charset="0"/>
        </a:defRPr>
      </a:lvl4pPr>
      <a:lvl5pPr algn="l" rtl="0" eaLnBrk="0" fontAlgn="base" hangingPunct="0">
        <a:spcBef>
          <a:spcPct val="0"/>
        </a:spcBef>
        <a:spcAft>
          <a:spcPct val="0"/>
        </a:spcAft>
        <a:defRPr kumimoji="1" sz="3600">
          <a:solidFill>
            <a:schemeClr val="accent2"/>
          </a:solidFill>
          <a:latin typeface="Tahoma" panose="020B0604030504040204" pitchFamily="34" charset="0"/>
        </a:defRPr>
      </a:lvl5pPr>
      <a:lvl6pPr marL="457200" algn="l" rtl="0" eaLnBrk="0" fontAlgn="base" hangingPunct="0">
        <a:spcBef>
          <a:spcPct val="0"/>
        </a:spcBef>
        <a:spcAft>
          <a:spcPct val="0"/>
        </a:spcAft>
        <a:defRPr kumimoji="1" sz="3600">
          <a:solidFill>
            <a:schemeClr val="accent2"/>
          </a:solidFill>
          <a:latin typeface="Tahoma" panose="020B0604030504040204" pitchFamily="34" charset="0"/>
        </a:defRPr>
      </a:lvl6pPr>
      <a:lvl7pPr marL="914400" algn="l" rtl="0" eaLnBrk="0" fontAlgn="base" hangingPunct="0">
        <a:spcBef>
          <a:spcPct val="0"/>
        </a:spcBef>
        <a:spcAft>
          <a:spcPct val="0"/>
        </a:spcAft>
        <a:defRPr kumimoji="1" sz="3600">
          <a:solidFill>
            <a:schemeClr val="accent2"/>
          </a:solidFill>
          <a:latin typeface="Tahoma" panose="020B0604030504040204" pitchFamily="34" charset="0"/>
        </a:defRPr>
      </a:lvl7pPr>
      <a:lvl8pPr marL="1371600" algn="l" rtl="0" eaLnBrk="0" fontAlgn="base" hangingPunct="0">
        <a:spcBef>
          <a:spcPct val="0"/>
        </a:spcBef>
        <a:spcAft>
          <a:spcPct val="0"/>
        </a:spcAft>
        <a:defRPr kumimoji="1" sz="3600">
          <a:solidFill>
            <a:schemeClr val="accent2"/>
          </a:solidFill>
          <a:latin typeface="Tahoma" panose="020B0604030504040204" pitchFamily="34" charset="0"/>
        </a:defRPr>
      </a:lvl8pPr>
      <a:lvl9pPr marL="1828800" algn="l" rtl="0" eaLnBrk="0" fontAlgn="base" hangingPunct="0">
        <a:spcBef>
          <a:spcPct val="0"/>
        </a:spcBef>
        <a:spcAft>
          <a:spcPct val="0"/>
        </a:spcAft>
        <a:defRPr kumimoji="1" sz="3600">
          <a:solidFill>
            <a:schemeClr val="accent2"/>
          </a:solidFill>
          <a:latin typeface="Tahoma" panose="020B0604030504040204" pitchFamily="34" charset="0"/>
        </a:defRPr>
      </a:lvl9pPr>
    </p:titleStyle>
    <p:bodyStyle>
      <a:lvl1pPr marL="342900" indent="-342900" algn="l" rtl="0" eaLnBrk="0" fontAlgn="base" hangingPunct="0">
        <a:spcBef>
          <a:spcPct val="20000"/>
        </a:spcBef>
        <a:spcAft>
          <a:spcPct val="0"/>
        </a:spcAft>
        <a:buClr>
          <a:srgbClr val="75BAFF"/>
        </a:buClr>
        <a:buBlip>
          <a:blip r:embed="rId20"/>
        </a:buBlip>
        <a:defRPr kumimoji="1" sz="2800" kern="1200">
          <a:solidFill>
            <a:schemeClr val="tx1"/>
          </a:solidFill>
          <a:latin typeface="+mn-lt"/>
          <a:ea typeface="+mn-ea"/>
          <a:cs typeface="+mn-cs"/>
        </a:defRPr>
      </a:lvl1pPr>
      <a:lvl2pPr marL="742950" indent="-285750" algn="l" rtl="0" eaLnBrk="0" fontAlgn="base" hangingPunct="0">
        <a:spcBef>
          <a:spcPct val="20000"/>
        </a:spcBef>
        <a:spcAft>
          <a:spcPct val="0"/>
        </a:spcAft>
        <a:buClr>
          <a:srgbClr val="75BAFF"/>
        </a:buClr>
        <a:buBlip>
          <a:blip r:embed="rId20"/>
        </a:buBlip>
        <a:defRPr kumimoji="1" sz="2400" kern="1200">
          <a:solidFill>
            <a:schemeClr val="tx1"/>
          </a:solidFill>
          <a:latin typeface="+mn-lt"/>
          <a:ea typeface="+mn-ea"/>
          <a:cs typeface="+mn-cs"/>
        </a:defRPr>
      </a:lvl2pPr>
      <a:lvl3pPr marL="1143000" indent="-228600" algn="l" rtl="0" eaLnBrk="0" fontAlgn="base" hangingPunct="0">
        <a:spcBef>
          <a:spcPct val="20000"/>
        </a:spcBef>
        <a:spcAft>
          <a:spcPct val="0"/>
        </a:spcAft>
        <a:buClr>
          <a:srgbClr val="75BAFF"/>
        </a:buClr>
        <a:buBlip>
          <a:blip r:embed="rId20"/>
        </a:buBlip>
        <a:defRPr kumimoji="1" sz="2000" kern="1200">
          <a:solidFill>
            <a:schemeClr val="tx1"/>
          </a:solidFill>
          <a:latin typeface="+mn-lt"/>
          <a:ea typeface="+mn-ea"/>
          <a:cs typeface="+mn-cs"/>
        </a:defRPr>
      </a:lvl3pPr>
      <a:lvl4pPr marL="1600200" indent="-228600" algn="l" rtl="0" eaLnBrk="0" fontAlgn="base" hangingPunct="0">
        <a:spcBef>
          <a:spcPct val="20000"/>
        </a:spcBef>
        <a:spcAft>
          <a:spcPct val="0"/>
        </a:spcAft>
        <a:buClr>
          <a:srgbClr val="75BAFF"/>
        </a:buClr>
        <a:buBlip>
          <a:blip r:embed="rId20"/>
        </a:buBlip>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rgbClr val="75BAFF"/>
        </a:buClr>
        <a:buBlip>
          <a:blip r:embed="rId20"/>
        </a:buBlip>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apache/ctakes" TargetMode="Externa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hyperlink" Target="https://www.nlm.nih.gov/research/umls/index.html?_gl=1*kgt8yw*_ga*MTMxMjgwMzk2My4xNzc3NDA0Nzcy*_ga_P1FPTH9PL4*czE3NzgyOTE2OTEkbzUkZzEkdDE3NzgyOTIyMzAkajYwJGwwJGgw*_ga_7147EPK006*czE3NzgyOTE2OTEkbzUkZzEkdDE3NzgyOTIyMzAkajYwJGwwJGgw" TargetMode="Externa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hyperlink" Target="https://www.nlm.nih.gov/research/umls/user_education/presentations.html" TargetMode="External"/><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6.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0.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7.xml"/><Relationship Id="rId4" Type="http://schemas.openxmlformats.org/officeDocument/2006/relationships/hyperlink" Target="https://doi.org/10.1145/3462475"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576A9-EF1A-394B-4C10-33998457C5AA}"/>
              </a:ext>
            </a:extLst>
          </p:cNvPr>
          <p:cNvSpPr>
            <a:spLocks noGrp="1"/>
          </p:cNvSpPr>
          <p:nvPr>
            <p:ph type="ctrTitle"/>
          </p:nvPr>
        </p:nvSpPr>
        <p:spPr>
          <a:xfrm>
            <a:off x="4859383" y="4434840"/>
            <a:ext cx="6820553" cy="1122202"/>
          </a:xfrm>
        </p:spPr>
        <p:txBody>
          <a:bodyPr/>
          <a:lstStyle/>
          <a:p>
            <a:r>
              <a:rPr lang="en-US" dirty="0">
                <a:solidFill>
                  <a:srgbClr val="0070C0"/>
                </a:solidFill>
              </a:rPr>
              <a:t>Biomedical/ Healthcare NER  &amp; Relation Extraction</a:t>
            </a:r>
            <a:endParaRPr lang="en-IT" dirty="0"/>
          </a:p>
        </p:txBody>
      </p:sp>
      <p:sp>
        <p:nvSpPr>
          <p:cNvPr id="3" name="Subtitle 2">
            <a:extLst>
              <a:ext uri="{FF2B5EF4-FFF2-40B4-BE49-F238E27FC236}">
                <a16:creationId xmlns:a16="http://schemas.microsoft.com/office/drawing/2014/main" id="{30943B8B-C5D1-5139-D423-0B1A0065A1B0}"/>
              </a:ext>
            </a:extLst>
          </p:cNvPr>
          <p:cNvSpPr>
            <a:spLocks noGrp="1"/>
          </p:cNvSpPr>
          <p:nvPr>
            <p:ph type="subTitle" idx="1"/>
          </p:nvPr>
        </p:nvSpPr>
        <p:spPr/>
        <p:txBody>
          <a:bodyPr/>
          <a:lstStyle/>
          <a:p>
            <a:r>
              <a:rPr lang="en-IT" dirty="0"/>
              <a:t>(Thanks to Shweta Yadav)</a:t>
            </a:r>
          </a:p>
        </p:txBody>
      </p:sp>
    </p:spTree>
    <p:extLst>
      <p:ext uri="{BB962C8B-B14F-4D97-AF65-F5344CB8AC3E}">
        <p14:creationId xmlns:p14="http://schemas.microsoft.com/office/powerpoint/2010/main" val="11800184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57244-8C1F-0D32-74C7-149585156FBE}"/>
              </a:ext>
            </a:extLst>
          </p:cNvPr>
          <p:cNvSpPr>
            <a:spLocks noGrp="1"/>
          </p:cNvSpPr>
          <p:nvPr>
            <p:ph type="title"/>
          </p:nvPr>
        </p:nvSpPr>
        <p:spPr>
          <a:xfrm>
            <a:off x="415600" y="266796"/>
            <a:ext cx="11360800" cy="763600"/>
          </a:xfrm>
        </p:spPr>
        <p:txBody>
          <a:bodyPr/>
          <a:lstStyle/>
          <a:p>
            <a:r>
              <a:rPr lang="en-US" dirty="0">
                <a:solidFill>
                  <a:schemeClr val="accent1">
                    <a:lumMod val="75000"/>
                  </a:schemeClr>
                </a:solidFill>
              </a:rPr>
              <a:t>Tools for Biomedical Entity Extraction</a:t>
            </a:r>
          </a:p>
        </p:txBody>
      </p:sp>
      <p:sp>
        <p:nvSpPr>
          <p:cNvPr id="3" name="Text Placeholder 2">
            <a:extLst>
              <a:ext uri="{FF2B5EF4-FFF2-40B4-BE49-F238E27FC236}">
                <a16:creationId xmlns:a16="http://schemas.microsoft.com/office/drawing/2014/main" id="{9D4D78AD-682D-4308-75D0-DEE420A97D8F}"/>
              </a:ext>
            </a:extLst>
          </p:cNvPr>
          <p:cNvSpPr>
            <a:spLocks noGrp="1"/>
          </p:cNvSpPr>
          <p:nvPr>
            <p:ph type="body" idx="1"/>
          </p:nvPr>
        </p:nvSpPr>
        <p:spPr>
          <a:xfrm>
            <a:off x="415600" y="1030396"/>
            <a:ext cx="11360800" cy="5560808"/>
          </a:xfrm>
        </p:spPr>
        <p:txBody>
          <a:bodyPr>
            <a:normAutofit fontScale="25000" lnSpcReduction="20000"/>
          </a:bodyPr>
          <a:lstStyle/>
          <a:p>
            <a:r>
              <a:rPr lang="en-US" sz="6400" dirty="0" err="1">
                <a:solidFill>
                  <a:schemeClr val="tx1"/>
                </a:solidFill>
              </a:rPr>
              <a:t>MetaMap</a:t>
            </a:r>
            <a:r>
              <a:rPr lang="en-US" sz="6400" dirty="0">
                <a:solidFill>
                  <a:schemeClr val="tx1"/>
                </a:solidFill>
              </a:rPr>
              <a:t> (2001),  Apache  </a:t>
            </a:r>
            <a:r>
              <a:rPr lang="en-US" sz="6400" dirty="0" err="1">
                <a:solidFill>
                  <a:schemeClr val="tx1"/>
                </a:solidFill>
              </a:rPr>
              <a:t>cTakes</a:t>
            </a:r>
            <a:r>
              <a:rPr lang="en-US" sz="6400" dirty="0">
                <a:solidFill>
                  <a:schemeClr val="tx1"/>
                </a:solidFill>
              </a:rPr>
              <a:t> (2010) : traditional architectures</a:t>
            </a:r>
          </a:p>
          <a:p>
            <a:pPr marL="152396" indent="0">
              <a:buNone/>
            </a:pPr>
            <a:endParaRPr lang="en-US" sz="6400" dirty="0">
              <a:solidFill>
                <a:schemeClr val="tx1"/>
              </a:solidFill>
            </a:endParaRPr>
          </a:p>
          <a:p>
            <a:pPr lvl="1">
              <a:buFont typeface="Courier New" panose="02070309020205020404" pitchFamily="49" charset="0"/>
              <a:buChar char="o"/>
            </a:pPr>
            <a:r>
              <a:rPr lang="en-IT" sz="6400" dirty="0"/>
              <a:t>Sentence boundary detector</a:t>
            </a:r>
          </a:p>
          <a:p>
            <a:pPr lvl="1">
              <a:buFont typeface="Courier New" panose="02070309020205020404" pitchFamily="49" charset="0"/>
              <a:buChar char="o"/>
            </a:pPr>
            <a:r>
              <a:rPr lang="en-IT" sz="6400" dirty="0"/>
              <a:t>Tokenizer</a:t>
            </a:r>
          </a:p>
          <a:p>
            <a:pPr lvl="1">
              <a:buFont typeface="Courier New" panose="02070309020205020404" pitchFamily="49" charset="0"/>
              <a:buChar char="o"/>
            </a:pPr>
            <a:r>
              <a:rPr lang="en-IT" sz="6400" dirty="0"/>
              <a:t>Normalizer</a:t>
            </a:r>
          </a:p>
          <a:p>
            <a:pPr lvl="1">
              <a:buFont typeface="Courier New" panose="02070309020205020404" pitchFamily="49" charset="0"/>
              <a:buChar char="o"/>
            </a:pPr>
            <a:r>
              <a:rPr lang="en-IT" sz="6400" dirty="0"/>
              <a:t>Part-of-speech (POS) tagger</a:t>
            </a:r>
          </a:p>
          <a:p>
            <a:pPr lvl="1">
              <a:buFont typeface="Courier New" panose="02070309020205020404" pitchFamily="49" charset="0"/>
              <a:buChar char="o"/>
            </a:pPr>
            <a:r>
              <a:rPr lang="en-IT" sz="6400" dirty="0"/>
              <a:t>Shallow parser</a:t>
            </a:r>
          </a:p>
          <a:p>
            <a:pPr lvl="1">
              <a:buFont typeface="Courier New" panose="02070309020205020404" pitchFamily="49" charset="0"/>
              <a:buChar char="o"/>
            </a:pPr>
            <a:r>
              <a:rPr lang="en-IT" sz="6400" dirty="0"/>
              <a:t>Named entity recognition (NER) annotator, including status and negation annotators.</a:t>
            </a:r>
          </a:p>
          <a:p>
            <a:pPr>
              <a:buFont typeface="Courier New" panose="02070309020205020404" pitchFamily="49" charset="0"/>
              <a:buChar char="o"/>
            </a:pPr>
            <a:endParaRPr lang="en-US" sz="6400" dirty="0">
              <a:solidFill>
                <a:schemeClr val="tx1"/>
              </a:solidFill>
            </a:endParaRPr>
          </a:p>
          <a:p>
            <a:pPr marL="608965" indent="-456565">
              <a:lnSpc>
                <a:spcPct val="114999"/>
              </a:lnSpc>
            </a:pPr>
            <a:r>
              <a:rPr lang="en-US" sz="6400" dirty="0" err="1">
                <a:solidFill>
                  <a:schemeClr val="tx1"/>
                </a:solidFill>
              </a:rPr>
              <a:t>MedSpacy</a:t>
            </a:r>
            <a:endParaRPr lang="en-US" sz="6400" dirty="0">
              <a:solidFill>
                <a:schemeClr val="tx1"/>
              </a:solidFill>
            </a:endParaRPr>
          </a:p>
          <a:p>
            <a:pPr marL="152400" indent="0">
              <a:lnSpc>
                <a:spcPct val="114999"/>
              </a:lnSpc>
              <a:buNone/>
            </a:pPr>
            <a:endParaRPr lang="en-US" sz="6400" dirty="0">
              <a:solidFill>
                <a:schemeClr val="tx1"/>
              </a:solidFill>
            </a:endParaRPr>
          </a:p>
          <a:p>
            <a:pPr marL="608965" indent="-456565">
              <a:lnSpc>
                <a:spcPct val="114999"/>
              </a:lnSpc>
            </a:pPr>
            <a:r>
              <a:rPr lang="en-US" sz="6400" dirty="0">
                <a:solidFill>
                  <a:schemeClr val="tx1"/>
                </a:solidFill>
              </a:rPr>
              <a:t>Various versions of LLMs </a:t>
            </a:r>
          </a:p>
          <a:p>
            <a:pPr marL="152400" indent="0">
              <a:lnSpc>
                <a:spcPct val="114999"/>
              </a:lnSpc>
              <a:buNone/>
            </a:pPr>
            <a:endParaRPr lang="en-US" sz="6400" dirty="0"/>
          </a:p>
          <a:p>
            <a:pPr marL="152400" indent="0">
              <a:lnSpc>
                <a:spcPct val="114999"/>
              </a:lnSpc>
              <a:buNone/>
            </a:pPr>
            <a:r>
              <a:rPr lang="en-GB" sz="6400" dirty="0"/>
              <a:t>Aronson. </a:t>
            </a:r>
            <a:r>
              <a:rPr lang="en-GB" sz="6400" i="1" dirty="0"/>
              <a:t>Effective mapping of biomedical text to the UMLS </a:t>
            </a:r>
            <a:r>
              <a:rPr lang="en-GB" sz="6400" i="1" dirty="0" err="1"/>
              <a:t>Metathesaurus</a:t>
            </a:r>
            <a:r>
              <a:rPr lang="en-GB" sz="6400" i="1" dirty="0"/>
              <a:t>: the</a:t>
            </a:r>
            <a:r>
              <a:rPr lang="en-GB" sz="6400" dirty="0"/>
              <a:t> </a:t>
            </a:r>
            <a:r>
              <a:rPr lang="en-GB" sz="6400" i="1" dirty="0" err="1"/>
              <a:t>MetaMap</a:t>
            </a:r>
            <a:r>
              <a:rPr lang="en-GB" sz="6400" i="1" dirty="0"/>
              <a:t> program. </a:t>
            </a:r>
            <a:r>
              <a:rPr lang="en-GB" sz="6400" dirty="0"/>
              <a:t>AMIA Annual Symposium Proceedings, 2001.</a:t>
            </a:r>
          </a:p>
          <a:p>
            <a:pPr marL="1295400" indent="-1143000">
              <a:lnSpc>
                <a:spcPct val="114999"/>
              </a:lnSpc>
              <a:buAutoNum type="alphaUcPeriod"/>
            </a:pPr>
            <a:endParaRPr lang="en-GB" sz="6400" dirty="0"/>
          </a:p>
          <a:p>
            <a:pPr marL="152396" indent="0">
              <a:buNone/>
            </a:pPr>
            <a:r>
              <a:rPr lang="en-GB" sz="6400" dirty="0"/>
              <a:t>H. Eyre, A. Chapman, K. Peterson, J. Shi, P. Alba, M. Jones, T. Box, S. DuVall,  O. Patterson</a:t>
            </a:r>
            <a:r>
              <a:rPr lang="en-GB" sz="6400" i="1" dirty="0"/>
              <a:t>. Launching into clinical</a:t>
            </a:r>
            <a:r>
              <a:rPr lang="en-GB" sz="6400" dirty="0"/>
              <a:t> </a:t>
            </a:r>
            <a:r>
              <a:rPr lang="en-GB" sz="6400" i="1" dirty="0"/>
              <a:t>space with </a:t>
            </a:r>
            <a:r>
              <a:rPr lang="en-GB" sz="6400" i="1" dirty="0" err="1"/>
              <a:t>medspaCy</a:t>
            </a:r>
            <a:r>
              <a:rPr lang="en-GB" sz="6400" i="1" dirty="0"/>
              <a:t>: a new clinical text processing toolkit in Python. </a:t>
            </a:r>
            <a:r>
              <a:rPr lang="en-GB" sz="6400" dirty="0"/>
              <a:t>AMIA Annual Symposium Proceedings, 2022.</a:t>
            </a:r>
          </a:p>
          <a:p>
            <a:pPr marL="152396" indent="0">
              <a:buNone/>
            </a:pPr>
            <a:endParaRPr lang="en-GB" sz="6400" dirty="0"/>
          </a:p>
          <a:p>
            <a:pPr marL="152396" indent="0">
              <a:buNone/>
            </a:pPr>
            <a:r>
              <a:rPr lang="en-GB" sz="6400" dirty="0"/>
              <a:t>G. Savova, J. Masanz, P. Ogren, J. Zheng, S. Sohn, K. Kipper-Schuler, C. Chute</a:t>
            </a:r>
            <a:r>
              <a:rPr lang="en-GB" sz="6400" i="1" dirty="0"/>
              <a:t>. Mayo clinical Text Analysis and Knowledge</a:t>
            </a:r>
            <a:r>
              <a:rPr lang="en-GB" sz="6400" dirty="0"/>
              <a:t> </a:t>
            </a:r>
            <a:r>
              <a:rPr lang="en-GB" sz="6400" i="1" dirty="0"/>
              <a:t>Extraction System (</a:t>
            </a:r>
            <a:r>
              <a:rPr lang="en-GB" sz="6400" i="1" dirty="0" err="1"/>
              <a:t>cTAKES</a:t>
            </a:r>
            <a:r>
              <a:rPr lang="en-GB" sz="6400" i="1" dirty="0"/>
              <a:t>): architecture, component evaluation and applications. </a:t>
            </a:r>
            <a:r>
              <a:rPr lang="en-GB" sz="6400" dirty="0"/>
              <a:t>Journal of the American Medical Informatics Association, 2010</a:t>
            </a:r>
            <a:r>
              <a:rPr lang="en-GB" sz="6400" i="1" dirty="0"/>
              <a:t>.</a:t>
            </a:r>
          </a:p>
          <a:p>
            <a:pPr marL="152396" indent="0">
              <a:buNone/>
            </a:pPr>
            <a:r>
              <a:rPr lang="en-US" sz="6400" dirty="0">
                <a:solidFill>
                  <a:schemeClr val="tx1"/>
                </a:solidFill>
                <a:hlinkClick r:id="rId2"/>
              </a:rPr>
              <a:t>cTakes code</a:t>
            </a:r>
            <a:endParaRPr lang="en-GB" sz="6400" dirty="0"/>
          </a:p>
          <a:p>
            <a:pPr marL="152400" indent="0">
              <a:lnSpc>
                <a:spcPct val="114999"/>
              </a:lnSpc>
              <a:buNone/>
            </a:pPr>
            <a:br>
              <a:rPr lang="en-US" sz="6400" dirty="0">
                <a:solidFill>
                  <a:schemeClr val="tx1"/>
                </a:solidFill>
              </a:rPr>
            </a:br>
            <a:endParaRPr lang="en-US" sz="6400" dirty="0">
              <a:solidFill>
                <a:schemeClr val="tx1"/>
              </a:solidFill>
            </a:endParaRPr>
          </a:p>
          <a:p>
            <a:pPr marL="152400" indent="0">
              <a:lnSpc>
                <a:spcPct val="114999"/>
              </a:lnSpc>
              <a:buNone/>
            </a:pPr>
            <a:endParaRPr lang="en-US" dirty="0"/>
          </a:p>
        </p:txBody>
      </p:sp>
    </p:spTree>
    <p:extLst>
      <p:ext uri="{BB962C8B-B14F-4D97-AF65-F5344CB8AC3E}">
        <p14:creationId xmlns:p14="http://schemas.microsoft.com/office/powerpoint/2010/main" val="3208521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6"/>
          <p:cNvSpPr txBox="1"/>
          <p:nvPr/>
        </p:nvSpPr>
        <p:spPr>
          <a:xfrm>
            <a:off x="1771367" y="5035128"/>
            <a:ext cx="8278000" cy="738688"/>
          </a:xfrm>
          <a:prstGeom prst="rect">
            <a:avLst/>
          </a:prstGeom>
          <a:noFill/>
          <a:ln>
            <a:noFill/>
          </a:ln>
        </p:spPr>
        <p:txBody>
          <a:bodyPr spcFirstLastPara="1" wrap="square" lIns="121900" tIns="121900" rIns="121900" bIns="121900" anchor="t" anchorCtr="0">
            <a:spAutoFit/>
          </a:bodyPr>
          <a:lstStyle/>
          <a:p>
            <a:pPr>
              <a:spcBef>
                <a:spcPts val="1600"/>
              </a:spcBef>
              <a:buClr>
                <a:srgbClr val="000000"/>
              </a:buClr>
              <a:buSzPts val="1100"/>
            </a:pPr>
            <a:r>
              <a:rPr lang="en" sz="1867">
                <a:solidFill>
                  <a:srgbClr val="212121"/>
                </a:solidFill>
                <a:highlight>
                  <a:srgbClr val="D9D2E9"/>
                </a:highlight>
                <a:latin typeface="Roboto"/>
                <a:ea typeface="Roboto"/>
                <a:cs typeface="Roboto"/>
                <a:sym typeface="Roboto"/>
              </a:rPr>
              <a:t>ANATOMY</a:t>
            </a:r>
            <a:r>
              <a:rPr lang="en" sz="1867">
                <a:solidFill>
                  <a:srgbClr val="000000"/>
                </a:solidFill>
                <a:highlight>
                  <a:srgbClr val="D9D2E9"/>
                </a:highlight>
                <a:latin typeface="Roboto"/>
                <a:ea typeface="Roboto"/>
                <a:cs typeface="Roboto"/>
                <a:sym typeface="Roboto"/>
              </a:rPr>
              <a:t>  </a:t>
            </a:r>
            <a:r>
              <a:rPr lang="en" sz="1867">
                <a:solidFill>
                  <a:srgbClr val="212121"/>
                </a:solidFill>
                <a:highlight>
                  <a:srgbClr val="FFF2CC"/>
                </a:highlight>
                <a:latin typeface="Roboto"/>
                <a:ea typeface="Roboto"/>
                <a:cs typeface="Roboto"/>
                <a:sym typeface="Roboto"/>
              </a:rPr>
              <a:t> DISEASE/DISORDER </a:t>
            </a:r>
            <a:r>
              <a:rPr lang="en" sz="1867">
                <a:solidFill>
                  <a:srgbClr val="212121"/>
                </a:solidFill>
                <a:highlight>
                  <a:srgbClr val="C9DAF8"/>
                </a:highlight>
                <a:latin typeface="Roboto"/>
                <a:ea typeface="Roboto"/>
                <a:cs typeface="Roboto"/>
                <a:sym typeface="Roboto"/>
              </a:rPr>
              <a:t> SIGN/SYMPTOM </a:t>
            </a:r>
            <a:r>
              <a:rPr lang="en" sz="1867">
                <a:solidFill>
                  <a:srgbClr val="212121"/>
                </a:solidFill>
                <a:highlight>
                  <a:srgbClr val="D9EAD3"/>
                </a:highlight>
                <a:latin typeface="Roboto"/>
                <a:ea typeface="Roboto"/>
                <a:cs typeface="Roboto"/>
                <a:sym typeface="Roboto"/>
              </a:rPr>
              <a:t> MEDICATION</a:t>
            </a:r>
            <a:endParaRPr sz="1867">
              <a:solidFill>
                <a:srgbClr val="000000"/>
              </a:solidFill>
              <a:latin typeface="Arial"/>
              <a:ea typeface="Arial"/>
              <a:cs typeface="Arial"/>
              <a:sym typeface="Arial"/>
            </a:endParaRPr>
          </a:p>
        </p:txBody>
      </p:sp>
      <p:sp>
        <p:nvSpPr>
          <p:cNvPr id="196" name="Google Shape;196;p6"/>
          <p:cNvSpPr txBox="1"/>
          <p:nvPr/>
        </p:nvSpPr>
        <p:spPr>
          <a:xfrm>
            <a:off x="1007700" y="2734467"/>
            <a:ext cx="9481600" cy="2266000"/>
          </a:xfrm>
          <a:prstGeom prst="rect">
            <a:avLst/>
          </a:prstGeom>
          <a:noFill/>
          <a:ln w="9525" cap="flat" cmpd="sng">
            <a:solidFill>
              <a:srgbClr val="A4C2F4"/>
            </a:solidFill>
            <a:prstDash val="solid"/>
            <a:round/>
            <a:headEnd type="none" w="sm" len="sm"/>
            <a:tailEnd type="none" w="sm" len="sm"/>
          </a:ln>
        </p:spPr>
        <p:txBody>
          <a:bodyPr spcFirstLastPara="1" wrap="square" lIns="121900" tIns="121900" rIns="121900" bIns="121900" anchor="t" anchorCtr="0">
            <a:noAutofit/>
          </a:bodyPr>
          <a:lstStyle/>
          <a:p>
            <a:pPr algn="just">
              <a:lnSpc>
                <a:spcPct val="150000"/>
              </a:lnSpc>
              <a:spcBef>
                <a:spcPts val="800"/>
              </a:spcBef>
              <a:buClr>
                <a:srgbClr val="000000"/>
              </a:buClr>
              <a:buSzPts val="2000"/>
            </a:pPr>
            <a:r>
              <a:rPr lang="en" sz="2667" dirty="0">
                <a:solidFill>
                  <a:srgbClr val="212121"/>
                </a:solidFill>
                <a:highlight>
                  <a:srgbClr val="FFFFFF"/>
                </a:highlight>
                <a:latin typeface="Times New Roman"/>
                <a:ea typeface="Times New Roman"/>
                <a:cs typeface="Times New Roman"/>
                <a:sym typeface="Times New Roman"/>
              </a:rPr>
              <a:t>Patient with a history of </a:t>
            </a:r>
            <a:r>
              <a:rPr lang="en" sz="2667" dirty="0">
                <a:solidFill>
                  <a:srgbClr val="000000"/>
                </a:solidFill>
                <a:highlight>
                  <a:srgbClr val="FFF2CC"/>
                </a:highlight>
                <a:latin typeface="Times New Roman"/>
                <a:ea typeface="Times New Roman"/>
                <a:cs typeface="Times New Roman"/>
                <a:sym typeface="Times New Roman"/>
              </a:rPr>
              <a:t>diabetic foot</a:t>
            </a:r>
            <a:r>
              <a:rPr lang="en" sz="2667" dirty="0">
                <a:solidFill>
                  <a:srgbClr val="000000"/>
                </a:solidFill>
                <a:latin typeface="Times New Roman"/>
                <a:ea typeface="Times New Roman"/>
                <a:cs typeface="Times New Roman"/>
                <a:sym typeface="Times New Roman"/>
              </a:rPr>
              <a:t> </a:t>
            </a:r>
            <a:r>
              <a:rPr lang="en" sz="2667" dirty="0">
                <a:solidFill>
                  <a:srgbClr val="212121"/>
                </a:solidFill>
                <a:highlight>
                  <a:srgbClr val="FFFFFF"/>
                </a:highlight>
                <a:latin typeface="Times New Roman"/>
                <a:ea typeface="Times New Roman"/>
                <a:cs typeface="Times New Roman"/>
                <a:sym typeface="Times New Roman"/>
              </a:rPr>
              <a:t>and </a:t>
            </a:r>
            <a:r>
              <a:rPr lang="en" sz="2667" dirty="0">
                <a:solidFill>
                  <a:srgbClr val="212121"/>
                </a:solidFill>
                <a:highlight>
                  <a:srgbClr val="D9D2E9"/>
                </a:highlight>
                <a:latin typeface="Times New Roman"/>
                <a:ea typeface="Times New Roman"/>
                <a:cs typeface="Times New Roman"/>
                <a:sym typeface="Times New Roman"/>
              </a:rPr>
              <a:t>foot </a:t>
            </a:r>
            <a:r>
              <a:rPr lang="en" sz="2667" dirty="0">
                <a:solidFill>
                  <a:srgbClr val="212121"/>
                </a:solidFill>
                <a:highlight>
                  <a:srgbClr val="FFFFFF"/>
                </a:highlight>
                <a:latin typeface="Times New Roman"/>
                <a:ea typeface="Times New Roman"/>
                <a:cs typeface="Times New Roman"/>
                <a:sym typeface="Times New Roman"/>
              </a:rPr>
              <a:t>checkup.  Patient states the </a:t>
            </a:r>
            <a:r>
              <a:rPr lang="en" sz="2667" dirty="0">
                <a:solidFill>
                  <a:srgbClr val="212121"/>
                </a:solidFill>
                <a:highlight>
                  <a:srgbClr val="D9D2E9"/>
                </a:highlight>
                <a:latin typeface="Times New Roman"/>
                <a:ea typeface="Times New Roman"/>
                <a:cs typeface="Times New Roman"/>
                <a:sym typeface="Times New Roman"/>
              </a:rPr>
              <a:t>toenails </a:t>
            </a:r>
            <a:r>
              <a:rPr lang="en" sz="2667" dirty="0">
                <a:solidFill>
                  <a:srgbClr val="212121"/>
                </a:solidFill>
                <a:highlight>
                  <a:srgbClr val="FFFFFF"/>
                </a:highlight>
                <a:latin typeface="Times New Roman"/>
                <a:ea typeface="Times New Roman"/>
                <a:cs typeface="Times New Roman"/>
                <a:sym typeface="Times New Roman"/>
              </a:rPr>
              <a:t>are thick, elongated, </a:t>
            </a:r>
            <a:r>
              <a:rPr lang="en" sz="2667" dirty="0">
                <a:solidFill>
                  <a:srgbClr val="212121"/>
                </a:solidFill>
                <a:highlight>
                  <a:srgbClr val="C9DAF8"/>
                </a:highlight>
                <a:latin typeface="Times New Roman"/>
                <a:ea typeface="Times New Roman"/>
                <a:cs typeface="Times New Roman"/>
                <a:sym typeface="Times New Roman"/>
              </a:rPr>
              <a:t>unable </a:t>
            </a:r>
            <a:r>
              <a:rPr lang="en" sz="2667" dirty="0">
                <a:solidFill>
                  <a:srgbClr val="212121"/>
                </a:solidFill>
                <a:highlight>
                  <a:srgbClr val="FFFFFF"/>
                </a:highlight>
                <a:latin typeface="Times New Roman"/>
                <a:ea typeface="Times New Roman"/>
                <a:cs typeface="Times New Roman"/>
                <a:sym typeface="Times New Roman"/>
              </a:rPr>
              <a:t> to trim on her own.  Patient denies any recent </a:t>
            </a:r>
            <a:r>
              <a:rPr lang="en" sz="2667" dirty="0">
                <a:solidFill>
                  <a:srgbClr val="212121"/>
                </a:solidFill>
                <a:highlight>
                  <a:srgbClr val="CFE2F3"/>
                </a:highlight>
                <a:latin typeface="Times New Roman"/>
                <a:ea typeface="Times New Roman"/>
                <a:cs typeface="Times New Roman"/>
                <a:sym typeface="Times New Roman"/>
              </a:rPr>
              <a:t>history </a:t>
            </a:r>
            <a:r>
              <a:rPr lang="en" sz="2667" dirty="0">
                <a:solidFill>
                  <a:srgbClr val="212121"/>
                </a:solidFill>
                <a:highlight>
                  <a:srgbClr val="FFFFFF"/>
                </a:highlight>
                <a:latin typeface="Times New Roman"/>
                <a:ea typeface="Times New Roman"/>
                <a:cs typeface="Times New Roman"/>
                <a:sym typeface="Times New Roman"/>
              </a:rPr>
              <a:t>of </a:t>
            </a:r>
            <a:r>
              <a:rPr lang="en" sz="2667" dirty="0">
                <a:solidFill>
                  <a:srgbClr val="212121"/>
                </a:solidFill>
                <a:highlight>
                  <a:srgbClr val="FFF2CC"/>
                </a:highlight>
                <a:latin typeface="Times New Roman"/>
                <a:ea typeface="Times New Roman"/>
                <a:cs typeface="Times New Roman"/>
                <a:sym typeface="Times New Roman"/>
              </a:rPr>
              <a:t>trauma</a:t>
            </a:r>
            <a:r>
              <a:rPr lang="en" sz="2667" dirty="0">
                <a:solidFill>
                  <a:srgbClr val="212121"/>
                </a:solidFill>
                <a:highlight>
                  <a:srgbClr val="FFFFFF"/>
                </a:highlight>
                <a:latin typeface="Times New Roman"/>
                <a:ea typeface="Times New Roman"/>
                <a:cs typeface="Times New Roman"/>
                <a:sym typeface="Times New Roman"/>
              </a:rPr>
              <a:t>. Debrided </a:t>
            </a:r>
            <a:r>
              <a:rPr lang="en" sz="2667" dirty="0">
                <a:solidFill>
                  <a:srgbClr val="212121"/>
                </a:solidFill>
                <a:highlight>
                  <a:srgbClr val="D9D2E9"/>
                </a:highlight>
                <a:latin typeface="Times New Roman"/>
                <a:ea typeface="Times New Roman"/>
                <a:cs typeface="Times New Roman"/>
                <a:sym typeface="Times New Roman"/>
              </a:rPr>
              <a:t>nails </a:t>
            </a:r>
            <a:r>
              <a:rPr lang="en" sz="2667" dirty="0">
                <a:solidFill>
                  <a:srgbClr val="000000"/>
                </a:solidFill>
                <a:highlight>
                  <a:srgbClr val="FFFFFF"/>
                </a:highlight>
                <a:latin typeface="Times New Roman"/>
                <a:ea typeface="Times New Roman"/>
                <a:cs typeface="Times New Roman"/>
                <a:sym typeface="Times New Roman"/>
              </a:rPr>
              <a:t> </a:t>
            </a:r>
            <a:r>
              <a:rPr lang="en" sz="2667" dirty="0">
                <a:solidFill>
                  <a:srgbClr val="212121"/>
                </a:solidFill>
                <a:highlight>
                  <a:srgbClr val="D9EAD3"/>
                </a:highlight>
                <a:latin typeface="Times New Roman"/>
                <a:ea typeface="Times New Roman"/>
                <a:cs typeface="Times New Roman"/>
                <a:sym typeface="Times New Roman"/>
              </a:rPr>
              <a:t>today</a:t>
            </a:r>
            <a:r>
              <a:rPr lang="en" sz="2667" dirty="0">
                <a:solidFill>
                  <a:srgbClr val="212121"/>
                </a:solidFill>
                <a:highlight>
                  <a:srgbClr val="FFFFFF"/>
                </a:highlight>
                <a:latin typeface="Times New Roman"/>
                <a:ea typeface="Times New Roman"/>
                <a:cs typeface="Times New Roman"/>
                <a:sym typeface="Times New Roman"/>
              </a:rPr>
              <a:t>.</a:t>
            </a:r>
            <a:endParaRPr sz="2667" dirty="0">
              <a:solidFill>
                <a:srgbClr val="000000"/>
              </a:solidFill>
              <a:highlight>
                <a:srgbClr val="6AA84F"/>
              </a:highlight>
              <a:latin typeface="Times New Roman"/>
              <a:ea typeface="Times New Roman"/>
              <a:cs typeface="Times New Roman"/>
              <a:sym typeface="Times New Roman"/>
            </a:endParaRPr>
          </a:p>
        </p:txBody>
      </p:sp>
      <p:grpSp>
        <p:nvGrpSpPr>
          <p:cNvPr id="197" name="Google Shape;197;p6"/>
          <p:cNvGrpSpPr/>
          <p:nvPr/>
        </p:nvGrpSpPr>
        <p:grpSpPr>
          <a:xfrm>
            <a:off x="1861095" y="3103724"/>
            <a:ext cx="7257368" cy="2576240"/>
            <a:chOff x="954524" y="2065884"/>
            <a:chExt cx="5443026" cy="1932180"/>
          </a:xfrm>
        </p:grpSpPr>
        <p:sp>
          <p:nvSpPr>
            <p:cNvPr id="198" name="Google Shape;198;p6"/>
            <p:cNvSpPr/>
            <p:nvPr/>
          </p:nvSpPr>
          <p:spPr>
            <a:xfrm>
              <a:off x="4967125" y="2065884"/>
              <a:ext cx="513300" cy="298200"/>
            </a:xfrm>
            <a:prstGeom prst="rect">
              <a:avLst/>
            </a:prstGeom>
            <a:noFill/>
            <a:ln w="19050" cap="flat" cmpd="sng">
              <a:solidFill>
                <a:srgbClr val="9900FF"/>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1400"/>
              </a:pPr>
              <a:endParaRPr sz="1867">
                <a:solidFill>
                  <a:srgbClr val="000000"/>
                </a:solidFill>
                <a:latin typeface="Arial"/>
                <a:ea typeface="Arial"/>
                <a:cs typeface="Arial"/>
                <a:sym typeface="Arial"/>
              </a:endParaRPr>
            </a:p>
          </p:txBody>
        </p:sp>
        <p:sp>
          <p:nvSpPr>
            <p:cNvPr id="199" name="Google Shape;199;p6"/>
            <p:cNvSpPr/>
            <p:nvPr/>
          </p:nvSpPr>
          <p:spPr>
            <a:xfrm>
              <a:off x="5848850" y="2974559"/>
              <a:ext cx="548700" cy="313500"/>
            </a:xfrm>
            <a:prstGeom prst="rect">
              <a:avLst/>
            </a:prstGeom>
            <a:noFill/>
            <a:ln w="19050" cap="flat" cmpd="sng">
              <a:solidFill>
                <a:srgbClr val="9900FF"/>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1400"/>
              </a:pPr>
              <a:endParaRPr sz="1867">
                <a:solidFill>
                  <a:srgbClr val="000000"/>
                </a:solidFill>
                <a:latin typeface="Arial"/>
                <a:ea typeface="Arial"/>
                <a:cs typeface="Arial"/>
                <a:sym typeface="Arial"/>
              </a:endParaRPr>
            </a:p>
          </p:txBody>
        </p:sp>
        <p:sp>
          <p:nvSpPr>
            <p:cNvPr id="200" name="Google Shape;200;p6"/>
            <p:cNvSpPr/>
            <p:nvPr/>
          </p:nvSpPr>
          <p:spPr>
            <a:xfrm>
              <a:off x="1421875" y="2536734"/>
              <a:ext cx="862500" cy="313500"/>
            </a:xfrm>
            <a:prstGeom prst="rect">
              <a:avLst/>
            </a:prstGeom>
            <a:noFill/>
            <a:ln w="19050" cap="flat" cmpd="sng">
              <a:solidFill>
                <a:srgbClr val="9900FF"/>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1400"/>
              </a:pPr>
              <a:endParaRPr sz="1867">
                <a:solidFill>
                  <a:srgbClr val="000000"/>
                </a:solidFill>
                <a:latin typeface="Arial"/>
                <a:ea typeface="Arial"/>
                <a:cs typeface="Arial"/>
                <a:sym typeface="Arial"/>
              </a:endParaRPr>
            </a:p>
          </p:txBody>
        </p:sp>
        <p:sp>
          <p:nvSpPr>
            <p:cNvPr id="201" name="Google Shape;201;p6"/>
            <p:cNvSpPr/>
            <p:nvPr/>
          </p:nvSpPr>
          <p:spPr>
            <a:xfrm>
              <a:off x="954524" y="3791064"/>
              <a:ext cx="909900" cy="207000"/>
            </a:xfrm>
            <a:prstGeom prst="rect">
              <a:avLst/>
            </a:prstGeom>
            <a:noFill/>
            <a:ln w="19050" cap="flat" cmpd="sng">
              <a:solidFill>
                <a:srgbClr val="9900FF"/>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1800"/>
              </a:pPr>
              <a:endParaRPr sz="2400">
                <a:solidFill>
                  <a:srgbClr val="000000"/>
                </a:solidFill>
                <a:latin typeface="Arial"/>
                <a:ea typeface="Arial"/>
                <a:cs typeface="Arial"/>
                <a:sym typeface="Arial"/>
              </a:endParaRPr>
            </a:p>
          </p:txBody>
        </p:sp>
      </p:grpSp>
      <p:grpSp>
        <p:nvGrpSpPr>
          <p:cNvPr id="202" name="Google Shape;202;p6"/>
          <p:cNvGrpSpPr/>
          <p:nvPr/>
        </p:nvGrpSpPr>
        <p:grpSpPr>
          <a:xfrm>
            <a:off x="3088906" y="3103724"/>
            <a:ext cx="3783733" cy="2568504"/>
            <a:chOff x="1883250" y="2145400"/>
            <a:chExt cx="2837800" cy="1926378"/>
          </a:xfrm>
        </p:grpSpPr>
        <p:sp>
          <p:nvSpPr>
            <p:cNvPr id="203" name="Google Shape;203;p6"/>
            <p:cNvSpPr/>
            <p:nvPr/>
          </p:nvSpPr>
          <p:spPr>
            <a:xfrm>
              <a:off x="4018450" y="3075602"/>
              <a:ext cx="702600" cy="314400"/>
            </a:xfrm>
            <a:prstGeom prst="rect">
              <a:avLst/>
            </a:prstGeom>
            <a:noFill/>
            <a:ln w="19050" cap="flat" cmpd="sng">
              <a:solidFill>
                <a:srgbClr val="FF9900"/>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1400"/>
              </a:pPr>
              <a:endParaRPr sz="1867">
                <a:solidFill>
                  <a:srgbClr val="000000"/>
                </a:solidFill>
                <a:latin typeface="Arial"/>
                <a:ea typeface="Arial"/>
                <a:cs typeface="Arial"/>
                <a:sym typeface="Arial"/>
              </a:endParaRPr>
            </a:p>
          </p:txBody>
        </p:sp>
        <p:sp>
          <p:nvSpPr>
            <p:cNvPr id="204" name="Google Shape;204;p6"/>
            <p:cNvSpPr/>
            <p:nvPr/>
          </p:nvSpPr>
          <p:spPr>
            <a:xfrm>
              <a:off x="3108825" y="2145400"/>
              <a:ext cx="1325400" cy="314400"/>
            </a:xfrm>
            <a:prstGeom prst="rect">
              <a:avLst/>
            </a:prstGeom>
            <a:noFill/>
            <a:ln w="19050" cap="flat" cmpd="sng">
              <a:solidFill>
                <a:srgbClr val="FF9900"/>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1400"/>
              </a:pPr>
              <a:endParaRPr sz="1867">
                <a:solidFill>
                  <a:srgbClr val="000000"/>
                </a:solidFill>
                <a:latin typeface="Arial"/>
                <a:ea typeface="Arial"/>
                <a:cs typeface="Arial"/>
                <a:sym typeface="Arial"/>
              </a:endParaRPr>
            </a:p>
          </p:txBody>
        </p:sp>
        <p:sp>
          <p:nvSpPr>
            <p:cNvPr id="205" name="Google Shape;205;p6"/>
            <p:cNvSpPr/>
            <p:nvPr/>
          </p:nvSpPr>
          <p:spPr>
            <a:xfrm>
              <a:off x="1883250" y="3864778"/>
              <a:ext cx="1684800" cy="207000"/>
            </a:xfrm>
            <a:prstGeom prst="rect">
              <a:avLst/>
            </a:prstGeom>
            <a:noFill/>
            <a:ln w="19050" cap="flat" cmpd="sng">
              <a:solidFill>
                <a:srgbClr val="FF9900"/>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1400"/>
              </a:pPr>
              <a:endParaRPr sz="1867">
                <a:solidFill>
                  <a:srgbClr val="000000"/>
                </a:solidFill>
                <a:latin typeface="Arial"/>
                <a:ea typeface="Arial"/>
                <a:cs typeface="Arial"/>
                <a:sym typeface="Arial"/>
              </a:endParaRPr>
            </a:p>
          </p:txBody>
        </p:sp>
      </p:grpSp>
      <p:grpSp>
        <p:nvGrpSpPr>
          <p:cNvPr id="206" name="Google Shape;206;p6"/>
          <p:cNvGrpSpPr/>
          <p:nvPr/>
        </p:nvGrpSpPr>
        <p:grpSpPr>
          <a:xfrm>
            <a:off x="4577133" y="3723797"/>
            <a:ext cx="3026667" cy="1909600"/>
            <a:chOff x="2982600" y="2639575"/>
            <a:chExt cx="2270000" cy="1432200"/>
          </a:xfrm>
        </p:grpSpPr>
        <p:sp>
          <p:nvSpPr>
            <p:cNvPr id="207" name="Google Shape;207;p6"/>
            <p:cNvSpPr/>
            <p:nvPr/>
          </p:nvSpPr>
          <p:spPr>
            <a:xfrm>
              <a:off x="3583954" y="3864775"/>
              <a:ext cx="1416300" cy="207000"/>
            </a:xfrm>
            <a:prstGeom prst="rect">
              <a:avLst/>
            </a:prstGeom>
            <a:no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1400"/>
              </a:pPr>
              <a:endParaRPr sz="1867">
                <a:solidFill>
                  <a:srgbClr val="000000"/>
                </a:solidFill>
                <a:latin typeface="Arial"/>
                <a:ea typeface="Arial"/>
                <a:cs typeface="Arial"/>
                <a:sym typeface="Arial"/>
              </a:endParaRPr>
            </a:p>
          </p:txBody>
        </p:sp>
        <p:sp>
          <p:nvSpPr>
            <p:cNvPr id="208" name="Google Shape;208;p6"/>
            <p:cNvSpPr/>
            <p:nvPr/>
          </p:nvSpPr>
          <p:spPr>
            <a:xfrm>
              <a:off x="4463000" y="2639575"/>
              <a:ext cx="789600" cy="278400"/>
            </a:xfrm>
            <a:prstGeom prst="rect">
              <a:avLst/>
            </a:prstGeom>
            <a:no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1400"/>
              </a:pPr>
              <a:endParaRPr sz="1867">
                <a:solidFill>
                  <a:srgbClr val="000000"/>
                </a:solidFill>
                <a:latin typeface="Arial"/>
                <a:ea typeface="Arial"/>
                <a:cs typeface="Arial"/>
                <a:sym typeface="Arial"/>
              </a:endParaRPr>
            </a:p>
          </p:txBody>
        </p:sp>
        <p:sp>
          <p:nvSpPr>
            <p:cNvPr id="209" name="Google Shape;209;p6"/>
            <p:cNvSpPr/>
            <p:nvPr/>
          </p:nvSpPr>
          <p:spPr>
            <a:xfrm>
              <a:off x="2982600" y="3069200"/>
              <a:ext cx="736800" cy="315600"/>
            </a:xfrm>
            <a:prstGeom prst="rect">
              <a:avLst/>
            </a:prstGeom>
            <a:noFill/>
            <a:ln w="19050" cap="flat" cmpd="sng">
              <a:solidFill>
                <a:schemeClr val="accent1"/>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1400"/>
              </a:pPr>
              <a:endParaRPr sz="1867">
                <a:solidFill>
                  <a:srgbClr val="000000"/>
                </a:solidFill>
                <a:latin typeface="Arial"/>
                <a:ea typeface="Arial"/>
                <a:cs typeface="Arial"/>
                <a:sym typeface="Arial"/>
              </a:endParaRPr>
            </a:p>
          </p:txBody>
        </p:sp>
      </p:grpSp>
      <p:grpSp>
        <p:nvGrpSpPr>
          <p:cNvPr id="210" name="Google Shape;210;p6"/>
          <p:cNvGrpSpPr/>
          <p:nvPr/>
        </p:nvGrpSpPr>
        <p:grpSpPr>
          <a:xfrm>
            <a:off x="7301070" y="4337831"/>
            <a:ext cx="2714567" cy="1295567"/>
            <a:chOff x="5015850" y="3099000"/>
            <a:chExt cx="2035925" cy="971675"/>
          </a:xfrm>
        </p:grpSpPr>
        <p:sp>
          <p:nvSpPr>
            <p:cNvPr id="211" name="Google Shape;211;p6"/>
            <p:cNvSpPr/>
            <p:nvPr/>
          </p:nvSpPr>
          <p:spPr>
            <a:xfrm>
              <a:off x="5015850" y="3863675"/>
              <a:ext cx="1076700" cy="207000"/>
            </a:xfrm>
            <a:prstGeom prst="rect">
              <a:avLst/>
            </a:prstGeom>
            <a:noFill/>
            <a:ln w="1905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1600"/>
              </a:pPr>
              <a:endParaRPr sz="2133">
                <a:solidFill>
                  <a:srgbClr val="000000"/>
                </a:solidFill>
                <a:latin typeface="Arial"/>
                <a:ea typeface="Arial"/>
                <a:cs typeface="Arial"/>
                <a:sym typeface="Arial"/>
              </a:endParaRPr>
            </a:p>
          </p:txBody>
        </p:sp>
        <p:sp>
          <p:nvSpPr>
            <p:cNvPr id="212" name="Google Shape;212;p6"/>
            <p:cNvSpPr/>
            <p:nvPr/>
          </p:nvSpPr>
          <p:spPr>
            <a:xfrm>
              <a:off x="6471275" y="3099000"/>
              <a:ext cx="580500" cy="285900"/>
            </a:xfrm>
            <a:prstGeom prst="rect">
              <a:avLst/>
            </a:prstGeom>
            <a:noFill/>
            <a:ln w="19050" cap="flat" cmpd="sng">
              <a:solidFill>
                <a:srgbClr val="00FF00"/>
              </a:solidFill>
              <a:prstDash val="solid"/>
              <a:round/>
              <a:headEnd type="none" w="sm" len="sm"/>
              <a:tailEnd type="none" w="sm" len="sm"/>
            </a:ln>
          </p:spPr>
          <p:txBody>
            <a:bodyPr spcFirstLastPara="1" wrap="square" lIns="121900" tIns="121900" rIns="121900" bIns="121900" anchor="ctr" anchorCtr="0">
              <a:noAutofit/>
            </a:bodyPr>
            <a:lstStyle/>
            <a:p>
              <a:pPr algn="ctr">
                <a:buClr>
                  <a:srgbClr val="000000"/>
                </a:buClr>
                <a:buSzPts val="1400"/>
              </a:pPr>
              <a:endParaRPr sz="1867">
                <a:solidFill>
                  <a:srgbClr val="000000"/>
                </a:solidFill>
                <a:latin typeface="Arial"/>
                <a:ea typeface="Arial"/>
                <a:cs typeface="Arial"/>
                <a:sym typeface="Arial"/>
              </a:endParaRPr>
            </a:p>
          </p:txBody>
        </p:sp>
      </p:grpSp>
      <p:sp>
        <p:nvSpPr>
          <p:cNvPr id="213" name="Google Shape;213;p6"/>
          <p:cNvSpPr txBox="1"/>
          <p:nvPr/>
        </p:nvSpPr>
        <p:spPr>
          <a:xfrm>
            <a:off x="51200" y="5791201"/>
            <a:ext cx="12039200" cy="723363"/>
          </a:xfrm>
          <a:prstGeom prst="rect">
            <a:avLst/>
          </a:prstGeom>
          <a:noFill/>
          <a:ln>
            <a:noFill/>
          </a:ln>
        </p:spPr>
        <p:txBody>
          <a:bodyPr spcFirstLastPara="1" wrap="square" lIns="121900" tIns="121900" rIns="121900" bIns="121900" anchor="t" anchorCtr="0">
            <a:spAutoFit/>
          </a:bodyPr>
          <a:lstStyle/>
          <a:p>
            <a:pPr>
              <a:buClr>
                <a:srgbClr val="000000"/>
              </a:buClr>
              <a:buSzPts val="1100"/>
            </a:pPr>
            <a:r>
              <a:rPr lang="en" sz="1467">
                <a:solidFill>
                  <a:schemeClr val="dk1"/>
                </a:solidFill>
                <a:highlight>
                  <a:schemeClr val="lt1"/>
                </a:highlight>
                <a:latin typeface="Times New Roman"/>
                <a:ea typeface="Times New Roman"/>
                <a:cs typeface="Times New Roman"/>
                <a:sym typeface="Times New Roman"/>
              </a:rPr>
              <a:t>[1] Savova et al. “Mayo clinical text analysis and knowledge extraction system (ctakes): architecture, component evaluation and applications,” JAMIA. 2010.</a:t>
            </a:r>
            <a:endParaRPr sz="1467">
              <a:solidFill>
                <a:schemeClr val="dk1"/>
              </a:solidFill>
              <a:highlight>
                <a:schemeClr val="lt1"/>
              </a:highlight>
              <a:latin typeface="Times New Roman"/>
              <a:ea typeface="Times New Roman"/>
              <a:cs typeface="Times New Roman"/>
              <a:sym typeface="Times New Roman"/>
            </a:endParaRPr>
          </a:p>
          <a:p>
            <a:pPr>
              <a:spcBef>
                <a:spcPts val="133"/>
              </a:spcBef>
              <a:spcAft>
                <a:spcPts val="133"/>
              </a:spcAft>
              <a:buClr>
                <a:srgbClr val="000000"/>
              </a:buClr>
              <a:buSzPts val="1100"/>
            </a:pPr>
            <a:r>
              <a:rPr lang="en" sz="1467">
                <a:solidFill>
                  <a:schemeClr val="dk1"/>
                </a:solidFill>
                <a:highlight>
                  <a:schemeClr val="lt1"/>
                </a:highlight>
                <a:latin typeface="Times New Roman"/>
                <a:ea typeface="Times New Roman"/>
                <a:cs typeface="Times New Roman"/>
                <a:sym typeface="Times New Roman"/>
              </a:rPr>
              <a:t>[2] </a:t>
            </a:r>
            <a:r>
              <a:rPr lang="en" sz="1333">
                <a:solidFill>
                  <a:srgbClr val="222222"/>
                </a:solidFill>
                <a:highlight>
                  <a:srgbClr val="FFFFFF"/>
                </a:highlight>
                <a:latin typeface="Arial"/>
                <a:ea typeface="Arial"/>
                <a:cs typeface="Arial"/>
                <a:sym typeface="Arial"/>
              </a:rPr>
              <a:t>Bodenreider "Using UMLS semantics for classification purposes." </a:t>
            </a:r>
            <a:r>
              <a:rPr lang="en" sz="1333" i="1">
                <a:solidFill>
                  <a:srgbClr val="222222"/>
                </a:solidFill>
                <a:highlight>
                  <a:srgbClr val="FFFFFF"/>
                </a:highlight>
                <a:latin typeface="Arial"/>
                <a:ea typeface="Arial"/>
                <a:cs typeface="Arial"/>
                <a:sym typeface="Arial"/>
              </a:rPr>
              <a:t>AMIA Symposium</a:t>
            </a:r>
            <a:r>
              <a:rPr lang="en" sz="1333">
                <a:solidFill>
                  <a:srgbClr val="222222"/>
                </a:solidFill>
                <a:highlight>
                  <a:srgbClr val="FFFFFF"/>
                </a:highlight>
                <a:latin typeface="Arial"/>
                <a:ea typeface="Arial"/>
                <a:cs typeface="Arial"/>
                <a:sym typeface="Arial"/>
              </a:rPr>
              <a:t>. 2000.</a:t>
            </a:r>
            <a:endParaRPr sz="1467">
              <a:solidFill>
                <a:schemeClr val="dk1"/>
              </a:solidFill>
              <a:highlight>
                <a:schemeClr val="lt1"/>
              </a:highlight>
              <a:latin typeface="Times New Roman"/>
              <a:ea typeface="Times New Roman"/>
              <a:cs typeface="Times New Roman"/>
              <a:sym typeface="Times New Roman"/>
            </a:endParaRPr>
          </a:p>
        </p:txBody>
      </p:sp>
      <p:sp>
        <p:nvSpPr>
          <p:cNvPr id="214" name="Google Shape;214;p6"/>
          <p:cNvSpPr txBox="1">
            <a:spLocks noGrp="1"/>
          </p:cNvSpPr>
          <p:nvPr>
            <p:ph type="sldNum" idx="12"/>
          </p:nvPr>
        </p:nvSpPr>
        <p:spPr>
          <a:xfrm>
            <a:off x="11296611" y="6217623"/>
            <a:ext cx="731600" cy="524800"/>
          </a:xfrm>
          <a:prstGeom prst="rect">
            <a:avLst/>
          </a:prstGeom>
          <a:noFill/>
          <a:ln>
            <a:noFill/>
          </a:ln>
        </p:spPr>
        <p:txBody>
          <a:bodyPr spcFirstLastPara="1" wrap="square" lIns="121900" tIns="121900" rIns="121900" bIns="121900" anchor="ctr" anchorCtr="0">
            <a:normAutofit/>
          </a:bodyPr>
          <a:lstStyle/>
          <a:p>
            <a:pPr>
              <a:buClr>
                <a:srgbClr val="000000"/>
              </a:buClr>
              <a:buSzPts val="1000"/>
            </a:pPr>
            <a:fld id="{00000000-1234-1234-1234-123412341234}" type="slidenum">
              <a:rPr lang="en"/>
              <a:pPr>
                <a:buClr>
                  <a:srgbClr val="000000"/>
                </a:buClr>
                <a:buSzPts val="1000"/>
              </a:pPr>
              <a:t>3</a:t>
            </a:fld>
            <a:endParaRPr/>
          </a:p>
        </p:txBody>
      </p:sp>
      <p:sp>
        <p:nvSpPr>
          <p:cNvPr id="215" name="Google Shape;215;p6"/>
          <p:cNvSpPr txBox="1"/>
          <p:nvPr/>
        </p:nvSpPr>
        <p:spPr>
          <a:xfrm>
            <a:off x="296067" y="258633"/>
            <a:ext cx="11588800" cy="1197723"/>
          </a:xfrm>
          <a:prstGeom prst="rect">
            <a:avLst/>
          </a:prstGeom>
          <a:noFill/>
          <a:ln>
            <a:noFill/>
          </a:ln>
        </p:spPr>
        <p:txBody>
          <a:bodyPr spcFirstLastPara="1" wrap="square" lIns="121900" tIns="121900" rIns="121900" bIns="121900" anchor="t" anchorCtr="0">
            <a:spAutoFit/>
          </a:bodyPr>
          <a:lstStyle/>
          <a:p>
            <a:pPr>
              <a:buClr>
                <a:srgbClr val="000000"/>
              </a:buClr>
              <a:buSzPts val="2500"/>
            </a:pPr>
            <a:r>
              <a:rPr lang="en" sz="3333" b="1">
                <a:solidFill>
                  <a:srgbClr val="333489"/>
                </a:solidFill>
                <a:latin typeface="Calibri"/>
                <a:ea typeface="Calibri"/>
                <a:cs typeface="Calibri"/>
                <a:sym typeface="Calibri"/>
              </a:rPr>
              <a:t>Event Extraction from Unstructured Clinical Notes</a:t>
            </a:r>
            <a:endParaRPr sz="2267" b="1">
              <a:solidFill>
                <a:srgbClr val="333489"/>
              </a:solidFill>
              <a:latin typeface="Times New Roman"/>
              <a:ea typeface="Times New Roman"/>
              <a:cs typeface="Times New Roman"/>
              <a:sym typeface="Times New Roman"/>
            </a:endParaRPr>
          </a:p>
          <a:p>
            <a:pPr>
              <a:spcBef>
                <a:spcPts val="667"/>
              </a:spcBef>
              <a:buClr>
                <a:srgbClr val="000000"/>
              </a:buClr>
              <a:buSzPts val="1700"/>
            </a:pPr>
            <a:r>
              <a:rPr lang="en" sz="2267" b="1">
                <a:solidFill>
                  <a:srgbClr val="333489"/>
                </a:solidFill>
                <a:latin typeface="Times New Roman"/>
                <a:ea typeface="Times New Roman"/>
                <a:cs typeface="Times New Roman"/>
                <a:sym typeface="Times New Roman"/>
              </a:rPr>
              <a:t>with cTAKES</a:t>
            </a:r>
            <a:r>
              <a:rPr lang="en" sz="2267" b="1" baseline="30000">
                <a:solidFill>
                  <a:srgbClr val="333489"/>
                </a:solidFill>
                <a:latin typeface="Times New Roman"/>
                <a:ea typeface="Times New Roman"/>
                <a:cs typeface="Times New Roman"/>
                <a:sym typeface="Times New Roman"/>
              </a:rPr>
              <a:t>[1]</a:t>
            </a:r>
            <a:r>
              <a:rPr lang="en" sz="2133">
                <a:solidFill>
                  <a:schemeClr val="dk1"/>
                </a:solidFill>
                <a:latin typeface="Times New Roman"/>
                <a:ea typeface="Times New Roman"/>
                <a:cs typeface="Times New Roman"/>
                <a:sym typeface="Times New Roman"/>
              </a:rPr>
              <a:t> </a:t>
            </a:r>
            <a:endParaRPr sz="2267" b="1">
              <a:solidFill>
                <a:srgbClr val="38761D"/>
              </a:solidFill>
              <a:latin typeface="Times New Roman"/>
              <a:ea typeface="Times New Roman"/>
              <a:cs typeface="Times New Roman"/>
              <a:sym typeface="Times New Roman"/>
            </a:endParaRPr>
          </a:p>
        </p:txBody>
      </p:sp>
      <p:sp>
        <p:nvSpPr>
          <p:cNvPr id="216" name="Google Shape;216;p6"/>
          <p:cNvSpPr txBox="1"/>
          <p:nvPr/>
        </p:nvSpPr>
        <p:spPr>
          <a:xfrm>
            <a:off x="304800" y="1422401"/>
            <a:ext cx="11681600" cy="943936"/>
          </a:xfrm>
          <a:prstGeom prst="rect">
            <a:avLst/>
          </a:prstGeom>
          <a:noFill/>
          <a:ln>
            <a:noFill/>
          </a:ln>
        </p:spPr>
        <p:txBody>
          <a:bodyPr spcFirstLastPara="1" wrap="square" lIns="121900" tIns="121900" rIns="121900" bIns="121900" anchor="t" anchorCtr="0">
            <a:spAutoFit/>
          </a:bodyPr>
          <a:lstStyle/>
          <a:p>
            <a:pPr marL="609585" indent="-448722">
              <a:buClr>
                <a:schemeClr val="dk1"/>
              </a:buClr>
              <a:buSzPts val="1700"/>
              <a:buFont typeface="Times New Roman"/>
              <a:buChar char="●"/>
            </a:pPr>
            <a:r>
              <a:rPr lang="en" sz="2267">
                <a:solidFill>
                  <a:schemeClr val="dk1"/>
                </a:solidFill>
                <a:latin typeface="Times New Roman"/>
                <a:ea typeface="Times New Roman"/>
                <a:cs typeface="Times New Roman"/>
                <a:sym typeface="Times New Roman"/>
              </a:rPr>
              <a:t>extracts clinical concepts from text </a:t>
            </a:r>
            <a:endParaRPr sz="2267">
              <a:solidFill>
                <a:schemeClr val="dk1"/>
              </a:solidFill>
              <a:latin typeface="Times New Roman"/>
              <a:ea typeface="Times New Roman"/>
              <a:cs typeface="Times New Roman"/>
              <a:sym typeface="Times New Roman"/>
            </a:endParaRPr>
          </a:p>
          <a:p>
            <a:pPr marL="609585" indent="-448722">
              <a:buClr>
                <a:schemeClr val="dk1"/>
              </a:buClr>
              <a:buSzPts val="1700"/>
              <a:buFont typeface="Times New Roman"/>
              <a:buChar char="●"/>
            </a:pPr>
            <a:r>
              <a:rPr lang="en" sz="2267">
                <a:solidFill>
                  <a:schemeClr val="dk1"/>
                </a:solidFill>
                <a:latin typeface="Times New Roman"/>
                <a:ea typeface="Times New Roman"/>
                <a:cs typeface="Times New Roman"/>
                <a:sym typeface="Times New Roman"/>
              </a:rPr>
              <a:t>maps synonymous concepts to unique identifiers (CUI) in UMLS</a:t>
            </a:r>
            <a:r>
              <a:rPr lang="en" sz="2267" baseline="30000">
                <a:solidFill>
                  <a:schemeClr val="dk1"/>
                </a:solidFill>
                <a:latin typeface="Times New Roman"/>
                <a:ea typeface="Times New Roman"/>
                <a:cs typeface="Times New Roman"/>
                <a:sym typeface="Times New Roman"/>
              </a:rPr>
              <a:t>[2]</a:t>
            </a:r>
            <a:r>
              <a:rPr lang="en" sz="2267">
                <a:solidFill>
                  <a:schemeClr val="dk1"/>
                </a:solidFill>
                <a:latin typeface="Times New Roman"/>
                <a:ea typeface="Times New Roman"/>
                <a:cs typeface="Times New Roman"/>
                <a:sym typeface="Times New Roman"/>
              </a:rPr>
              <a:t> clinical knowledge graph</a:t>
            </a:r>
            <a:endParaRPr sz="2267" b="1">
              <a:solidFill>
                <a:srgbClr val="38761D"/>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2"/>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1"/>
                                          </p:stCondLst>
                                        </p:cTn>
                                        <p:tgtEl>
                                          <p:spTgt spid="19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6"/>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1"/>
                                          </p:stCondLst>
                                        </p:cTn>
                                        <p:tgtEl>
                                          <p:spTgt spid="202"/>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0"/>
                                        </p:tgtEl>
                                        <p:attrNameLst>
                                          <p:attrName>style.visibility</p:attrName>
                                        </p:attrNameLst>
                                      </p:cBhvr>
                                      <p:to>
                                        <p:strVal val="visible"/>
                                      </p:to>
                                    </p:set>
                                  </p:childTnLst>
                                </p:cTn>
                              </p:par>
                              <p:par>
                                <p:cTn id="23" presetID="1" presetClass="exit" presetSubtype="0" fill="hold" nodeType="withEffect">
                                  <p:stCondLst>
                                    <p:cond delay="0"/>
                                  </p:stCondLst>
                                  <p:childTnLst>
                                    <p:set>
                                      <p:cBhvr>
                                        <p:cTn id="24" dur="1" fill="hold">
                                          <p:stCondLst>
                                            <p:cond delay="1"/>
                                          </p:stCondLst>
                                        </p:cTn>
                                        <p:tgtEl>
                                          <p:spTgt spid="20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EC374-D5EE-85B7-BE9B-47009C5CE730}"/>
              </a:ext>
            </a:extLst>
          </p:cNvPr>
          <p:cNvSpPr>
            <a:spLocks noGrp="1"/>
          </p:cNvSpPr>
          <p:nvPr>
            <p:ph type="title"/>
          </p:nvPr>
        </p:nvSpPr>
        <p:spPr/>
        <p:txBody>
          <a:bodyPr>
            <a:normAutofit fontScale="90000"/>
          </a:bodyPr>
          <a:lstStyle/>
          <a:p>
            <a:r>
              <a:rPr lang="en-IT" dirty="0"/>
              <a:t>UMLS: </a:t>
            </a:r>
            <a:r>
              <a:rPr lang="en-GB" b="1" dirty="0">
                <a:hlinkClick r:id="rId2"/>
              </a:rPr>
              <a:t>Unified Medical Language System</a:t>
            </a:r>
            <a:br>
              <a:rPr lang="en-GB" b="1" dirty="0"/>
            </a:br>
            <a:endParaRPr lang="en-IT" dirty="0"/>
          </a:p>
        </p:txBody>
      </p:sp>
      <p:sp>
        <p:nvSpPr>
          <p:cNvPr id="3" name="Text Placeholder 2">
            <a:extLst>
              <a:ext uri="{FF2B5EF4-FFF2-40B4-BE49-F238E27FC236}">
                <a16:creationId xmlns:a16="http://schemas.microsoft.com/office/drawing/2014/main" id="{96FDF840-2983-B684-379F-8D3F4C446B1D}"/>
              </a:ext>
            </a:extLst>
          </p:cNvPr>
          <p:cNvSpPr>
            <a:spLocks noGrp="1"/>
          </p:cNvSpPr>
          <p:nvPr>
            <p:ph type="body" idx="1"/>
          </p:nvPr>
        </p:nvSpPr>
        <p:spPr/>
        <p:txBody>
          <a:bodyPr>
            <a:normAutofit fontScale="40000" lnSpcReduction="20000"/>
          </a:bodyPr>
          <a:lstStyle/>
          <a:p>
            <a:pPr marL="152396" indent="0">
              <a:buNone/>
            </a:pPr>
            <a:endParaRPr lang="en-GB" i="1" dirty="0"/>
          </a:p>
          <a:p>
            <a:pPr marL="152396" indent="0">
              <a:buNone/>
            </a:pPr>
            <a:r>
              <a:rPr lang="en-GB" sz="5100" dirty="0"/>
              <a:t>2026AA Release  </a:t>
            </a:r>
          </a:p>
          <a:p>
            <a:pPr marL="152396" indent="0">
              <a:buNone/>
            </a:pPr>
            <a:endParaRPr lang="en-GB" sz="5100" dirty="0"/>
          </a:p>
          <a:p>
            <a:r>
              <a:rPr lang="en-GB" sz="5100" dirty="0"/>
              <a:t>18M Names</a:t>
            </a:r>
          </a:p>
          <a:p>
            <a:r>
              <a:rPr lang="en-GB" sz="5100" dirty="0"/>
              <a:t>3.5M Concepts</a:t>
            </a:r>
          </a:p>
          <a:p>
            <a:r>
              <a:rPr lang="en-GB" sz="5100" dirty="0"/>
              <a:t>9.3M Codes</a:t>
            </a:r>
          </a:p>
          <a:p>
            <a:r>
              <a:rPr lang="en-GB" sz="5100" dirty="0"/>
              <a:t>31 Languages (including Italian)</a:t>
            </a:r>
          </a:p>
          <a:p>
            <a:r>
              <a:rPr lang="en-GB" sz="5100" dirty="0"/>
              <a:t>195 Vocabularies</a:t>
            </a:r>
          </a:p>
          <a:p>
            <a:pPr marL="152396" indent="0">
              <a:buNone/>
            </a:pPr>
            <a:endParaRPr lang="en-GB" i="1" dirty="0"/>
          </a:p>
          <a:p>
            <a:pPr marL="152396" indent="0">
              <a:buNone/>
            </a:pPr>
            <a:endParaRPr lang="en-GB" i="1" dirty="0"/>
          </a:p>
          <a:p>
            <a:pPr marL="152396" indent="0">
              <a:buNone/>
            </a:pPr>
            <a:endParaRPr lang="en-GB" i="1" dirty="0"/>
          </a:p>
          <a:p>
            <a:pPr marL="152396" indent="0">
              <a:buNone/>
            </a:pPr>
            <a:endParaRPr lang="en-GB" i="1" dirty="0"/>
          </a:p>
          <a:p>
            <a:pPr marL="152396" indent="0">
              <a:buNone/>
            </a:pPr>
            <a:endParaRPr lang="en-GB" i="1" dirty="0"/>
          </a:p>
          <a:p>
            <a:pPr marL="152396" indent="0">
              <a:buNone/>
            </a:pPr>
            <a:endParaRPr lang="en-GB" i="1" dirty="0"/>
          </a:p>
          <a:p>
            <a:pPr marL="152396" indent="0">
              <a:buNone/>
            </a:pPr>
            <a:endParaRPr lang="en-GB" i="1" dirty="0"/>
          </a:p>
          <a:p>
            <a:pPr marL="152396" indent="0">
              <a:buNone/>
            </a:pPr>
            <a:endParaRPr lang="en-GB" i="1" dirty="0"/>
          </a:p>
          <a:p>
            <a:pPr marL="152396" indent="0">
              <a:buNone/>
            </a:pPr>
            <a:endParaRPr lang="en-GB" i="1" dirty="0"/>
          </a:p>
          <a:p>
            <a:pPr marL="152396" indent="0">
              <a:buNone/>
            </a:pPr>
            <a:endParaRPr lang="en-GB" i="1" dirty="0"/>
          </a:p>
          <a:p>
            <a:pPr marL="152396" indent="0">
              <a:buNone/>
            </a:pPr>
            <a:endParaRPr lang="en-GB" i="1" dirty="0"/>
          </a:p>
          <a:p>
            <a:pPr marL="152396" indent="0">
              <a:buNone/>
            </a:pPr>
            <a:r>
              <a:rPr lang="en-GB" sz="2900" i="1" dirty="0"/>
              <a:t>NLM. UMLS Reference Manual. Technical report, National Library of Medicine, September2009. http://</a:t>
            </a:r>
            <a:r>
              <a:rPr lang="en-GB" sz="2900" i="1" dirty="0" err="1"/>
              <a:t>www.ncbi.nlm.nih.gov</a:t>
            </a:r>
            <a:r>
              <a:rPr lang="en-GB" sz="2900" i="1" dirty="0"/>
              <a:t>/books/NBK9676/</a:t>
            </a:r>
            <a:endParaRPr lang="en-GB" sz="2900" dirty="0"/>
          </a:p>
          <a:p>
            <a:endParaRPr lang="en-IT" dirty="0"/>
          </a:p>
        </p:txBody>
      </p:sp>
    </p:spTree>
    <p:extLst>
      <p:ext uri="{BB962C8B-B14F-4D97-AF65-F5344CB8AC3E}">
        <p14:creationId xmlns:p14="http://schemas.microsoft.com/office/powerpoint/2010/main" val="1736985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CF3091D4-5CD3-8D6D-8391-EA68FBC255FC}"/>
              </a:ext>
            </a:extLst>
          </p:cNvPr>
          <p:cNvSpPr>
            <a:spLocks noGrp="1"/>
          </p:cNvSpPr>
          <p:nvPr>
            <p:ph type="sldNum" sz="quarter" idx="12"/>
          </p:nvPr>
        </p:nvSpPr>
        <p:spPr/>
        <p:txBody>
          <a:bodyPr/>
          <a:lstStyle/>
          <a:p>
            <a:pPr eaLnBrk="0" fontAlgn="base" hangingPunct="0">
              <a:spcBef>
                <a:spcPct val="0"/>
              </a:spcBef>
              <a:spcAft>
                <a:spcPct val="0"/>
              </a:spcAft>
            </a:pPr>
            <a:fld id="{DDD6ADA3-2247-264B-9AAE-087257EDB43F}" type="slidenum">
              <a:rPr lang="en-US" altLang="en-IT"/>
              <a:pPr eaLnBrk="0" fontAlgn="base" hangingPunct="0">
                <a:spcBef>
                  <a:spcPct val="0"/>
                </a:spcBef>
                <a:spcAft>
                  <a:spcPct val="0"/>
                </a:spcAft>
              </a:pPr>
              <a:t>5</a:t>
            </a:fld>
            <a:endParaRPr lang="en-US" altLang="en-IT"/>
          </a:p>
        </p:txBody>
      </p:sp>
      <p:sp>
        <p:nvSpPr>
          <p:cNvPr id="6815746" name="Rectangle 2">
            <a:extLst>
              <a:ext uri="{FF2B5EF4-FFF2-40B4-BE49-F238E27FC236}">
                <a16:creationId xmlns:a16="http://schemas.microsoft.com/office/drawing/2014/main" id="{91DA21EC-D41C-F332-0DC0-614B3F3E8F83}"/>
              </a:ext>
            </a:extLst>
          </p:cNvPr>
          <p:cNvSpPr>
            <a:spLocks noGrp="1" noChangeArrowheads="1"/>
          </p:cNvSpPr>
          <p:nvPr>
            <p:ph type="title"/>
          </p:nvPr>
        </p:nvSpPr>
        <p:spPr/>
        <p:txBody>
          <a:bodyPr/>
          <a:lstStyle/>
          <a:p>
            <a:r>
              <a:rPr lang="en-US" altLang="en-IT" dirty="0"/>
              <a:t>UMLS consists of</a:t>
            </a:r>
          </a:p>
        </p:txBody>
      </p:sp>
      <p:sp>
        <p:nvSpPr>
          <p:cNvPr id="6815747" name="AutoShape 3">
            <a:extLst>
              <a:ext uri="{FF2B5EF4-FFF2-40B4-BE49-F238E27FC236}">
                <a16:creationId xmlns:a16="http://schemas.microsoft.com/office/drawing/2014/main" id="{013CCAA0-0807-3B6A-4C44-49C92843BDB9}"/>
              </a:ext>
            </a:extLst>
          </p:cNvPr>
          <p:cNvSpPr>
            <a:spLocks noChangeArrowheads="1"/>
          </p:cNvSpPr>
          <p:nvPr/>
        </p:nvSpPr>
        <p:spPr bwMode="auto">
          <a:xfrm>
            <a:off x="2025650" y="2144713"/>
            <a:ext cx="2209800" cy="2940050"/>
          </a:xfrm>
          <a:prstGeom prst="flowChartMagneticDisk">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fontAlgn="base">
              <a:spcBef>
                <a:spcPct val="0"/>
              </a:spcBef>
              <a:spcAft>
                <a:spcPct val="0"/>
              </a:spcAft>
            </a:pPr>
            <a:endParaRPr lang="en-IT" altLang="en-IT">
              <a:solidFill>
                <a:srgbClr val="CCCCFF"/>
              </a:solidFill>
              <a:latin typeface="Times New Roman" panose="02020603050405020304" pitchFamily="18" charset="0"/>
            </a:endParaRPr>
          </a:p>
        </p:txBody>
      </p:sp>
      <p:sp>
        <p:nvSpPr>
          <p:cNvPr id="6815748" name="AutoShape 4">
            <a:extLst>
              <a:ext uri="{FF2B5EF4-FFF2-40B4-BE49-F238E27FC236}">
                <a16:creationId xmlns:a16="http://schemas.microsoft.com/office/drawing/2014/main" id="{3D7C438F-BE7A-5CC3-36DD-99E7133EA241}"/>
              </a:ext>
            </a:extLst>
          </p:cNvPr>
          <p:cNvSpPr>
            <a:spLocks noChangeArrowheads="1"/>
          </p:cNvSpPr>
          <p:nvPr/>
        </p:nvSpPr>
        <p:spPr bwMode="auto">
          <a:xfrm>
            <a:off x="4813301" y="2159001"/>
            <a:ext cx="2252663" cy="2867025"/>
          </a:xfrm>
          <a:prstGeom prst="flowChartMagneticDisk">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T" sz="2400" b="1">
              <a:solidFill>
                <a:srgbClr val="FFFF00"/>
              </a:solidFill>
              <a:latin typeface="Tahoma" panose="020B0604030504040204" pitchFamily="34" charset="0"/>
            </a:endParaRPr>
          </a:p>
        </p:txBody>
      </p:sp>
      <p:sp>
        <p:nvSpPr>
          <p:cNvPr id="6815749" name="AutoShape 5">
            <a:extLst>
              <a:ext uri="{FF2B5EF4-FFF2-40B4-BE49-F238E27FC236}">
                <a16:creationId xmlns:a16="http://schemas.microsoft.com/office/drawing/2014/main" id="{1E9A9014-8B5E-2377-7352-7A18AB72631C}"/>
              </a:ext>
            </a:extLst>
          </p:cNvPr>
          <p:cNvSpPr>
            <a:spLocks noChangeArrowheads="1"/>
          </p:cNvSpPr>
          <p:nvPr/>
        </p:nvSpPr>
        <p:spPr bwMode="auto">
          <a:xfrm>
            <a:off x="7708900" y="2085976"/>
            <a:ext cx="2224088" cy="2968625"/>
          </a:xfrm>
          <a:prstGeom prst="flowChartMagneticDisk">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T" sz="2400" b="1">
              <a:solidFill>
                <a:srgbClr val="FFFF00"/>
              </a:solidFill>
              <a:latin typeface="Tahoma" panose="020B0604030504040204" pitchFamily="34" charset="0"/>
            </a:endParaRPr>
          </a:p>
        </p:txBody>
      </p:sp>
      <p:sp>
        <p:nvSpPr>
          <p:cNvPr id="6815750" name="Text Box 6">
            <a:extLst>
              <a:ext uri="{FF2B5EF4-FFF2-40B4-BE49-F238E27FC236}">
                <a16:creationId xmlns:a16="http://schemas.microsoft.com/office/drawing/2014/main" id="{191759FB-328B-0F0A-8B5A-2BD128F5162B}"/>
              </a:ext>
            </a:extLst>
          </p:cNvPr>
          <p:cNvSpPr txBox="1">
            <a:spLocks noChangeArrowheads="1"/>
          </p:cNvSpPr>
          <p:nvPr/>
        </p:nvSpPr>
        <p:spPr bwMode="auto">
          <a:xfrm>
            <a:off x="2198688" y="2409826"/>
            <a:ext cx="2228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en-US" altLang="en-IT" sz="2000">
                <a:solidFill>
                  <a:srgbClr val="FFFF00"/>
                </a:solidFill>
                <a:latin typeface="Tahoma" panose="020B0604030504040204" pitchFamily="34" charset="0"/>
              </a:rPr>
              <a:t>Metathesaurus</a:t>
            </a:r>
          </a:p>
        </p:txBody>
      </p:sp>
      <p:sp>
        <p:nvSpPr>
          <p:cNvPr id="6815751" name="Rectangle 7">
            <a:extLst>
              <a:ext uri="{FF2B5EF4-FFF2-40B4-BE49-F238E27FC236}">
                <a16:creationId xmlns:a16="http://schemas.microsoft.com/office/drawing/2014/main" id="{16DA995D-C536-1569-A3A7-053DBE5B72DC}"/>
              </a:ext>
            </a:extLst>
          </p:cNvPr>
          <p:cNvSpPr>
            <a:spLocks noChangeArrowheads="1"/>
          </p:cNvSpPr>
          <p:nvPr/>
        </p:nvSpPr>
        <p:spPr bwMode="auto">
          <a:xfrm>
            <a:off x="4875213" y="2424114"/>
            <a:ext cx="23669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en-US" altLang="en-IT" sz="2000">
                <a:solidFill>
                  <a:srgbClr val="FFFF00"/>
                </a:solidFill>
                <a:latin typeface="Tahoma" panose="020B0604030504040204" pitchFamily="34" charset="0"/>
              </a:rPr>
              <a:t>Semantic Network</a:t>
            </a:r>
          </a:p>
        </p:txBody>
      </p:sp>
      <p:sp>
        <p:nvSpPr>
          <p:cNvPr id="6815752" name="Rectangle 8">
            <a:extLst>
              <a:ext uri="{FF2B5EF4-FFF2-40B4-BE49-F238E27FC236}">
                <a16:creationId xmlns:a16="http://schemas.microsoft.com/office/drawing/2014/main" id="{5E214CA5-DE3F-9854-3F07-E8E1F45CC6AC}"/>
              </a:ext>
            </a:extLst>
          </p:cNvPr>
          <p:cNvSpPr>
            <a:spLocks noChangeArrowheads="1"/>
          </p:cNvSpPr>
          <p:nvPr/>
        </p:nvSpPr>
        <p:spPr bwMode="auto">
          <a:xfrm>
            <a:off x="7761288" y="2182814"/>
            <a:ext cx="21717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lang="en-US" altLang="en-IT" sz="2000">
                <a:solidFill>
                  <a:srgbClr val="FFFF00"/>
                </a:solidFill>
                <a:latin typeface="Tahoma" panose="020B0604030504040204" pitchFamily="34" charset="0"/>
              </a:rPr>
              <a:t>SPECIALIST</a:t>
            </a:r>
          </a:p>
          <a:p>
            <a:pPr algn="ctr" fontAlgn="base">
              <a:spcBef>
                <a:spcPct val="0"/>
              </a:spcBef>
              <a:spcAft>
                <a:spcPct val="0"/>
              </a:spcAft>
            </a:pPr>
            <a:r>
              <a:rPr lang="en-US" altLang="en-IT" sz="2000">
                <a:solidFill>
                  <a:srgbClr val="FFFF00"/>
                </a:solidFill>
                <a:latin typeface="Tahoma" panose="020B0604030504040204" pitchFamily="34" charset="0"/>
              </a:rPr>
              <a:t>Lexicon &amp; Tools</a:t>
            </a:r>
          </a:p>
        </p:txBody>
      </p:sp>
      <p:sp>
        <p:nvSpPr>
          <p:cNvPr id="6815753" name="Text Box 9">
            <a:extLst>
              <a:ext uri="{FF2B5EF4-FFF2-40B4-BE49-F238E27FC236}">
                <a16:creationId xmlns:a16="http://schemas.microsoft.com/office/drawing/2014/main" id="{13242F5F-AD9F-813E-EB83-AB06309F7FA6}"/>
              </a:ext>
            </a:extLst>
          </p:cNvPr>
          <p:cNvSpPr txBox="1">
            <a:spLocks noChangeArrowheads="1"/>
          </p:cNvSpPr>
          <p:nvPr/>
        </p:nvSpPr>
        <p:spPr bwMode="auto">
          <a:xfrm>
            <a:off x="4838700" y="3070225"/>
            <a:ext cx="23622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en-US" altLang="en-IT" sz="2000">
                <a:solidFill>
                  <a:srgbClr val="FFFFFF"/>
                </a:solidFill>
                <a:latin typeface="Tahoma" panose="020B0604030504040204" pitchFamily="34" charset="0"/>
                <a:ea typeface="Arial Unicode MS" panose="020B0604020202020204" pitchFamily="34" charset="-128"/>
                <a:cs typeface="Arial Unicode MS" panose="020B0604020202020204" pitchFamily="34" charset="-128"/>
              </a:rPr>
              <a:t>135 broad </a:t>
            </a:r>
            <a:r>
              <a:rPr lang="en-US" altLang="en-IT" sz="2400">
                <a:solidFill>
                  <a:srgbClr val="FFFF00"/>
                </a:solidFill>
                <a:latin typeface="Tahoma" panose="020B0604030504040204" pitchFamily="34" charset="0"/>
                <a:ea typeface="Arial Unicode MS" panose="020B0604020202020204" pitchFamily="34" charset="-128"/>
                <a:cs typeface="Arial Unicode MS" panose="020B0604020202020204" pitchFamily="34" charset="-128"/>
              </a:rPr>
              <a:t>categories</a:t>
            </a:r>
            <a:r>
              <a:rPr lang="en-US" altLang="en-IT" sz="2000">
                <a:solidFill>
                  <a:srgbClr val="FFFFFF"/>
                </a:solidFill>
                <a:latin typeface="Tahoma" panose="020B0604030504040204" pitchFamily="34" charset="0"/>
                <a:ea typeface="Arial Unicode MS" panose="020B0604020202020204" pitchFamily="34" charset="-128"/>
                <a:cs typeface="Arial Unicode MS" panose="020B0604020202020204" pitchFamily="34" charset="-128"/>
              </a:rPr>
              <a:t> and 54 </a:t>
            </a:r>
            <a:r>
              <a:rPr lang="en-US" altLang="en-IT" sz="2400">
                <a:solidFill>
                  <a:srgbClr val="FFFF00"/>
                </a:solidFill>
                <a:latin typeface="Tahoma" panose="020B0604030504040204" pitchFamily="34" charset="0"/>
                <a:ea typeface="Arial Unicode MS" panose="020B0604020202020204" pitchFamily="34" charset="-128"/>
                <a:cs typeface="Arial Unicode MS" panose="020B0604020202020204" pitchFamily="34" charset="-128"/>
              </a:rPr>
              <a:t>relationships </a:t>
            </a:r>
            <a:r>
              <a:rPr lang="en-US" altLang="en-IT" sz="2000">
                <a:solidFill>
                  <a:srgbClr val="FFFFFF"/>
                </a:solidFill>
                <a:latin typeface="Tahoma" panose="020B0604030504040204" pitchFamily="34" charset="0"/>
                <a:ea typeface="Arial Unicode MS" panose="020B0604020202020204" pitchFamily="34" charset="-128"/>
                <a:cs typeface="Arial Unicode MS" panose="020B0604020202020204" pitchFamily="34" charset="-128"/>
              </a:rPr>
              <a:t>between categories</a:t>
            </a:r>
          </a:p>
        </p:txBody>
      </p:sp>
      <p:sp>
        <p:nvSpPr>
          <p:cNvPr id="6815754" name="Text Box 10">
            <a:extLst>
              <a:ext uri="{FF2B5EF4-FFF2-40B4-BE49-F238E27FC236}">
                <a16:creationId xmlns:a16="http://schemas.microsoft.com/office/drawing/2014/main" id="{5F01BAAD-4033-738F-CD3C-DBEF9794E050}"/>
              </a:ext>
            </a:extLst>
          </p:cNvPr>
          <p:cNvSpPr txBox="1">
            <a:spLocks noChangeArrowheads="1"/>
          </p:cNvSpPr>
          <p:nvPr/>
        </p:nvSpPr>
        <p:spPr bwMode="auto">
          <a:xfrm>
            <a:off x="2308226" y="3098800"/>
            <a:ext cx="1966913"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en-US" altLang="en-IT" sz="2000">
                <a:solidFill>
                  <a:srgbClr val="FFFFFF"/>
                </a:solidFill>
                <a:latin typeface="Tahoma" panose="020B0604030504040204" pitchFamily="34" charset="0"/>
              </a:rPr>
              <a:t>1 million+</a:t>
            </a:r>
          </a:p>
          <a:p>
            <a:pPr fontAlgn="base">
              <a:spcBef>
                <a:spcPct val="0"/>
              </a:spcBef>
              <a:spcAft>
                <a:spcPct val="0"/>
              </a:spcAft>
            </a:pPr>
            <a:r>
              <a:rPr lang="en-US" altLang="en-IT" sz="2000">
                <a:solidFill>
                  <a:srgbClr val="FFFFFF"/>
                </a:solidFill>
                <a:latin typeface="Tahoma" panose="020B0604030504040204" pitchFamily="34" charset="0"/>
              </a:rPr>
              <a:t>biomedical </a:t>
            </a:r>
            <a:r>
              <a:rPr lang="en-US" altLang="en-IT" sz="2400">
                <a:solidFill>
                  <a:srgbClr val="FFFF00"/>
                </a:solidFill>
                <a:latin typeface="Tahoma" panose="020B0604030504040204" pitchFamily="34" charset="0"/>
              </a:rPr>
              <a:t>concepts</a:t>
            </a:r>
            <a:r>
              <a:rPr lang="en-US" altLang="en-IT" sz="2000">
                <a:solidFill>
                  <a:srgbClr val="FFFFFF"/>
                </a:solidFill>
                <a:latin typeface="Tahoma" panose="020B0604030504040204" pitchFamily="34" charset="0"/>
              </a:rPr>
              <a:t> from over 100 sources</a:t>
            </a:r>
          </a:p>
        </p:txBody>
      </p:sp>
      <p:sp>
        <p:nvSpPr>
          <p:cNvPr id="6815755" name="Text Box 11">
            <a:extLst>
              <a:ext uri="{FF2B5EF4-FFF2-40B4-BE49-F238E27FC236}">
                <a16:creationId xmlns:a16="http://schemas.microsoft.com/office/drawing/2014/main" id="{14EE3596-9407-8D8C-A7AD-0F3715BD7FB7}"/>
              </a:ext>
            </a:extLst>
          </p:cNvPr>
          <p:cNvSpPr txBox="1">
            <a:spLocks noChangeArrowheads="1"/>
          </p:cNvSpPr>
          <p:nvPr/>
        </p:nvSpPr>
        <p:spPr bwMode="auto">
          <a:xfrm>
            <a:off x="7935913" y="3068638"/>
            <a:ext cx="1966912"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0"/>
              </a:spcBef>
              <a:spcAft>
                <a:spcPct val="0"/>
              </a:spcAft>
            </a:pPr>
            <a:r>
              <a:rPr lang="en-US" altLang="en-IT" sz="2000">
                <a:solidFill>
                  <a:srgbClr val="FFFFFF"/>
                </a:solidFill>
                <a:latin typeface="Tahoma" panose="020B0604030504040204" pitchFamily="34" charset="0"/>
              </a:rPr>
              <a:t>lexical information and programs for </a:t>
            </a:r>
            <a:r>
              <a:rPr lang="en-US" altLang="en-IT" sz="2400">
                <a:solidFill>
                  <a:srgbClr val="FFFF00"/>
                </a:solidFill>
                <a:latin typeface="Tahoma" panose="020B0604030504040204" pitchFamily="34" charset="0"/>
              </a:rPr>
              <a:t>language processing</a:t>
            </a:r>
          </a:p>
        </p:txBody>
      </p:sp>
      <p:sp>
        <p:nvSpPr>
          <p:cNvPr id="6815756" name="AutoShape 12">
            <a:extLst>
              <a:ext uri="{FF2B5EF4-FFF2-40B4-BE49-F238E27FC236}">
                <a16:creationId xmlns:a16="http://schemas.microsoft.com/office/drawing/2014/main" id="{0E5407FC-603E-7810-6F87-C2B34DFC8481}"/>
              </a:ext>
            </a:extLst>
          </p:cNvPr>
          <p:cNvSpPr>
            <a:spLocks/>
          </p:cNvSpPr>
          <p:nvPr/>
        </p:nvSpPr>
        <p:spPr bwMode="auto">
          <a:xfrm rot="5400000">
            <a:off x="5751513" y="1797050"/>
            <a:ext cx="431800" cy="7086600"/>
          </a:xfrm>
          <a:prstGeom prst="rightBrace">
            <a:avLst>
              <a:gd name="adj1" fmla="val 136765"/>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IT" sz="2400" b="1">
              <a:solidFill>
                <a:srgbClr val="FFFF00"/>
              </a:solidFill>
              <a:latin typeface="Tahoma" panose="020B0604030504040204" pitchFamily="34" charset="0"/>
            </a:endParaRPr>
          </a:p>
        </p:txBody>
      </p:sp>
      <p:sp>
        <p:nvSpPr>
          <p:cNvPr id="6815757" name="Text Box 13">
            <a:extLst>
              <a:ext uri="{FF2B5EF4-FFF2-40B4-BE49-F238E27FC236}">
                <a16:creationId xmlns:a16="http://schemas.microsoft.com/office/drawing/2014/main" id="{A7585D56-B29D-4A9F-A59D-1A22793AEC8A}"/>
              </a:ext>
            </a:extLst>
          </p:cNvPr>
          <p:cNvSpPr txBox="1">
            <a:spLocks noChangeArrowheads="1"/>
          </p:cNvSpPr>
          <p:nvPr/>
        </p:nvSpPr>
        <p:spPr bwMode="auto">
          <a:xfrm>
            <a:off x="4554538" y="5546726"/>
            <a:ext cx="5599112"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0"/>
              </a:spcBef>
              <a:spcAft>
                <a:spcPct val="0"/>
              </a:spcAft>
            </a:pPr>
            <a:r>
              <a:rPr lang="en-US" altLang="en-IT" sz="3600" b="1">
                <a:solidFill>
                  <a:srgbClr val="FFFF00"/>
                </a:solidFill>
                <a:latin typeface="Tahoma" panose="020B0604030504040204" pitchFamily="34" charset="0"/>
              </a:rPr>
              <a:t>3 Knowledge Sources</a:t>
            </a:r>
          </a:p>
          <a:p>
            <a:pPr algn="ctr" fontAlgn="base">
              <a:spcBef>
                <a:spcPct val="0"/>
              </a:spcBef>
              <a:spcAft>
                <a:spcPct val="0"/>
              </a:spcAft>
            </a:pPr>
            <a:r>
              <a:rPr lang="en-US" altLang="en-IT" sz="3200">
                <a:solidFill>
                  <a:srgbClr val="FFFFFF"/>
                </a:solidFill>
                <a:latin typeface="Tahoma" panose="020B0604030504040204" pitchFamily="34" charset="0"/>
              </a:rPr>
              <a:t>used separately or together</a:t>
            </a:r>
          </a:p>
          <a:p>
            <a:pPr algn="ctr" fontAlgn="base">
              <a:spcBef>
                <a:spcPct val="0"/>
              </a:spcBef>
              <a:spcAft>
                <a:spcPct val="0"/>
              </a:spcAft>
            </a:pPr>
            <a:endParaRPr lang="en-US" altLang="en-IT" sz="1200">
              <a:solidFill>
                <a:srgbClr val="FFFFFF"/>
              </a:solidFill>
              <a:latin typeface="Arial Unicode MS" panose="020B0604020202020204" pitchFamily="34" charset="-128"/>
            </a:endParaRPr>
          </a:p>
        </p:txBody>
      </p:sp>
      <p:sp>
        <p:nvSpPr>
          <p:cNvPr id="3" name="TextBox 2">
            <a:extLst>
              <a:ext uri="{FF2B5EF4-FFF2-40B4-BE49-F238E27FC236}">
                <a16:creationId xmlns:a16="http://schemas.microsoft.com/office/drawing/2014/main" id="{A2D93952-33E7-7EE2-5ECA-2ECAFAC90BED}"/>
              </a:ext>
            </a:extLst>
          </p:cNvPr>
          <p:cNvSpPr txBox="1"/>
          <p:nvPr/>
        </p:nvSpPr>
        <p:spPr>
          <a:xfrm>
            <a:off x="148856" y="5982257"/>
            <a:ext cx="3810915" cy="369332"/>
          </a:xfrm>
          <a:prstGeom prst="rect">
            <a:avLst/>
          </a:prstGeom>
          <a:noFill/>
        </p:spPr>
        <p:txBody>
          <a:bodyPr wrap="none" rtlCol="0">
            <a:spAutoFit/>
          </a:bodyPr>
          <a:lstStyle/>
          <a:p>
            <a:r>
              <a:rPr lang="en-IT" dirty="0"/>
              <a:t>Slides courtesy of NLM, </a:t>
            </a:r>
            <a:r>
              <a:rPr lang="en-GB" dirty="0">
                <a:hlinkClick r:id="rId3"/>
              </a:rPr>
              <a:t>NLM-UMLS</a:t>
            </a:r>
            <a:r>
              <a:rPr lang="en-IT" dirty="0"/>
              <a:t> </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DB1DC0CD-EF68-7B03-FCCD-13D0C7AF9E7B}"/>
              </a:ext>
            </a:extLst>
          </p:cNvPr>
          <p:cNvSpPr>
            <a:spLocks noGrp="1"/>
          </p:cNvSpPr>
          <p:nvPr>
            <p:ph type="sldNum" sz="quarter" idx="12"/>
          </p:nvPr>
        </p:nvSpPr>
        <p:spPr/>
        <p:txBody>
          <a:bodyPr/>
          <a:lstStyle/>
          <a:p>
            <a:fld id="{D7F2DD1B-CA1B-2045-ADD5-34B5B3E748DB}" type="slidenum">
              <a:rPr lang="en-US" altLang="en-IT"/>
              <a:pPr/>
              <a:t>6</a:t>
            </a:fld>
            <a:endParaRPr lang="en-US" altLang="en-IT"/>
          </a:p>
        </p:txBody>
      </p:sp>
      <p:sp>
        <p:nvSpPr>
          <p:cNvPr id="6817794" name="Rectangle 2">
            <a:extLst>
              <a:ext uri="{FF2B5EF4-FFF2-40B4-BE49-F238E27FC236}">
                <a16:creationId xmlns:a16="http://schemas.microsoft.com/office/drawing/2014/main" id="{9860DDCC-7277-5EDC-765A-EF7D669C411B}"/>
              </a:ext>
            </a:extLst>
          </p:cNvPr>
          <p:cNvSpPr>
            <a:spLocks noGrp="1" noChangeArrowheads="1"/>
          </p:cNvSpPr>
          <p:nvPr>
            <p:ph type="title"/>
          </p:nvPr>
        </p:nvSpPr>
        <p:spPr/>
        <p:txBody>
          <a:bodyPr/>
          <a:lstStyle/>
          <a:p>
            <a:r>
              <a:rPr lang="en-US" altLang="en-IT"/>
              <a:t>UMLS Objectives</a:t>
            </a:r>
          </a:p>
        </p:txBody>
      </p:sp>
      <p:sp>
        <p:nvSpPr>
          <p:cNvPr id="6817795" name="Rectangle 3">
            <a:extLst>
              <a:ext uri="{FF2B5EF4-FFF2-40B4-BE49-F238E27FC236}">
                <a16:creationId xmlns:a16="http://schemas.microsoft.com/office/drawing/2014/main" id="{64523E14-9C8A-E047-77FF-9A334C527ECF}"/>
              </a:ext>
            </a:extLst>
          </p:cNvPr>
          <p:cNvSpPr>
            <a:spLocks noGrp="1" noChangeArrowheads="1"/>
          </p:cNvSpPr>
          <p:nvPr>
            <p:ph type="body" idx="1"/>
          </p:nvPr>
        </p:nvSpPr>
        <p:spPr/>
        <p:txBody>
          <a:bodyPr/>
          <a:lstStyle/>
          <a:p>
            <a:r>
              <a:rPr lang="en-US" altLang="en-IT" sz="2400"/>
              <a:t>Intellectual middleware</a:t>
            </a:r>
            <a:br>
              <a:rPr lang="en-US" altLang="en-IT" sz="2400"/>
            </a:br>
            <a:endParaRPr lang="en-US" altLang="en-IT" sz="2400"/>
          </a:p>
          <a:p>
            <a:r>
              <a:rPr kumimoji="0" lang="en-US" altLang="en-IT" sz="2400"/>
              <a:t>A set of multi-purpose tools for system developers</a:t>
            </a:r>
            <a:br>
              <a:rPr kumimoji="0" lang="en-US" altLang="en-IT" sz="2400"/>
            </a:br>
            <a:endParaRPr kumimoji="0" lang="en-US" altLang="en-IT" sz="2400"/>
          </a:p>
          <a:p>
            <a:r>
              <a:rPr lang="en-US" altLang="en-IT" sz="2400"/>
              <a:t>Knowledge Sources used to overcome:</a:t>
            </a:r>
          </a:p>
          <a:p>
            <a:pPr lvl="1"/>
            <a:r>
              <a:rPr lang="en-US" altLang="en-IT" sz="2000"/>
              <a:t>disparities in language and language format</a:t>
            </a:r>
            <a:br>
              <a:rPr lang="en-US" altLang="en-IT" sz="2000"/>
            </a:br>
            <a:r>
              <a:rPr lang="en-US" altLang="en-IT" sz="2000"/>
              <a:t>	Ex: atrial fibrillation, auricular fibrillation, af</a:t>
            </a:r>
          </a:p>
          <a:p>
            <a:pPr lvl="1"/>
            <a:r>
              <a:rPr lang="en-US" altLang="en-IT" sz="2000"/>
              <a:t>disparities in granularity and perspective</a:t>
            </a:r>
            <a:br>
              <a:rPr lang="en-US" altLang="en-IT" sz="2000"/>
            </a:br>
            <a:r>
              <a:rPr lang="en-US" altLang="en-IT" sz="2000"/>
              <a:t> 	Ex: Contusions, hematoma, bruise</a:t>
            </a:r>
            <a:r>
              <a:rPr lang="en-US" altLang="en-IT"/>
              <a:t> </a:t>
            </a:r>
          </a:p>
          <a:p>
            <a:pPr lvl="2">
              <a:spcBef>
                <a:spcPct val="0"/>
              </a:spcBef>
              <a:buFontTx/>
              <a:buNone/>
            </a:pPr>
            <a:r>
              <a:rPr lang="en-US" altLang="en-IT"/>
              <a:t>Ex: Instruct patient to promptly report nosebleeds and excessive bruising (NIC), Epistaxis (MeSH)</a:t>
            </a:r>
            <a:endParaRPr lang="en-US" altLang="en-IT" sz="1800"/>
          </a:p>
          <a:p>
            <a:pPr lvl="1">
              <a:buFontTx/>
              <a:buNone/>
            </a:pPr>
            <a:endParaRPr lang="en-US" altLang="en-IT"/>
          </a:p>
        </p:txBody>
      </p:sp>
    </p:spTree>
    <p:custDataLst>
      <p:tags r:id="rId1"/>
    </p:custDataLst>
  </p:cSld>
  <p:clrMapOvr>
    <a:masterClrMapping/>
  </p:clrMapOvr>
  <p:transition advClick="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38098924-A75F-A732-5AD3-A7A68F3A9268}"/>
              </a:ext>
            </a:extLst>
          </p:cNvPr>
          <p:cNvSpPr>
            <a:spLocks noGrp="1"/>
          </p:cNvSpPr>
          <p:nvPr>
            <p:ph type="sldNum" sz="quarter" idx="12"/>
          </p:nvPr>
        </p:nvSpPr>
        <p:spPr/>
        <p:txBody>
          <a:bodyPr/>
          <a:lstStyle/>
          <a:p>
            <a:fld id="{6F3B3564-9F51-FC4C-B5B8-D5F0BAC85068}" type="slidenum">
              <a:rPr lang="en-US" altLang="en-IT"/>
              <a:pPr/>
              <a:t>7</a:t>
            </a:fld>
            <a:endParaRPr lang="en-US" altLang="en-IT"/>
          </a:p>
        </p:txBody>
      </p:sp>
      <p:sp>
        <p:nvSpPr>
          <p:cNvPr id="6830082" name="Rectangle 2">
            <a:extLst>
              <a:ext uri="{FF2B5EF4-FFF2-40B4-BE49-F238E27FC236}">
                <a16:creationId xmlns:a16="http://schemas.microsoft.com/office/drawing/2014/main" id="{DBA59489-BA33-AD3F-22E1-D767B547368C}"/>
              </a:ext>
            </a:extLst>
          </p:cNvPr>
          <p:cNvSpPr>
            <a:spLocks noGrp="1" noChangeArrowheads="1"/>
          </p:cNvSpPr>
          <p:nvPr>
            <p:ph type="title"/>
          </p:nvPr>
        </p:nvSpPr>
        <p:spPr>
          <a:xfrm>
            <a:off x="2209800" y="457200"/>
            <a:ext cx="7931150" cy="685800"/>
          </a:xfrm>
        </p:spPr>
        <p:txBody>
          <a:bodyPr/>
          <a:lstStyle/>
          <a:p>
            <a:r>
              <a:rPr lang="en-US" altLang="en-IT" sz="3200"/>
              <a:t>Metathesaurus: </a:t>
            </a:r>
            <a:r>
              <a:rPr lang="en-US" altLang="en-IT" sz="3200">
                <a:solidFill>
                  <a:schemeClr val="bg2"/>
                </a:solidFill>
              </a:rPr>
              <a:t>clusters terms by meaning</a:t>
            </a:r>
            <a:endParaRPr lang="en-US" altLang="en-IT" sz="2400">
              <a:solidFill>
                <a:srgbClr val="66FFFF"/>
              </a:solidFill>
            </a:endParaRPr>
          </a:p>
        </p:txBody>
      </p:sp>
      <p:sp>
        <p:nvSpPr>
          <p:cNvPr id="6830083" name="Rectangle 3">
            <a:extLst>
              <a:ext uri="{FF2B5EF4-FFF2-40B4-BE49-F238E27FC236}">
                <a16:creationId xmlns:a16="http://schemas.microsoft.com/office/drawing/2014/main" id="{DEDCE790-1F4D-978A-B515-54608054B885}"/>
              </a:ext>
            </a:extLst>
          </p:cNvPr>
          <p:cNvSpPr>
            <a:spLocks noGrp="1" noChangeArrowheads="1"/>
          </p:cNvSpPr>
          <p:nvPr>
            <p:ph type="body" idx="1"/>
          </p:nvPr>
        </p:nvSpPr>
        <p:spPr>
          <a:xfrm>
            <a:off x="2195514" y="1379538"/>
            <a:ext cx="7786687" cy="4716462"/>
          </a:xfrm>
        </p:spPr>
        <p:txBody>
          <a:bodyPr/>
          <a:lstStyle/>
          <a:p>
            <a:r>
              <a:rPr lang="en-US" altLang="en-IT" sz="2400"/>
              <a:t>Concepts contain synonymous terms</a:t>
            </a:r>
          </a:p>
          <a:p>
            <a:r>
              <a:rPr lang="en-US" altLang="en-IT" sz="2400"/>
              <a:t>Preferred term is chosen (default can be changed)</a:t>
            </a:r>
          </a:p>
          <a:p>
            <a:r>
              <a:rPr lang="en-US" altLang="en-IT" sz="2400"/>
              <a:t>Unique identifier (CUI) is assigned</a:t>
            </a:r>
          </a:p>
        </p:txBody>
      </p:sp>
      <p:sp>
        <p:nvSpPr>
          <p:cNvPr id="6830084" name="Text Box 4">
            <a:extLst>
              <a:ext uri="{FF2B5EF4-FFF2-40B4-BE49-F238E27FC236}">
                <a16:creationId xmlns:a16="http://schemas.microsoft.com/office/drawing/2014/main" id="{AA1DDB85-F860-2E4D-C9B7-8AF245F831BA}"/>
              </a:ext>
            </a:extLst>
          </p:cNvPr>
          <p:cNvSpPr txBox="1">
            <a:spLocks noChangeArrowheads="1"/>
          </p:cNvSpPr>
          <p:nvPr/>
        </p:nvSpPr>
        <p:spPr bwMode="auto">
          <a:xfrm>
            <a:off x="5949951" y="6188075"/>
            <a:ext cx="2651125" cy="369332"/>
          </a:xfrm>
          <a:prstGeom prst="rect">
            <a:avLst/>
          </a:prstGeom>
          <a:noFill/>
          <a:ln w="63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IT"/>
              <a:t>Addison’s disease</a:t>
            </a:r>
          </a:p>
        </p:txBody>
      </p:sp>
      <p:sp>
        <p:nvSpPr>
          <p:cNvPr id="6830085" name="Text Box 5">
            <a:extLst>
              <a:ext uri="{FF2B5EF4-FFF2-40B4-BE49-F238E27FC236}">
                <a16:creationId xmlns:a16="http://schemas.microsoft.com/office/drawing/2014/main" id="{EFA99B39-29E6-4E92-26B7-363D4BAFE4AD}"/>
              </a:ext>
            </a:extLst>
          </p:cNvPr>
          <p:cNvSpPr txBox="1">
            <a:spLocks noChangeArrowheads="1"/>
          </p:cNvSpPr>
          <p:nvPr/>
        </p:nvSpPr>
        <p:spPr bwMode="auto">
          <a:xfrm>
            <a:off x="2365375" y="2925763"/>
            <a:ext cx="8070850" cy="2698750"/>
          </a:xfrm>
          <a:prstGeom prst="rect">
            <a:avLst/>
          </a:prstGeom>
          <a:noFill/>
          <a:ln w="12700">
            <a:solidFill>
              <a:schemeClr val="bg1"/>
            </a:solidFill>
            <a:prstDash val="sysDot"/>
            <a:miter lim="800000"/>
            <a:headEnd/>
            <a:tailEnd/>
          </a:ln>
          <a:effectLst/>
          <a:extLst>
            <a:ext uri="{909E8E84-426E-40DD-AFC4-6F175D3DCCD1}">
              <a14:hiddenFill xmlns:a14="http://schemas.microsoft.com/office/drawing/2010/main">
                <a:solidFill>
                  <a:srgbClr val="00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91440" bIns="91440" anchor="ctr">
            <a:spAutoFit/>
          </a:bodyPr>
          <a:lstStyle>
            <a:lvl1pPr>
              <a:tabLst>
                <a:tab pos="3314700" algn="l"/>
              </a:tabLst>
              <a:defRPr sz="2400">
                <a:solidFill>
                  <a:schemeClr val="tx1"/>
                </a:solidFill>
                <a:latin typeface="Arial Unicode MS" panose="020B0604020202020204" pitchFamily="34" charset="-128"/>
              </a:defRPr>
            </a:lvl1pPr>
            <a:lvl2pPr>
              <a:tabLst>
                <a:tab pos="3314700" algn="l"/>
              </a:tabLst>
              <a:defRPr sz="2400">
                <a:solidFill>
                  <a:schemeClr val="tx1"/>
                </a:solidFill>
                <a:latin typeface="Arial Unicode MS" panose="020B0604020202020204" pitchFamily="34" charset="-128"/>
              </a:defRPr>
            </a:lvl2pPr>
            <a:lvl3pPr>
              <a:tabLst>
                <a:tab pos="3314700" algn="l"/>
              </a:tabLst>
              <a:defRPr sz="2400">
                <a:solidFill>
                  <a:schemeClr val="tx1"/>
                </a:solidFill>
                <a:latin typeface="Arial Unicode MS" panose="020B0604020202020204" pitchFamily="34" charset="-128"/>
              </a:defRPr>
            </a:lvl3pPr>
            <a:lvl4pPr>
              <a:tabLst>
                <a:tab pos="3314700" algn="l"/>
              </a:tabLst>
              <a:defRPr sz="2400">
                <a:solidFill>
                  <a:schemeClr val="tx1"/>
                </a:solidFill>
                <a:latin typeface="Arial Unicode MS" panose="020B0604020202020204" pitchFamily="34" charset="-128"/>
              </a:defRPr>
            </a:lvl4pPr>
            <a:lvl5pPr>
              <a:tabLst>
                <a:tab pos="3314700" algn="l"/>
              </a:tabLst>
              <a:defRPr sz="2400">
                <a:solidFill>
                  <a:schemeClr val="tx1"/>
                </a:solidFill>
                <a:latin typeface="Arial Unicode MS" panose="020B0604020202020204" pitchFamily="34" charset="-128"/>
              </a:defRPr>
            </a:lvl5pPr>
            <a:lvl6pPr eaLnBrk="0" fontAlgn="base" hangingPunct="0">
              <a:spcBef>
                <a:spcPct val="0"/>
              </a:spcBef>
              <a:spcAft>
                <a:spcPct val="0"/>
              </a:spcAft>
              <a:tabLst>
                <a:tab pos="3314700" algn="l"/>
              </a:tabLst>
              <a:defRPr sz="2400">
                <a:solidFill>
                  <a:schemeClr val="tx1"/>
                </a:solidFill>
                <a:latin typeface="Arial Unicode MS" panose="020B0604020202020204" pitchFamily="34" charset="-128"/>
              </a:defRPr>
            </a:lvl6pPr>
            <a:lvl7pPr eaLnBrk="0" fontAlgn="base" hangingPunct="0">
              <a:spcBef>
                <a:spcPct val="0"/>
              </a:spcBef>
              <a:spcAft>
                <a:spcPct val="0"/>
              </a:spcAft>
              <a:tabLst>
                <a:tab pos="3314700" algn="l"/>
              </a:tabLst>
              <a:defRPr sz="2400">
                <a:solidFill>
                  <a:schemeClr val="tx1"/>
                </a:solidFill>
                <a:latin typeface="Arial Unicode MS" panose="020B0604020202020204" pitchFamily="34" charset="-128"/>
              </a:defRPr>
            </a:lvl7pPr>
            <a:lvl8pPr eaLnBrk="0" fontAlgn="base" hangingPunct="0">
              <a:spcBef>
                <a:spcPct val="0"/>
              </a:spcBef>
              <a:spcAft>
                <a:spcPct val="0"/>
              </a:spcAft>
              <a:tabLst>
                <a:tab pos="3314700" algn="l"/>
              </a:tabLst>
              <a:defRPr sz="2400">
                <a:solidFill>
                  <a:schemeClr val="tx1"/>
                </a:solidFill>
                <a:latin typeface="Arial Unicode MS" panose="020B0604020202020204" pitchFamily="34" charset="-128"/>
              </a:defRPr>
            </a:lvl8pPr>
            <a:lvl9pPr eaLnBrk="0" fontAlgn="base" hangingPunct="0">
              <a:spcBef>
                <a:spcPct val="0"/>
              </a:spcBef>
              <a:spcAft>
                <a:spcPct val="0"/>
              </a:spcAft>
              <a:tabLst>
                <a:tab pos="3314700" algn="l"/>
              </a:tabLst>
              <a:defRPr sz="2400">
                <a:solidFill>
                  <a:schemeClr val="tx1"/>
                </a:solidFill>
                <a:latin typeface="Arial Unicode MS" panose="020B0604020202020204" pitchFamily="34" charset="-128"/>
              </a:defRPr>
            </a:lvl9pPr>
          </a:lstStyle>
          <a:p>
            <a:r>
              <a:rPr lang="en-US" altLang="en-IT" sz="1800">
                <a:latin typeface="Tahoma" panose="020B0604030504040204" pitchFamily="34" charset="0"/>
              </a:rPr>
              <a:t>      </a:t>
            </a:r>
            <a:r>
              <a:rPr lang="en-US" altLang="en-IT" sz="1800">
                <a:solidFill>
                  <a:schemeClr val="bg2"/>
                </a:solidFill>
                <a:latin typeface="Tahoma" panose="020B0604030504040204" pitchFamily="34" charset="0"/>
              </a:rPr>
              <a:t>term                                       source           term type     source ID</a:t>
            </a:r>
          </a:p>
          <a:p>
            <a:r>
              <a:rPr lang="en-US" altLang="en-IT" sz="1800">
                <a:latin typeface="Tahoma" panose="020B0604030504040204" pitchFamily="34" charset="0"/>
              </a:rPr>
              <a:t>Addison’s disease                Metathesaurus      	PN </a:t>
            </a:r>
          </a:p>
          <a:p>
            <a:r>
              <a:rPr lang="en-US" altLang="en-IT" sz="1800">
                <a:solidFill>
                  <a:schemeClr val="accent2"/>
                </a:solidFill>
                <a:latin typeface="Tahoma" panose="020B0604030504040204" pitchFamily="34" charset="0"/>
              </a:rPr>
              <a:t>Addison’s disease                	  SNOMED CT        	PT	363732003</a:t>
            </a:r>
          </a:p>
          <a:p>
            <a:r>
              <a:rPr lang="en-US" altLang="en-IT" sz="1800">
                <a:latin typeface="Tahoma" panose="020B0604030504040204" pitchFamily="34" charset="0"/>
              </a:rPr>
              <a:t>Addison’s Disease                	  MedlinePlus      	PT   	T1233</a:t>
            </a:r>
          </a:p>
          <a:p>
            <a:r>
              <a:rPr lang="en-US" altLang="en-IT" sz="1800">
                <a:solidFill>
                  <a:schemeClr val="accent2"/>
                </a:solidFill>
                <a:latin typeface="Tahoma" panose="020B0604030504040204" pitchFamily="34" charset="0"/>
              </a:rPr>
              <a:t>Addison Disease                  	            MeSH	PT	D000224</a:t>
            </a:r>
          </a:p>
          <a:p>
            <a:r>
              <a:rPr lang="en-US" altLang="en-IT" sz="1800">
                <a:latin typeface="Tahoma" panose="020B0604030504040204" pitchFamily="34" charset="0"/>
              </a:rPr>
              <a:t>Bronzed disease	SNOMED Intl 	SY         DB-70620 </a:t>
            </a:r>
            <a:r>
              <a:rPr lang="en-US" altLang="en-IT" sz="2000">
                <a:latin typeface="Tahoma" panose="020B0604030504040204" pitchFamily="34" charset="0"/>
              </a:rPr>
              <a:t> </a:t>
            </a:r>
            <a:r>
              <a:rPr lang="en-US" altLang="en-IT" sz="1800">
                <a:solidFill>
                  <a:schemeClr val="accent2"/>
                </a:solidFill>
                <a:latin typeface="Tahoma" panose="020B0604030504040204" pitchFamily="34" charset="0"/>
              </a:rPr>
              <a:t>Primary Adrenal Insufficiency   	       MeSH	EN	D000224</a:t>
            </a:r>
          </a:p>
          <a:p>
            <a:r>
              <a:rPr lang="en-US" altLang="en-IT" sz="1800">
                <a:latin typeface="Tahoma" panose="020B0604030504040204" pitchFamily="34" charset="0"/>
              </a:rPr>
              <a:t>Primary hypoadrenalism    	        MedDRA	LT	10036696</a:t>
            </a:r>
          </a:p>
          <a:p>
            <a:r>
              <a:rPr lang="en-US" altLang="en-IT" sz="1800">
                <a:latin typeface="Tahoma" panose="020B0604030504040204" pitchFamily="34" charset="0"/>
              </a:rPr>
              <a:t>    syndrome, Addison</a:t>
            </a:r>
          </a:p>
        </p:txBody>
      </p:sp>
      <p:sp>
        <p:nvSpPr>
          <p:cNvPr id="6830086" name="Text Box 6">
            <a:extLst>
              <a:ext uri="{FF2B5EF4-FFF2-40B4-BE49-F238E27FC236}">
                <a16:creationId xmlns:a16="http://schemas.microsoft.com/office/drawing/2014/main" id="{A7AEA9C7-B63C-CC90-4306-A026815D6212}"/>
              </a:ext>
            </a:extLst>
          </p:cNvPr>
          <p:cNvSpPr txBox="1">
            <a:spLocks noChangeArrowheads="1"/>
          </p:cNvSpPr>
          <p:nvPr/>
        </p:nvSpPr>
        <p:spPr bwMode="auto">
          <a:xfrm>
            <a:off x="4157664" y="6191250"/>
            <a:ext cx="1430337" cy="4572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rgbClr val="00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lstStyle/>
          <a:p>
            <a:pPr algn="ctr"/>
            <a:r>
              <a:rPr lang="en-US" altLang="en-IT"/>
              <a:t>C0001403</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32130" name="Rectangle 2">
            <a:extLst>
              <a:ext uri="{FF2B5EF4-FFF2-40B4-BE49-F238E27FC236}">
                <a16:creationId xmlns:a16="http://schemas.microsoft.com/office/drawing/2014/main" id="{E8B02213-9889-08AA-89F2-F6E066E69F3B}"/>
              </a:ext>
            </a:extLst>
          </p:cNvPr>
          <p:cNvSpPr>
            <a:spLocks noGrp="1" noChangeArrowheads="1"/>
          </p:cNvSpPr>
          <p:nvPr>
            <p:ph type="title"/>
          </p:nvPr>
        </p:nvSpPr>
        <p:spPr>
          <a:xfrm>
            <a:off x="2224088" y="180975"/>
            <a:ext cx="7772400" cy="685800"/>
          </a:xfrm>
        </p:spPr>
        <p:txBody>
          <a:bodyPr/>
          <a:lstStyle/>
          <a:p>
            <a:r>
              <a:rPr lang="en-US" altLang="en-IT" sz="3200"/>
              <a:t>Organization of Concepts</a:t>
            </a:r>
          </a:p>
        </p:txBody>
      </p:sp>
      <p:sp>
        <p:nvSpPr>
          <p:cNvPr id="6832131" name="Rectangle 3">
            <a:extLst>
              <a:ext uri="{FF2B5EF4-FFF2-40B4-BE49-F238E27FC236}">
                <a16:creationId xmlns:a16="http://schemas.microsoft.com/office/drawing/2014/main" id="{E345BCB8-8AE7-4C7A-89D6-8776BBEDAD2F}"/>
              </a:ext>
            </a:extLst>
          </p:cNvPr>
          <p:cNvSpPr>
            <a:spLocks noChangeArrowheads="1"/>
          </p:cNvSpPr>
          <p:nvPr/>
        </p:nvSpPr>
        <p:spPr bwMode="auto">
          <a:xfrm>
            <a:off x="1995488" y="3530601"/>
            <a:ext cx="1651000"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IT" sz="2000"/>
              <a:t>Concept</a:t>
            </a:r>
          </a:p>
          <a:p>
            <a:pPr algn="ctr"/>
            <a:r>
              <a:rPr lang="en-US" altLang="en-IT" sz="2000">
                <a:solidFill>
                  <a:schemeClr val="hlink"/>
                </a:solidFill>
              </a:rPr>
              <a:t>C0001621</a:t>
            </a:r>
          </a:p>
        </p:txBody>
      </p:sp>
      <p:sp>
        <p:nvSpPr>
          <p:cNvPr id="6832132" name="Rectangle 4">
            <a:extLst>
              <a:ext uri="{FF2B5EF4-FFF2-40B4-BE49-F238E27FC236}">
                <a16:creationId xmlns:a16="http://schemas.microsoft.com/office/drawing/2014/main" id="{BC97EB8B-3EDE-4EBC-D358-FBB883995F4C}"/>
              </a:ext>
            </a:extLst>
          </p:cNvPr>
          <p:cNvSpPr>
            <a:spLocks noChangeArrowheads="1"/>
          </p:cNvSpPr>
          <p:nvPr/>
        </p:nvSpPr>
        <p:spPr bwMode="auto">
          <a:xfrm>
            <a:off x="3733801" y="1081088"/>
            <a:ext cx="6265863" cy="5568950"/>
          </a:xfrm>
          <a:prstGeom prst="rect">
            <a:avLst/>
          </a:prstGeom>
          <a:noFill/>
          <a:ln w="12700">
            <a:solidFill>
              <a:schemeClr val="hlink"/>
            </a:solid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T"/>
          </a:p>
        </p:txBody>
      </p:sp>
      <p:sp>
        <p:nvSpPr>
          <p:cNvPr id="6832133" name="Text Box 5">
            <a:extLst>
              <a:ext uri="{FF2B5EF4-FFF2-40B4-BE49-F238E27FC236}">
                <a16:creationId xmlns:a16="http://schemas.microsoft.com/office/drawing/2014/main" id="{10AAB7C6-CC8F-47A9-80D9-5EA9B020C1E4}"/>
              </a:ext>
            </a:extLst>
          </p:cNvPr>
          <p:cNvSpPr txBox="1">
            <a:spLocks noChangeArrowheads="1"/>
          </p:cNvSpPr>
          <p:nvPr/>
        </p:nvSpPr>
        <p:spPr bwMode="auto">
          <a:xfrm>
            <a:off x="8896350" y="2484438"/>
            <a:ext cx="425450" cy="366712"/>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2700">
                <a:solidFill>
                  <a:schemeClr val="accent2"/>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91440" bIns="91440" anchor="ctr">
            <a:spAutoFit/>
          </a:bodyPr>
          <a:lstStyle>
            <a:lvl1pPr>
              <a:tabLst>
                <a:tab pos="569913" algn="l"/>
              </a:tabLst>
              <a:defRPr sz="2400">
                <a:solidFill>
                  <a:schemeClr val="tx1"/>
                </a:solidFill>
                <a:latin typeface="Arial Unicode MS" panose="020B0604020202020204" pitchFamily="34" charset="-128"/>
              </a:defRPr>
            </a:lvl1pPr>
            <a:lvl2pPr>
              <a:tabLst>
                <a:tab pos="569913" algn="l"/>
              </a:tabLst>
              <a:defRPr sz="2400">
                <a:solidFill>
                  <a:schemeClr val="tx1"/>
                </a:solidFill>
                <a:latin typeface="Arial Unicode MS" panose="020B0604020202020204" pitchFamily="34" charset="-128"/>
              </a:defRPr>
            </a:lvl2pPr>
            <a:lvl3pPr>
              <a:tabLst>
                <a:tab pos="569913" algn="l"/>
              </a:tabLst>
              <a:defRPr sz="2400">
                <a:solidFill>
                  <a:schemeClr val="tx1"/>
                </a:solidFill>
                <a:latin typeface="Arial Unicode MS" panose="020B0604020202020204" pitchFamily="34" charset="-128"/>
              </a:defRPr>
            </a:lvl3pPr>
            <a:lvl4pPr>
              <a:tabLst>
                <a:tab pos="569913" algn="l"/>
              </a:tabLst>
              <a:defRPr sz="2400">
                <a:solidFill>
                  <a:schemeClr val="tx1"/>
                </a:solidFill>
                <a:latin typeface="Arial Unicode MS" panose="020B0604020202020204" pitchFamily="34" charset="-128"/>
              </a:defRPr>
            </a:lvl4pPr>
            <a:lvl5pPr>
              <a:tabLst>
                <a:tab pos="569913" algn="l"/>
              </a:tabLst>
              <a:defRPr sz="2400">
                <a:solidFill>
                  <a:schemeClr val="tx1"/>
                </a:solidFill>
                <a:latin typeface="Arial Unicode MS" panose="020B0604020202020204" pitchFamily="34" charset="-128"/>
              </a:defRPr>
            </a:lvl5pPr>
            <a:lvl6pPr eaLnBrk="0" fontAlgn="base" hangingPunct="0">
              <a:spcBef>
                <a:spcPct val="0"/>
              </a:spcBef>
              <a:spcAft>
                <a:spcPct val="0"/>
              </a:spcAft>
              <a:tabLst>
                <a:tab pos="569913" algn="l"/>
              </a:tabLst>
              <a:defRPr sz="2400">
                <a:solidFill>
                  <a:schemeClr val="tx1"/>
                </a:solidFill>
                <a:latin typeface="Arial Unicode MS" panose="020B0604020202020204" pitchFamily="34" charset="-128"/>
              </a:defRPr>
            </a:lvl6pPr>
            <a:lvl7pPr eaLnBrk="0" fontAlgn="base" hangingPunct="0">
              <a:spcBef>
                <a:spcPct val="0"/>
              </a:spcBef>
              <a:spcAft>
                <a:spcPct val="0"/>
              </a:spcAft>
              <a:tabLst>
                <a:tab pos="569913" algn="l"/>
              </a:tabLst>
              <a:defRPr sz="2400">
                <a:solidFill>
                  <a:schemeClr val="tx1"/>
                </a:solidFill>
                <a:latin typeface="Arial Unicode MS" panose="020B0604020202020204" pitchFamily="34" charset="-128"/>
              </a:defRPr>
            </a:lvl7pPr>
            <a:lvl8pPr eaLnBrk="0" fontAlgn="base" hangingPunct="0">
              <a:spcBef>
                <a:spcPct val="0"/>
              </a:spcBef>
              <a:spcAft>
                <a:spcPct val="0"/>
              </a:spcAft>
              <a:tabLst>
                <a:tab pos="569913" algn="l"/>
              </a:tabLst>
              <a:defRPr sz="2400">
                <a:solidFill>
                  <a:schemeClr val="tx1"/>
                </a:solidFill>
                <a:latin typeface="Arial Unicode MS" panose="020B0604020202020204" pitchFamily="34" charset="-128"/>
              </a:defRPr>
            </a:lvl8pPr>
            <a:lvl9pPr eaLnBrk="0" fontAlgn="base" hangingPunct="0">
              <a:spcBef>
                <a:spcPct val="0"/>
              </a:spcBef>
              <a:spcAft>
                <a:spcPct val="0"/>
              </a:spcAft>
              <a:tabLst>
                <a:tab pos="569913" algn="l"/>
              </a:tabLst>
              <a:defRPr sz="2400">
                <a:solidFill>
                  <a:schemeClr val="tx1"/>
                </a:solidFill>
                <a:latin typeface="Arial Unicode MS" panose="020B0604020202020204" pitchFamily="34" charset="-128"/>
              </a:defRPr>
            </a:lvl9pPr>
          </a:lstStyle>
          <a:p>
            <a:r>
              <a:rPr lang="en-US" altLang="en-IT" sz="1200">
                <a:solidFill>
                  <a:schemeClr val="bg1"/>
                </a:solidFill>
                <a:latin typeface="Tahoma" panose="020B0604030504040204" pitchFamily="34" charset="0"/>
              </a:rPr>
              <a:t>[…]</a:t>
            </a:r>
            <a:endParaRPr lang="en-US" altLang="en-IT" sz="1200">
              <a:latin typeface="Tahoma" panose="020B0604030504040204" pitchFamily="34" charset="0"/>
            </a:endParaRPr>
          </a:p>
        </p:txBody>
      </p:sp>
      <p:sp>
        <p:nvSpPr>
          <p:cNvPr id="6832134" name="Rectangle 6">
            <a:extLst>
              <a:ext uri="{FF2B5EF4-FFF2-40B4-BE49-F238E27FC236}">
                <a16:creationId xmlns:a16="http://schemas.microsoft.com/office/drawing/2014/main" id="{F9784B99-6755-7FBB-DD78-2D6C183380B8}"/>
              </a:ext>
            </a:extLst>
          </p:cNvPr>
          <p:cNvSpPr>
            <a:spLocks noChangeArrowheads="1"/>
          </p:cNvSpPr>
          <p:nvPr/>
        </p:nvSpPr>
        <p:spPr bwMode="auto">
          <a:xfrm>
            <a:off x="3649664" y="2301876"/>
            <a:ext cx="1570037" cy="646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IT"/>
              <a:t>Term</a:t>
            </a:r>
          </a:p>
          <a:p>
            <a:pPr algn="ctr"/>
            <a:r>
              <a:rPr lang="en-US" altLang="en-IT">
                <a:solidFill>
                  <a:schemeClr val="accent1"/>
                </a:solidFill>
              </a:rPr>
              <a:t>L0001621</a:t>
            </a:r>
            <a:endParaRPr lang="en-US" altLang="en-IT" sz="2000">
              <a:solidFill>
                <a:schemeClr val="accent1"/>
              </a:solidFill>
            </a:endParaRPr>
          </a:p>
        </p:txBody>
      </p:sp>
      <p:sp>
        <p:nvSpPr>
          <p:cNvPr id="6832135" name="Text Box 7">
            <a:extLst>
              <a:ext uri="{FF2B5EF4-FFF2-40B4-BE49-F238E27FC236}">
                <a16:creationId xmlns:a16="http://schemas.microsoft.com/office/drawing/2014/main" id="{2785D912-0616-B778-F211-C3823A8C2154}"/>
              </a:ext>
            </a:extLst>
          </p:cNvPr>
          <p:cNvSpPr txBox="1">
            <a:spLocks noChangeArrowheads="1"/>
          </p:cNvSpPr>
          <p:nvPr/>
        </p:nvSpPr>
        <p:spPr bwMode="auto">
          <a:xfrm>
            <a:off x="5392738" y="1420813"/>
            <a:ext cx="4411662" cy="2451100"/>
          </a:xfrm>
          <a:prstGeom prst="rect">
            <a:avLst/>
          </a:prstGeom>
          <a:noFill/>
          <a:ln w="12700">
            <a:solidFill>
              <a:schemeClr val="accent1"/>
            </a:solidFill>
            <a:miter lim="800000"/>
            <a:headEnd/>
            <a:tailEnd/>
          </a:ln>
          <a:effectLst/>
          <a:extLst>
            <a:ext uri="{909E8E84-426E-40DD-AFC4-6F175D3DCCD1}">
              <a14:hiddenFill xmlns:a14="http://schemas.microsoft.com/office/drawing/2010/main">
                <a:solidFill>
                  <a:srgbClr val="00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91440" bIns="91440" anchor="ctr">
            <a:spAutoFit/>
          </a:bodyPr>
          <a:lstStyle>
            <a:lvl1pPr>
              <a:tabLst>
                <a:tab pos="569913" algn="l"/>
              </a:tabLst>
              <a:defRPr sz="2400">
                <a:solidFill>
                  <a:schemeClr val="tx1"/>
                </a:solidFill>
                <a:latin typeface="Arial Unicode MS" panose="020B0604020202020204" pitchFamily="34" charset="-128"/>
              </a:defRPr>
            </a:lvl1pPr>
            <a:lvl2pPr>
              <a:tabLst>
                <a:tab pos="569913" algn="l"/>
              </a:tabLst>
              <a:defRPr sz="2400">
                <a:solidFill>
                  <a:schemeClr val="tx1"/>
                </a:solidFill>
                <a:latin typeface="Arial Unicode MS" panose="020B0604020202020204" pitchFamily="34" charset="-128"/>
              </a:defRPr>
            </a:lvl2pPr>
            <a:lvl3pPr>
              <a:tabLst>
                <a:tab pos="569913" algn="l"/>
              </a:tabLst>
              <a:defRPr sz="2400">
                <a:solidFill>
                  <a:schemeClr val="tx1"/>
                </a:solidFill>
                <a:latin typeface="Arial Unicode MS" panose="020B0604020202020204" pitchFamily="34" charset="-128"/>
              </a:defRPr>
            </a:lvl3pPr>
            <a:lvl4pPr>
              <a:tabLst>
                <a:tab pos="569913" algn="l"/>
              </a:tabLst>
              <a:defRPr sz="2400">
                <a:solidFill>
                  <a:schemeClr val="tx1"/>
                </a:solidFill>
                <a:latin typeface="Arial Unicode MS" panose="020B0604020202020204" pitchFamily="34" charset="-128"/>
              </a:defRPr>
            </a:lvl4pPr>
            <a:lvl5pPr>
              <a:tabLst>
                <a:tab pos="569913" algn="l"/>
              </a:tabLst>
              <a:defRPr sz="2400">
                <a:solidFill>
                  <a:schemeClr val="tx1"/>
                </a:solidFill>
                <a:latin typeface="Arial Unicode MS" panose="020B0604020202020204" pitchFamily="34" charset="-128"/>
              </a:defRPr>
            </a:lvl5pPr>
            <a:lvl6pPr eaLnBrk="0" fontAlgn="base" hangingPunct="0">
              <a:spcBef>
                <a:spcPct val="0"/>
              </a:spcBef>
              <a:spcAft>
                <a:spcPct val="0"/>
              </a:spcAft>
              <a:tabLst>
                <a:tab pos="569913" algn="l"/>
              </a:tabLst>
              <a:defRPr sz="2400">
                <a:solidFill>
                  <a:schemeClr val="tx1"/>
                </a:solidFill>
                <a:latin typeface="Arial Unicode MS" panose="020B0604020202020204" pitchFamily="34" charset="-128"/>
              </a:defRPr>
            </a:lvl6pPr>
            <a:lvl7pPr eaLnBrk="0" fontAlgn="base" hangingPunct="0">
              <a:spcBef>
                <a:spcPct val="0"/>
              </a:spcBef>
              <a:spcAft>
                <a:spcPct val="0"/>
              </a:spcAft>
              <a:tabLst>
                <a:tab pos="569913" algn="l"/>
              </a:tabLst>
              <a:defRPr sz="2400">
                <a:solidFill>
                  <a:schemeClr val="tx1"/>
                </a:solidFill>
                <a:latin typeface="Arial Unicode MS" panose="020B0604020202020204" pitchFamily="34" charset="-128"/>
              </a:defRPr>
            </a:lvl7pPr>
            <a:lvl8pPr eaLnBrk="0" fontAlgn="base" hangingPunct="0">
              <a:spcBef>
                <a:spcPct val="0"/>
              </a:spcBef>
              <a:spcAft>
                <a:spcPct val="0"/>
              </a:spcAft>
              <a:tabLst>
                <a:tab pos="569913" algn="l"/>
              </a:tabLst>
              <a:defRPr sz="2400">
                <a:solidFill>
                  <a:schemeClr val="tx1"/>
                </a:solidFill>
                <a:latin typeface="Arial Unicode MS" panose="020B0604020202020204" pitchFamily="34" charset="-128"/>
              </a:defRPr>
            </a:lvl8pPr>
            <a:lvl9pPr eaLnBrk="0" fontAlgn="base" hangingPunct="0">
              <a:spcBef>
                <a:spcPct val="0"/>
              </a:spcBef>
              <a:spcAft>
                <a:spcPct val="0"/>
              </a:spcAft>
              <a:tabLst>
                <a:tab pos="569913" algn="l"/>
              </a:tabLst>
              <a:defRPr sz="2400">
                <a:solidFill>
                  <a:schemeClr val="tx1"/>
                </a:solidFill>
                <a:latin typeface="Arial Unicode MS" panose="020B0604020202020204" pitchFamily="34" charset="-128"/>
              </a:defRPr>
            </a:lvl9pPr>
          </a:lstStyle>
          <a:p>
            <a:r>
              <a:rPr lang="en-US" altLang="en-IT" sz="1600">
                <a:solidFill>
                  <a:schemeClr val="accent2"/>
                </a:solidFill>
                <a:latin typeface="Tahoma" panose="020B0604030504040204" pitchFamily="34" charset="0"/>
              </a:rPr>
              <a:t>S0011231</a:t>
            </a:r>
            <a:r>
              <a:rPr lang="en-US" altLang="en-IT" sz="1600">
                <a:solidFill>
                  <a:schemeClr val="bg1"/>
                </a:solidFill>
                <a:latin typeface="Tahoma" panose="020B0604030504040204" pitchFamily="34" charset="0"/>
              </a:rPr>
              <a:t> Adrenal Gland Disease</a:t>
            </a:r>
          </a:p>
          <a:p>
            <a:r>
              <a:rPr lang="en-US" altLang="en-IT" sz="1400">
                <a:solidFill>
                  <a:schemeClr val="bg1"/>
                </a:solidFill>
                <a:latin typeface="Tahoma" panose="020B0604030504040204" pitchFamily="34" charset="0"/>
              </a:rPr>
              <a:t>		</a:t>
            </a:r>
            <a:r>
              <a:rPr lang="en-US" altLang="en-IT" sz="1400">
                <a:latin typeface="Tahoma" panose="020B0604030504040204" pitchFamily="34" charset="0"/>
              </a:rPr>
              <a:t>A0020266 MeSH </a:t>
            </a:r>
            <a:br>
              <a:rPr lang="en-US" altLang="en-IT" sz="1400">
                <a:latin typeface="Tahoma" panose="020B0604030504040204" pitchFamily="34" charset="0"/>
              </a:rPr>
            </a:br>
            <a:r>
              <a:rPr lang="en-US" altLang="en-IT" sz="1400">
                <a:latin typeface="Tahoma" panose="020B0604030504040204" pitchFamily="34" charset="0"/>
              </a:rPr>
              <a:t>		A7568579 NCI Thesaurus</a:t>
            </a:r>
            <a:endParaRPr lang="en-US" altLang="en-IT" sz="1400">
              <a:latin typeface="Times New Roman" panose="02020603050405020304" pitchFamily="18" charset="0"/>
            </a:endParaRPr>
          </a:p>
          <a:p>
            <a:r>
              <a:rPr lang="en-US" altLang="en-IT" sz="1600">
                <a:solidFill>
                  <a:schemeClr val="accent2"/>
                </a:solidFill>
                <a:latin typeface="Tahoma" panose="020B0604030504040204" pitchFamily="34" charset="0"/>
              </a:rPr>
              <a:t>S0000441</a:t>
            </a:r>
            <a:r>
              <a:rPr lang="en-US" altLang="en-IT" sz="1600">
                <a:solidFill>
                  <a:schemeClr val="bg1"/>
                </a:solidFill>
                <a:latin typeface="Tahoma" panose="020B0604030504040204" pitchFamily="34" charset="0"/>
              </a:rPr>
              <a:t> Disease of adrenal gland</a:t>
            </a:r>
          </a:p>
          <a:p>
            <a:r>
              <a:rPr lang="en-US" altLang="en-IT" sz="1400">
                <a:solidFill>
                  <a:schemeClr val="bg1"/>
                </a:solidFill>
                <a:latin typeface="Tahoma" panose="020B0604030504040204" pitchFamily="34" charset="0"/>
              </a:rPr>
              <a:t>		</a:t>
            </a:r>
            <a:r>
              <a:rPr lang="en-US" altLang="en-IT" sz="1400">
                <a:latin typeface="Tahoma" panose="020B0604030504040204" pitchFamily="34" charset="0"/>
              </a:rPr>
              <a:t>A0001264 SNOMED 1982 </a:t>
            </a:r>
          </a:p>
          <a:p>
            <a:r>
              <a:rPr lang="en-US" altLang="en-IT" sz="1400">
                <a:latin typeface="Tahoma" panose="020B0604030504040204" pitchFamily="34" charset="0"/>
              </a:rPr>
              <a:t>		A6917004 SNOMED Clinical Terms </a:t>
            </a:r>
            <a:endParaRPr lang="en-US" altLang="en-IT" sz="1400">
              <a:solidFill>
                <a:schemeClr val="bg1"/>
              </a:solidFill>
              <a:latin typeface="Tahoma" panose="020B0604030504040204" pitchFamily="34" charset="0"/>
            </a:endParaRPr>
          </a:p>
          <a:p>
            <a:r>
              <a:rPr lang="en-US" altLang="en-IT" sz="1600">
                <a:solidFill>
                  <a:schemeClr val="accent2"/>
                </a:solidFill>
                <a:latin typeface="Tahoma" panose="020B0604030504040204" pitchFamily="34" charset="0"/>
              </a:rPr>
              <a:t>S0481705</a:t>
            </a:r>
            <a:r>
              <a:rPr lang="en-US" altLang="en-IT" sz="1600">
                <a:solidFill>
                  <a:schemeClr val="bg1"/>
                </a:solidFill>
                <a:latin typeface="Tahoma" panose="020B0604030504040204" pitchFamily="34" charset="0"/>
              </a:rPr>
              <a:t> Diseases of Adrenal Gland</a:t>
            </a:r>
          </a:p>
          <a:p>
            <a:r>
              <a:rPr lang="en-US" altLang="en-IT" sz="1400">
                <a:solidFill>
                  <a:schemeClr val="bg1"/>
                </a:solidFill>
                <a:latin typeface="Tahoma" panose="020B0604030504040204" pitchFamily="34" charset="0"/>
              </a:rPr>
              <a:t>		</a:t>
            </a:r>
            <a:r>
              <a:rPr lang="en-US" altLang="en-IT" sz="1400">
                <a:latin typeface="Tahoma" panose="020B0604030504040204" pitchFamily="34" charset="0"/>
              </a:rPr>
              <a:t>A0014499 SNOMED 1982</a:t>
            </a:r>
          </a:p>
          <a:p>
            <a:r>
              <a:rPr lang="en-US" altLang="en-IT" sz="1600">
                <a:solidFill>
                  <a:schemeClr val="accent2"/>
                </a:solidFill>
                <a:latin typeface="Tahoma" panose="020B0604030504040204" pitchFamily="34" charset="0"/>
              </a:rPr>
              <a:t>S0220090</a:t>
            </a:r>
            <a:r>
              <a:rPr lang="en-US" altLang="en-IT" sz="1600">
                <a:solidFill>
                  <a:schemeClr val="bg1"/>
                </a:solidFill>
                <a:latin typeface="Tahoma" panose="020B0604030504040204" pitchFamily="34" charset="0"/>
              </a:rPr>
              <a:t> Diseases, adrenal gland</a:t>
            </a:r>
          </a:p>
          <a:p>
            <a:r>
              <a:rPr lang="en-US" altLang="en-IT" sz="1400">
                <a:solidFill>
                  <a:schemeClr val="bg1"/>
                </a:solidFill>
                <a:latin typeface="Tahoma" panose="020B0604030504040204" pitchFamily="34" charset="0"/>
              </a:rPr>
              <a:t>		</a:t>
            </a:r>
            <a:r>
              <a:rPr lang="en-US" altLang="en-IT" sz="1400">
                <a:latin typeface="Tahoma" panose="020B0604030504040204" pitchFamily="34" charset="0"/>
              </a:rPr>
              <a:t>A0049924 MeSH</a:t>
            </a:r>
            <a:endParaRPr lang="en-US" altLang="en-IT" sz="1400">
              <a:solidFill>
                <a:schemeClr val="bg1"/>
              </a:solidFill>
              <a:latin typeface="Tahoma" panose="020B0604030504040204" pitchFamily="34" charset="0"/>
            </a:endParaRPr>
          </a:p>
        </p:txBody>
      </p:sp>
      <p:sp>
        <p:nvSpPr>
          <p:cNvPr id="6832136" name="Rectangle 8">
            <a:extLst>
              <a:ext uri="{FF2B5EF4-FFF2-40B4-BE49-F238E27FC236}">
                <a16:creationId xmlns:a16="http://schemas.microsoft.com/office/drawing/2014/main" id="{6DDC32F0-39A8-80EB-FA96-900B0E170BA1}"/>
              </a:ext>
            </a:extLst>
          </p:cNvPr>
          <p:cNvSpPr>
            <a:spLocks noChangeArrowheads="1"/>
          </p:cNvSpPr>
          <p:nvPr/>
        </p:nvSpPr>
        <p:spPr bwMode="auto">
          <a:xfrm>
            <a:off x="3827463" y="4389439"/>
            <a:ext cx="1466850" cy="646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IT"/>
              <a:t>Term</a:t>
            </a:r>
          </a:p>
          <a:p>
            <a:pPr algn="ctr"/>
            <a:r>
              <a:rPr lang="en-US" altLang="en-IT">
                <a:solidFill>
                  <a:schemeClr val="accent1"/>
                </a:solidFill>
              </a:rPr>
              <a:t>L0181041</a:t>
            </a:r>
            <a:endParaRPr lang="en-US" altLang="en-IT" sz="2000">
              <a:solidFill>
                <a:schemeClr val="accent1"/>
              </a:solidFill>
            </a:endParaRPr>
          </a:p>
        </p:txBody>
      </p:sp>
      <p:sp>
        <p:nvSpPr>
          <p:cNvPr id="6832137" name="Text Box 9">
            <a:extLst>
              <a:ext uri="{FF2B5EF4-FFF2-40B4-BE49-F238E27FC236}">
                <a16:creationId xmlns:a16="http://schemas.microsoft.com/office/drawing/2014/main" id="{4B5F66A0-D236-2BF5-039D-EAAA16C42353}"/>
              </a:ext>
            </a:extLst>
          </p:cNvPr>
          <p:cNvSpPr txBox="1">
            <a:spLocks noChangeArrowheads="1"/>
          </p:cNvSpPr>
          <p:nvPr/>
        </p:nvSpPr>
        <p:spPr bwMode="auto">
          <a:xfrm>
            <a:off x="5418138" y="3959226"/>
            <a:ext cx="4487862" cy="1749425"/>
          </a:xfrm>
          <a:prstGeom prst="rect">
            <a:avLst/>
          </a:prstGeom>
          <a:noFill/>
          <a:ln w="12700">
            <a:solidFill>
              <a:schemeClr val="accent1"/>
            </a:solidFill>
            <a:miter lim="800000"/>
            <a:headEnd/>
            <a:tailEnd/>
          </a:ln>
          <a:effectLst/>
          <a:extLst>
            <a:ext uri="{909E8E84-426E-40DD-AFC4-6F175D3DCCD1}">
              <a14:hiddenFill xmlns:a14="http://schemas.microsoft.com/office/drawing/2010/main">
                <a:solidFill>
                  <a:srgbClr val="00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91440" bIns="91440" anchor="ctr">
            <a:spAutoFit/>
          </a:bodyPr>
          <a:lstStyle>
            <a:lvl1pPr>
              <a:tabLst>
                <a:tab pos="569913" algn="l"/>
              </a:tabLst>
              <a:defRPr sz="2400">
                <a:solidFill>
                  <a:schemeClr val="tx1"/>
                </a:solidFill>
                <a:latin typeface="Arial Unicode MS" panose="020B0604020202020204" pitchFamily="34" charset="-128"/>
              </a:defRPr>
            </a:lvl1pPr>
            <a:lvl2pPr>
              <a:tabLst>
                <a:tab pos="569913" algn="l"/>
              </a:tabLst>
              <a:defRPr sz="2400">
                <a:solidFill>
                  <a:schemeClr val="tx1"/>
                </a:solidFill>
                <a:latin typeface="Arial Unicode MS" panose="020B0604020202020204" pitchFamily="34" charset="-128"/>
              </a:defRPr>
            </a:lvl2pPr>
            <a:lvl3pPr>
              <a:tabLst>
                <a:tab pos="569913" algn="l"/>
              </a:tabLst>
              <a:defRPr sz="2400">
                <a:solidFill>
                  <a:schemeClr val="tx1"/>
                </a:solidFill>
                <a:latin typeface="Arial Unicode MS" panose="020B0604020202020204" pitchFamily="34" charset="-128"/>
              </a:defRPr>
            </a:lvl3pPr>
            <a:lvl4pPr>
              <a:tabLst>
                <a:tab pos="569913" algn="l"/>
              </a:tabLst>
              <a:defRPr sz="2400">
                <a:solidFill>
                  <a:schemeClr val="tx1"/>
                </a:solidFill>
                <a:latin typeface="Arial Unicode MS" panose="020B0604020202020204" pitchFamily="34" charset="-128"/>
              </a:defRPr>
            </a:lvl4pPr>
            <a:lvl5pPr>
              <a:tabLst>
                <a:tab pos="569913" algn="l"/>
              </a:tabLst>
              <a:defRPr sz="2400">
                <a:solidFill>
                  <a:schemeClr val="tx1"/>
                </a:solidFill>
                <a:latin typeface="Arial Unicode MS" panose="020B0604020202020204" pitchFamily="34" charset="-128"/>
              </a:defRPr>
            </a:lvl5pPr>
            <a:lvl6pPr eaLnBrk="0" fontAlgn="base" hangingPunct="0">
              <a:spcBef>
                <a:spcPct val="0"/>
              </a:spcBef>
              <a:spcAft>
                <a:spcPct val="0"/>
              </a:spcAft>
              <a:tabLst>
                <a:tab pos="569913" algn="l"/>
              </a:tabLst>
              <a:defRPr sz="2400">
                <a:solidFill>
                  <a:schemeClr val="tx1"/>
                </a:solidFill>
                <a:latin typeface="Arial Unicode MS" panose="020B0604020202020204" pitchFamily="34" charset="-128"/>
              </a:defRPr>
            </a:lvl6pPr>
            <a:lvl7pPr eaLnBrk="0" fontAlgn="base" hangingPunct="0">
              <a:spcBef>
                <a:spcPct val="0"/>
              </a:spcBef>
              <a:spcAft>
                <a:spcPct val="0"/>
              </a:spcAft>
              <a:tabLst>
                <a:tab pos="569913" algn="l"/>
              </a:tabLst>
              <a:defRPr sz="2400">
                <a:solidFill>
                  <a:schemeClr val="tx1"/>
                </a:solidFill>
                <a:latin typeface="Arial Unicode MS" panose="020B0604020202020204" pitchFamily="34" charset="-128"/>
              </a:defRPr>
            </a:lvl7pPr>
            <a:lvl8pPr eaLnBrk="0" fontAlgn="base" hangingPunct="0">
              <a:spcBef>
                <a:spcPct val="0"/>
              </a:spcBef>
              <a:spcAft>
                <a:spcPct val="0"/>
              </a:spcAft>
              <a:tabLst>
                <a:tab pos="569913" algn="l"/>
              </a:tabLst>
              <a:defRPr sz="2400">
                <a:solidFill>
                  <a:schemeClr val="tx1"/>
                </a:solidFill>
                <a:latin typeface="Arial Unicode MS" panose="020B0604020202020204" pitchFamily="34" charset="-128"/>
              </a:defRPr>
            </a:lvl8pPr>
            <a:lvl9pPr eaLnBrk="0" fontAlgn="base" hangingPunct="0">
              <a:spcBef>
                <a:spcPct val="0"/>
              </a:spcBef>
              <a:spcAft>
                <a:spcPct val="0"/>
              </a:spcAft>
              <a:tabLst>
                <a:tab pos="569913" algn="l"/>
              </a:tabLst>
              <a:defRPr sz="2400">
                <a:solidFill>
                  <a:schemeClr val="tx1"/>
                </a:solidFill>
                <a:latin typeface="Arial Unicode MS" panose="020B0604020202020204" pitchFamily="34" charset="-128"/>
              </a:defRPr>
            </a:lvl9pPr>
          </a:lstStyle>
          <a:p>
            <a:r>
              <a:rPr lang="en-US" altLang="en-IT" sz="1600">
                <a:solidFill>
                  <a:schemeClr val="accent2"/>
                </a:solidFill>
                <a:latin typeface="Tahoma" panose="020B0604030504040204" pitchFamily="34" charset="0"/>
              </a:rPr>
              <a:t>S0632950</a:t>
            </a:r>
            <a:r>
              <a:rPr lang="en-US" altLang="en-IT" sz="1600">
                <a:solidFill>
                  <a:schemeClr val="bg1"/>
                </a:solidFill>
                <a:latin typeface="Tahoma" panose="020B0604030504040204" pitchFamily="34" charset="0"/>
              </a:rPr>
              <a:t> Disorder of adrenal gland</a:t>
            </a:r>
            <a:br>
              <a:rPr lang="en-US" altLang="en-IT" sz="1600">
                <a:solidFill>
                  <a:schemeClr val="bg1"/>
                </a:solidFill>
                <a:latin typeface="Tahoma" panose="020B0604030504040204" pitchFamily="34" charset="0"/>
              </a:rPr>
            </a:br>
            <a:r>
              <a:rPr lang="en-US" altLang="en-IT" sz="1400" i="1">
                <a:solidFill>
                  <a:schemeClr val="bg1"/>
                </a:solidFill>
                <a:latin typeface="Tahoma" panose="020B0604030504040204" pitchFamily="34" charset="0"/>
              </a:rPr>
              <a:t>		</a:t>
            </a:r>
            <a:r>
              <a:rPr lang="en-US" altLang="en-IT" sz="1400">
                <a:latin typeface="Tahoma" panose="020B0604030504040204" pitchFamily="34" charset="0"/>
              </a:rPr>
              <a:t>A0688820 Read Codes </a:t>
            </a:r>
            <a:endParaRPr lang="en-US" altLang="en-IT" sz="1400">
              <a:solidFill>
                <a:schemeClr val="bg1"/>
              </a:solidFill>
              <a:latin typeface="Tahoma" panose="020B0604030504040204" pitchFamily="34" charset="0"/>
            </a:endParaRPr>
          </a:p>
          <a:p>
            <a:r>
              <a:rPr lang="en-US" altLang="en-IT" sz="1400">
                <a:solidFill>
                  <a:schemeClr val="bg1"/>
                </a:solidFill>
                <a:latin typeface="Tahoma" panose="020B0604030504040204" pitchFamily="34" charset="0"/>
              </a:rPr>
              <a:t>		</a:t>
            </a:r>
            <a:r>
              <a:rPr lang="en-US" altLang="en-IT" sz="1400">
                <a:latin typeface="Tahoma" panose="020B0604030504040204" pitchFamily="34" charset="0"/>
              </a:rPr>
              <a:t>A4778687 SNOMED Clinical Terms </a:t>
            </a:r>
            <a:endParaRPr lang="en-US" altLang="en-IT" sz="1400">
              <a:solidFill>
                <a:schemeClr val="bg1"/>
              </a:solidFill>
              <a:latin typeface="Tahoma" panose="020B0604030504040204" pitchFamily="34" charset="0"/>
            </a:endParaRPr>
          </a:p>
          <a:p>
            <a:r>
              <a:rPr lang="en-US" altLang="en-IT" sz="1600">
                <a:solidFill>
                  <a:schemeClr val="accent2"/>
                </a:solidFill>
                <a:latin typeface="Tahoma" panose="020B0604030504040204" pitchFamily="34" charset="0"/>
              </a:rPr>
              <a:t>S0354509</a:t>
            </a:r>
            <a:r>
              <a:rPr lang="en-US" altLang="en-IT" sz="1600">
                <a:solidFill>
                  <a:schemeClr val="bg1"/>
                </a:solidFill>
                <a:latin typeface="Tahoma" panose="020B0604030504040204" pitchFamily="34" charset="0"/>
              </a:rPr>
              <a:t> Adrenal Gland Disorders</a:t>
            </a:r>
          </a:p>
          <a:p>
            <a:r>
              <a:rPr lang="en-US" altLang="en-IT" sz="1400">
                <a:solidFill>
                  <a:schemeClr val="bg1"/>
                </a:solidFill>
                <a:latin typeface="Tahoma" panose="020B0604030504040204" pitchFamily="34" charset="0"/>
              </a:rPr>
              <a:t>		</a:t>
            </a:r>
            <a:r>
              <a:rPr lang="en-US" altLang="en-IT" sz="1400">
                <a:latin typeface="Tahoma" panose="020B0604030504040204" pitchFamily="34" charset="0"/>
              </a:rPr>
              <a:t>A6996540 MedlinePlus </a:t>
            </a:r>
          </a:p>
          <a:p>
            <a:r>
              <a:rPr lang="en-US" altLang="en-IT" sz="1400">
                <a:latin typeface="Tahoma" panose="020B0604030504040204" pitchFamily="34" charset="0"/>
              </a:rPr>
              <a:t>		A7576253 NCI Thesaurus </a:t>
            </a:r>
          </a:p>
          <a:p>
            <a:r>
              <a:rPr lang="en-US" altLang="en-IT" sz="1400">
                <a:latin typeface="Tahoma" panose="020B0604030504040204" pitchFamily="34" charset="0"/>
              </a:rPr>
              <a:t>		A7561794 Psychological Index Terms </a:t>
            </a:r>
          </a:p>
        </p:txBody>
      </p:sp>
      <p:sp>
        <p:nvSpPr>
          <p:cNvPr id="6832138" name="Rectangle 10">
            <a:extLst>
              <a:ext uri="{FF2B5EF4-FFF2-40B4-BE49-F238E27FC236}">
                <a16:creationId xmlns:a16="http://schemas.microsoft.com/office/drawing/2014/main" id="{A494DAF2-1B9F-E28A-7DF2-92B4A92DBB60}"/>
              </a:ext>
            </a:extLst>
          </p:cNvPr>
          <p:cNvSpPr>
            <a:spLocks noChangeArrowheads="1"/>
          </p:cNvSpPr>
          <p:nvPr/>
        </p:nvSpPr>
        <p:spPr bwMode="auto">
          <a:xfrm>
            <a:off x="3913188" y="5711826"/>
            <a:ext cx="1395412" cy="646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IT"/>
              <a:t>Term</a:t>
            </a:r>
          </a:p>
          <a:p>
            <a:pPr algn="ctr"/>
            <a:r>
              <a:rPr lang="en-US" altLang="en-IT">
                <a:solidFill>
                  <a:schemeClr val="accent1"/>
                </a:solidFill>
              </a:rPr>
              <a:t>L1279026</a:t>
            </a:r>
            <a:endParaRPr lang="en-US" altLang="en-IT" sz="2000">
              <a:solidFill>
                <a:schemeClr val="accent1"/>
              </a:solidFill>
            </a:endParaRPr>
          </a:p>
        </p:txBody>
      </p:sp>
      <p:sp>
        <p:nvSpPr>
          <p:cNvPr id="6832139" name="Text Box 11">
            <a:extLst>
              <a:ext uri="{FF2B5EF4-FFF2-40B4-BE49-F238E27FC236}">
                <a16:creationId xmlns:a16="http://schemas.microsoft.com/office/drawing/2014/main" id="{4EF89076-FE4B-D810-C68E-D6308BF60505}"/>
              </a:ext>
            </a:extLst>
          </p:cNvPr>
          <p:cNvSpPr txBox="1">
            <a:spLocks noChangeArrowheads="1"/>
          </p:cNvSpPr>
          <p:nvPr/>
        </p:nvSpPr>
        <p:spPr bwMode="auto">
          <a:xfrm>
            <a:off x="5475288" y="5856288"/>
            <a:ext cx="4038600" cy="685800"/>
          </a:xfrm>
          <a:prstGeom prst="rect">
            <a:avLst/>
          </a:prstGeom>
          <a:noFill/>
          <a:ln w="12700">
            <a:solidFill>
              <a:schemeClr val="accent1"/>
            </a:solidFill>
            <a:miter lim="800000"/>
            <a:headEnd/>
            <a:tailEnd/>
          </a:ln>
          <a:effectLst/>
          <a:extLst>
            <a:ext uri="{909E8E84-426E-40DD-AFC4-6F175D3DCCD1}">
              <a14:hiddenFill xmlns:a14="http://schemas.microsoft.com/office/drawing/2010/main">
                <a:solidFill>
                  <a:srgbClr val="00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tIns="91440" bIns="91440" anchor="ctr">
            <a:spAutoFit/>
          </a:bodyPr>
          <a:lstStyle>
            <a:lvl1pPr>
              <a:tabLst>
                <a:tab pos="569913" algn="l"/>
              </a:tabLst>
              <a:defRPr sz="2400">
                <a:solidFill>
                  <a:schemeClr val="tx1"/>
                </a:solidFill>
                <a:latin typeface="Arial Unicode MS" panose="020B0604020202020204" pitchFamily="34" charset="-128"/>
              </a:defRPr>
            </a:lvl1pPr>
            <a:lvl2pPr>
              <a:tabLst>
                <a:tab pos="569913" algn="l"/>
              </a:tabLst>
              <a:defRPr sz="2400">
                <a:solidFill>
                  <a:schemeClr val="tx1"/>
                </a:solidFill>
                <a:latin typeface="Arial Unicode MS" panose="020B0604020202020204" pitchFamily="34" charset="-128"/>
              </a:defRPr>
            </a:lvl2pPr>
            <a:lvl3pPr>
              <a:tabLst>
                <a:tab pos="569913" algn="l"/>
              </a:tabLst>
              <a:defRPr sz="2400">
                <a:solidFill>
                  <a:schemeClr val="tx1"/>
                </a:solidFill>
                <a:latin typeface="Arial Unicode MS" panose="020B0604020202020204" pitchFamily="34" charset="-128"/>
              </a:defRPr>
            </a:lvl3pPr>
            <a:lvl4pPr>
              <a:tabLst>
                <a:tab pos="569913" algn="l"/>
              </a:tabLst>
              <a:defRPr sz="2400">
                <a:solidFill>
                  <a:schemeClr val="tx1"/>
                </a:solidFill>
                <a:latin typeface="Arial Unicode MS" panose="020B0604020202020204" pitchFamily="34" charset="-128"/>
              </a:defRPr>
            </a:lvl4pPr>
            <a:lvl5pPr>
              <a:tabLst>
                <a:tab pos="569913" algn="l"/>
              </a:tabLst>
              <a:defRPr sz="2400">
                <a:solidFill>
                  <a:schemeClr val="tx1"/>
                </a:solidFill>
                <a:latin typeface="Arial Unicode MS" panose="020B0604020202020204" pitchFamily="34" charset="-128"/>
              </a:defRPr>
            </a:lvl5pPr>
            <a:lvl6pPr eaLnBrk="0" fontAlgn="base" hangingPunct="0">
              <a:spcBef>
                <a:spcPct val="0"/>
              </a:spcBef>
              <a:spcAft>
                <a:spcPct val="0"/>
              </a:spcAft>
              <a:tabLst>
                <a:tab pos="569913" algn="l"/>
              </a:tabLst>
              <a:defRPr sz="2400">
                <a:solidFill>
                  <a:schemeClr val="tx1"/>
                </a:solidFill>
                <a:latin typeface="Arial Unicode MS" panose="020B0604020202020204" pitchFamily="34" charset="-128"/>
              </a:defRPr>
            </a:lvl6pPr>
            <a:lvl7pPr eaLnBrk="0" fontAlgn="base" hangingPunct="0">
              <a:spcBef>
                <a:spcPct val="0"/>
              </a:spcBef>
              <a:spcAft>
                <a:spcPct val="0"/>
              </a:spcAft>
              <a:tabLst>
                <a:tab pos="569913" algn="l"/>
              </a:tabLst>
              <a:defRPr sz="2400">
                <a:solidFill>
                  <a:schemeClr val="tx1"/>
                </a:solidFill>
                <a:latin typeface="Arial Unicode MS" panose="020B0604020202020204" pitchFamily="34" charset="-128"/>
              </a:defRPr>
            </a:lvl7pPr>
            <a:lvl8pPr eaLnBrk="0" fontAlgn="base" hangingPunct="0">
              <a:spcBef>
                <a:spcPct val="0"/>
              </a:spcBef>
              <a:spcAft>
                <a:spcPct val="0"/>
              </a:spcAft>
              <a:tabLst>
                <a:tab pos="569913" algn="l"/>
              </a:tabLst>
              <a:defRPr sz="2400">
                <a:solidFill>
                  <a:schemeClr val="tx1"/>
                </a:solidFill>
                <a:latin typeface="Arial Unicode MS" panose="020B0604020202020204" pitchFamily="34" charset="-128"/>
              </a:defRPr>
            </a:lvl8pPr>
            <a:lvl9pPr eaLnBrk="0" fontAlgn="base" hangingPunct="0">
              <a:spcBef>
                <a:spcPct val="0"/>
              </a:spcBef>
              <a:spcAft>
                <a:spcPct val="0"/>
              </a:spcAft>
              <a:tabLst>
                <a:tab pos="569913" algn="l"/>
              </a:tabLst>
              <a:defRPr sz="2400">
                <a:solidFill>
                  <a:schemeClr val="tx1"/>
                </a:solidFill>
                <a:latin typeface="Arial Unicode MS" panose="020B0604020202020204" pitchFamily="34" charset="-128"/>
              </a:defRPr>
            </a:lvl9pPr>
          </a:lstStyle>
          <a:p>
            <a:r>
              <a:rPr lang="en-US" altLang="en-IT" sz="1400">
                <a:solidFill>
                  <a:schemeClr val="accent2"/>
                </a:solidFill>
                <a:latin typeface="Tahoma" panose="020B0604030504040204" pitchFamily="34" charset="0"/>
              </a:rPr>
              <a:t>S1520972</a:t>
            </a:r>
            <a:r>
              <a:rPr lang="en-US" altLang="en-IT" sz="1400">
                <a:solidFill>
                  <a:schemeClr val="bg1"/>
                </a:solidFill>
                <a:latin typeface="Tahoma" panose="020B0604030504040204" pitchFamily="34" charset="0"/>
              </a:rPr>
              <a:t> </a:t>
            </a:r>
            <a:r>
              <a:rPr lang="en-US" altLang="en-IT" sz="1600">
                <a:solidFill>
                  <a:schemeClr val="bg1"/>
                </a:solidFill>
                <a:latin typeface="Tahoma" panose="020B0604030504040204" pitchFamily="34" charset="0"/>
              </a:rPr>
              <a:t>Nebennierenkrankheiten</a:t>
            </a:r>
          </a:p>
          <a:p>
            <a:r>
              <a:rPr lang="en-US" altLang="en-IT" sz="1600" i="1">
                <a:solidFill>
                  <a:schemeClr val="bg1"/>
                </a:solidFill>
                <a:latin typeface="Tahoma" panose="020B0604030504040204" pitchFamily="34" charset="0"/>
              </a:rPr>
              <a:t>		 </a:t>
            </a:r>
            <a:r>
              <a:rPr lang="en-US" altLang="en-IT" sz="1600">
                <a:latin typeface="Tahoma" panose="020B0604030504040204" pitchFamily="34" charset="0"/>
              </a:rPr>
              <a:t>A7500884</a:t>
            </a:r>
            <a:r>
              <a:rPr lang="en-US" altLang="en-IT" sz="1200">
                <a:latin typeface="Tahoma" panose="020B0604030504040204" pitchFamily="34" charset="0"/>
              </a:rPr>
              <a:t> </a:t>
            </a:r>
          </a:p>
        </p:txBody>
      </p:sp>
    </p:spTree>
    <p:custDataLst>
      <p:tags r:id="rId1"/>
    </p:custData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764FA4EE-AEBB-4426-CA52-CEB2AC554A65}"/>
              </a:ext>
            </a:extLst>
          </p:cNvPr>
          <p:cNvSpPr>
            <a:spLocks noGrp="1"/>
          </p:cNvSpPr>
          <p:nvPr>
            <p:ph type="sldNum" sz="quarter" idx="12"/>
          </p:nvPr>
        </p:nvSpPr>
        <p:spPr/>
        <p:txBody>
          <a:bodyPr/>
          <a:lstStyle/>
          <a:p>
            <a:fld id="{9F8CA9ED-8A64-D347-818C-0E932FF00F28}" type="slidenum">
              <a:rPr lang="en-US" altLang="en-IT"/>
              <a:pPr/>
              <a:t>9</a:t>
            </a:fld>
            <a:endParaRPr lang="en-US" altLang="en-IT"/>
          </a:p>
        </p:txBody>
      </p:sp>
      <p:sp>
        <p:nvSpPr>
          <p:cNvPr id="6834178" name="Rectangle 2">
            <a:extLst>
              <a:ext uri="{FF2B5EF4-FFF2-40B4-BE49-F238E27FC236}">
                <a16:creationId xmlns:a16="http://schemas.microsoft.com/office/drawing/2014/main" id="{4E5F55A1-90DF-FA69-FD3B-70DA04E2BAD7}"/>
              </a:ext>
            </a:extLst>
          </p:cNvPr>
          <p:cNvSpPr>
            <a:spLocks noGrp="1" noChangeArrowheads="1"/>
          </p:cNvSpPr>
          <p:nvPr>
            <p:ph type="title"/>
          </p:nvPr>
        </p:nvSpPr>
        <p:spPr>
          <a:xfrm>
            <a:off x="2209800" y="381000"/>
            <a:ext cx="7772400" cy="795338"/>
          </a:xfrm>
        </p:spPr>
        <p:txBody>
          <a:bodyPr/>
          <a:lstStyle/>
          <a:p>
            <a:r>
              <a:rPr lang="en-US" altLang="en-IT"/>
              <a:t>Semantic Network</a:t>
            </a:r>
          </a:p>
        </p:txBody>
      </p:sp>
      <p:sp>
        <p:nvSpPr>
          <p:cNvPr id="6834179" name="Rectangle 3">
            <a:extLst>
              <a:ext uri="{FF2B5EF4-FFF2-40B4-BE49-F238E27FC236}">
                <a16:creationId xmlns:a16="http://schemas.microsoft.com/office/drawing/2014/main" id="{357C91B0-2F59-DE44-F4E1-3CE5E6A849BB}"/>
              </a:ext>
            </a:extLst>
          </p:cNvPr>
          <p:cNvSpPr>
            <a:spLocks noGrp="1" noChangeArrowheads="1"/>
          </p:cNvSpPr>
          <p:nvPr>
            <p:ph type="body" idx="1"/>
          </p:nvPr>
        </p:nvSpPr>
        <p:spPr/>
        <p:txBody>
          <a:bodyPr/>
          <a:lstStyle/>
          <a:p>
            <a:pPr>
              <a:lnSpc>
                <a:spcPct val="80000"/>
              </a:lnSpc>
            </a:pPr>
            <a:r>
              <a:rPr lang="en-US" altLang="en-IT" sz="2400" dirty="0"/>
              <a:t>135 </a:t>
            </a:r>
            <a:r>
              <a:rPr lang="en-US" altLang="en-IT" sz="2400" dirty="0">
                <a:solidFill>
                  <a:schemeClr val="accent2"/>
                </a:solidFill>
              </a:rPr>
              <a:t>Semantic Types </a:t>
            </a:r>
          </a:p>
          <a:p>
            <a:pPr lvl="1">
              <a:lnSpc>
                <a:spcPct val="80000"/>
              </a:lnSpc>
            </a:pPr>
            <a:r>
              <a:rPr lang="en-US" altLang="en-IT" sz="2000" dirty="0"/>
              <a:t>Broad subject categories (Clinical Drug, Virus)</a:t>
            </a:r>
          </a:p>
          <a:p>
            <a:pPr lvl="1">
              <a:lnSpc>
                <a:spcPct val="80000"/>
              </a:lnSpc>
            </a:pPr>
            <a:r>
              <a:rPr lang="en-US" altLang="en-IT" sz="2000" dirty="0"/>
              <a:t>Ex:  </a:t>
            </a:r>
          </a:p>
          <a:p>
            <a:pPr lvl="2">
              <a:lnSpc>
                <a:spcPct val="80000"/>
              </a:lnSpc>
            </a:pPr>
            <a:r>
              <a:rPr lang="en-US" altLang="en-IT" b="1" dirty="0"/>
              <a:t>Addison’s Disease</a:t>
            </a:r>
          </a:p>
          <a:p>
            <a:pPr lvl="2">
              <a:lnSpc>
                <a:spcPct val="80000"/>
              </a:lnSpc>
            </a:pPr>
            <a:r>
              <a:rPr lang="en-US" altLang="en-IT" b="1" dirty="0"/>
              <a:t>Semantic Type: Disease or Syndrome</a:t>
            </a:r>
          </a:p>
          <a:p>
            <a:pPr lvl="1">
              <a:lnSpc>
                <a:spcPct val="80000"/>
              </a:lnSpc>
            </a:pPr>
            <a:endParaRPr lang="en-US" altLang="en-IT" sz="2000" dirty="0"/>
          </a:p>
          <a:p>
            <a:pPr>
              <a:lnSpc>
                <a:spcPct val="80000"/>
              </a:lnSpc>
            </a:pPr>
            <a:r>
              <a:rPr lang="en-US" altLang="en-IT" sz="2400" dirty="0"/>
              <a:t>54 </a:t>
            </a:r>
            <a:r>
              <a:rPr lang="en-US" altLang="en-IT" sz="2400" dirty="0">
                <a:solidFill>
                  <a:schemeClr val="accent2"/>
                </a:solidFill>
              </a:rPr>
              <a:t>Semantic Relationships</a:t>
            </a:r>
          </a:p>
          <a:p>
            <a:pPr lvl="1">
              <a:lnSpc>
                <a:spcPct val="80000"/>
              </a:lnSpc>
            </a:pPr>
            <a:r>
              <a:rPr lang="en-US" altLang="en-IT" sz="2000" dirty="0"/>
              <a:t>Links between categories (isa, causes, treats) </a:t>
            </a:r>
          </a:p>
          <a:p>
            <a:pPr lvl="1">
              <a:lnSpc>
                <a:spcPct val="80000"/>
              </a:lnSpc>
            </a:pPr>
            <a:r>
              <a:rPr lang="en-US" altLang="en-IT" sz="2000" dirty="0"/>
              <a:t>Ex: </a:t>
            </a:r>
          </a:p>
          <a:p>
            <a:pPr lvl="2">
              <a:lnSpc>
                <a:spcPct val="80000"/>
              </a:lnSpc>
            </a:pPr>
            <a:r>
              <a:rPr lang="en-US" altLang="en-IT" dirty="0"/>
              <a:t>Virus</a:t>
            </a:r>
            <a:r>
              <a:rPr lang="en-US" altLang="en-IT" b="1" dirty="0"/>
              <a:t> causes</a:t>
            </a:r>
            <a:r>
              <a:rPr lang="en-US" altLang="en-IT" dirty="0"/>
              <a:t> Disease or Syndrome</a:t>
            </a:r>
          </a:p>
          <a:p>
            <a:pPr lvl="1">
              <a:lnSpc>
                <a:spcPct val="80000"/>
              </a:lnSpc>
            </a:pPr>
            <a:endParaRPr lang="en-US" altLang="en-IT" sz="2000" dirty="0"/>
          </a:p>
          <a:p>
            <a:pPr>
              <a:lnSpc>
                <a:spcPct val="80000"/>
              </a:lnSpc>
            </a:pPr>
            <a:r>
              <a:rPr lang="en-US" altLang="en-IT" sz="2400" dirty="0"/>
              <a:t>Types + Relationships </a:t>
            </a:r>
          </a:p>
          <a:p>
            <a:pPr lvl="1">
              <a:lnSpc>
                <a:spcPct val="80000"/>
              </a:lnSpc>
            </a:pPr>
            <a:r>
              <a:rPr lang="en-US" altLang="en-IT" sz="2000" dirty="0"/>
              <a:t>Form the structure of the semantic network</a:t>
            </a:r>
          </a:p>
          <a:p>
            <a:pPr lvl="1">
              <a:lnSpc>
                <a:spcPct val="80000"/>
              </a:lnSpc>
            </a:pPr>
            <a:r>
              <a:rPr lang="en-US" altLang="en-IT" sz="2000" dirty="0"/>
              <a:t>Broadly categorize the biomedical domain</a:t>
            </a:r>
          </a:p>
        </p:txBody>
      </p:sp>
      <p:sp>
        <p:nvSpPr>
          <p:cNvPr id="6834180" name="Oval 4">
            <a:extLst>
              <a:ext uri="{FF2B5EF4-FFF2-40B4-BE49-F238E27FC236}">
                <a16:creationId xmlns:a16="http://schemas.microsoft.com/office/drawing/2014/main" id="{113825C6-FFD3-7FB8-126E-3820A1FA2199}"/>
              </a:ext>
            </a:extLst>
          </p:cNvPr>
          <p:cNvSpPr>
            <a:spLocks noChangeArrowheads="1"/>
          </p:cNvSpPr>
          <p:nvPr/>
        </p:nvSpPr>
        <p:spPr bwMode="auto">
          <a:xfrm>
            <a:off x="2742057" y="4302421"/>
            <a:ext cx="987425" cy="479425"/>
          </a:xfrm>
          <a:prstGeom prst="ellipse">
            <a:avLst/>
          </a:prstGeom>
          <a:noFill/>
          <a:ln w="9525" algn="ctr">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T"/>
          </a:p>
        </p:txBody>
      </p:sp>
      <p:sp>
        <p:nvSpPr>
          <p:cNvPr id="6834181" name="Oval 5">
            <a:extLst>
              <a:ext uri="{FF2B5EF4-FFF2-40B4-BE49-F238E27FC236}">
                <a16:creationId xmlns:a16="http://schemas.microsoft.com/office/drawing/2014/main" id="{5806BDDB-FFB7-AB37-6013-5475CAA9B13D}"/>
              </a:ext>
            </a:extLst>
          </p:cNvPr>
          <p:cNvSpPr>
            <a:spLocks noChangeArrowheads="1"/>
          </p:cNvSpPr>
          <p:nvPr/>
        </p:nvSpPr>
        <p:spPr bwMode="auto">
          <a:xfrm>
            <a:off x="4098260" y="2619374"/>
            <a:ext cx="3005138" cy="565150"/>
          </a:xfrm>
          <a:prstGeom prst="ellipse">
            <a:avLst/>
          </a:prstGeom>
          <a:noFill/>
          <a:ln w="9525" algn="ctr">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IT"/>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078A2BE9-860E-7276-29F8-45F92021311D}"/>
              </a:ext>
            </a:extLst>
          </p:cNvPr>
          <p:cNvSpPr>
            <a:spLocks noGrp="1"/>
          </p:cNvSpPr>
          <p:nvPr>
            <p:ph type="sldNum" sz="quarter" idx="12"/>
          </p:nvPr>
        </p:nvSpPr>
        <p:spPr/>
        <p:txBody>
          <a:bodyPr/>
          <a:lstStyle/>
          <a:p>
            <a:fld id="{BF837F2E-A55A-CE46-8037-9A1CC78B637D}" type="slidenum">
              <a:rPr lang="en-US" altLang="en-IT"/>
              <a:pPr/>
              <a:t>10</a:t>
            </a:fld>
            <a:endParaRPr lang="en-US" altLang="en-IT"/>
          </a:p>
        </p:txBody>
      </p:sp>
      <p:sp>
        <p:nvSpPr>
          <p:cNvPr id="6836226" name="Rectangle 2">
            <a:extLst>
              <a:ext uri="{FF2B5EF4-FFF2-40B4-BE49-F238E27FC236}">
                <a16:creationId xmlns:a16="http://schemas.microsoft.com/office/drawing/2014/main" id="{5C455FDF-BBA1-326F-11C2-E5C36B299783}"/>
              </a:ext>
            </a:extLst>
          </p:cNvPr>
          <p:cNvSpPr>
            <a:spLocks noGrp="1" noChangeArrowheads="1"/>
          </p:cNvSpPr>
          <p:nvPr>
            <p:ph type="title"/>
          </p:nvPr>
        </p:nvSpPr>
        <p:spPr/>
        <p:txBody>
          <a:bodyPr/>
          <a:lstStyle/>
          <a:p>
            <a:r>
              <a:rPr lang="en-US" altLang="en-IT"/>
              <a:t>54 Semantic Relationships</a:t>
            </a:r>
          </a:p>
        </p:txBody>
      </p:sp>
      <p:sp>
        <p:nvSpPr>
          <p:cNvPr id="6836227" name="Rectangle 3">
            <a:extLst>
              <a:ext uri="{FF2B5EF4-FFF2-40B4-BE49-F238E27FC236}">
                <a16:creationId xmlns:a16="http://schemas.microsoft.com/office/drawing/2014/main" id="{86E0CEC6-2D72-E15D-3F30-FD820FAC3EDA}"/>
              </a:ext>
            </a:extLst>
          </p:cNvPr>
          <p:cNvSpPr>
            <a:spLocks noGrp="1" noChangeArrowheads="1"/>
          </p:cNvSpPr>
          <p:nvPr>
            <p:ph type="body" idx="1"/>
          </p:nvPr>
        </p:nvSpPr>
        <p:spPr/>
        <p:txBody>
          <a:bodyPr/>
          <a:lstStyle/>
          <a:p>
            <a:pPr>
              <a:lnSpc>
                <a:spcPct val="90000"/>
              </a:lnSpc>
            </a:pPr>
            <a:r>
              <a:rPr lang="en-US" altLang="en-IT" sz="3200">
                <a:solidFill>
                  <a:schemeClr val="accent2"/>
                </a:solidFill>
              </a:rPr>
              <a:t>Hierarchical</a:t>
            </a:r>
            <a:r>
              <a:rPr lang="en-US" altLang="en-IT"/>
              <a:t> (isa = is a kind of)</a:t>
            </a:r>
          </a:p>
          <a:p>
            <a:pPr lvl="1">
              <a:lnSpc>
                <a:spcPct val="90000"/>
              </a:lnSpc>
            </a:pPr>
            <a:r>
              <a:rPr lang="en-US" altLang="en-IT"/>
              <a:t>among types</a:t>
            </a:r>
          </a:p>
          <a:p>
            <a:pPr lvl="2">
              <a:lnSpc>
                <a:spcPct val="90000"/>
              </a:lnSpc>
            </a:pPr>
            <a:r>
              <a:rPr lang="en-US" altLang="en-IT"/>
              <a:t>Animal </a:t>
            </a:r>
            <a:r>
              <a:rPr lang="en-US" altLang="en-IT" sz="2800" i="1">
                <a:solidFill>
                  <a:schemeClr val="accent2"/>
                </a:solidFill>
              </a:rPr>
              <a:t>isa</a:t>
            </a:r>
            <a:r>
              <a:rPr lang="en-US" altLang="en-IT"/>
              <a:t> Organism</a:t>
            </a:r>
          </a:p>
          <a:p>
            <a:pPr lvl="2">
              <a:lnSpc>
                <a:spcPct val="90000"/>
              </a:lnSpc>
            </a:pPr>
            <a:r>
              <a:rPr lang="en-US" altLang="en-IT"/>
              <a:t>Enzyme </a:t>
            </a:r>
            <a:r>
              <a:rPr lang="en-US" altLang="en-IT" sz="2800" i="1">
                <a:solidFill>
                  <a:schemeClr val="accent2"/>
                </a:solidFill>
              </a:rPr>
              <a:t>isa</a:t>
            </a:r>
            <a:r>
              <a:rPr lang="en-US" altLang="en-IT" sz="2800">
                <a:solidFill>
                  <a:schemeClr val="accent2"/>
                </a:solidFill>
              </a:rPr>
              <a:t> </a:t>
            </a:r>
            <a:r>
              <a:rPr lang="en-US" altLang="en-IT"/>
              <a:t>Biologically Active Substance</a:t>
            </a:r>
          </a:p>
          <a:p>
            <a:pPr lvl="1">
              <a:lnSpc>
                <a:spcPct val="90000"/>
              </a:lnSpc>
            </a:pPr>
            <a:r>
              <a:rPr lang="en-US" altLang="en-IT"/>
              <a:t>among relationships</a:t>
            </a:r>
          </a:p>
          <a:p>
            <a:pPr lvl="2">
              <a:lnSpc>
                <a:spcPct val="90000"/>
              </a:lnSpc>
            </a:pPr>
            <a:r>
              <a:rPr lang="en-US" altLang="en-IT">
                <a:solidFill>
                  <a:schemeClr val="bg2"/>
                </a:solidFill>
              </a:rPr>
              <a:t>prevents </a:t>
            </a:r>
            <a:r>
              <a:rPr lang="en-US" altLang="en-IT" sz="2400" i="1">
                <a:solidFill>
                  <a:schemeClr val="accent2"/>
                </a:solidFill>
              </a:rPr>
              <a:t>isa</a:t>
            </a:r>
            <a:r>
              <a:rPr lang="en-US" altLang="en-IT">
                <a:solidFill>
                  <a:schemeClr val="bg2"/>
                </a:solidFill>
              </a:rPr>
              <a:t> affects</a:t>
            </a:r>
          </a:p>
          <a:p>
            <a:pPr>
              <a:lnSpc>
                <a:spcPct val="90000"/>
              </a:lnSpc>
            </a:pPr>
            <a:r>
              <a:rPr lang="en-US" altLang="en-IT">
                <a:solidFill>
                  <a:schemeClr val="accent2"/>
                </a:solidFill>
              </a:rPr>
              <a:t>Non-hierarchical</a:t>
            </a:r>
          </a:p>
          <a:p>
            <a:pPr lvl="1">
              <a:lnSpc>
                <a:spcPct val="90000"/>
              </a:lnSpc>
            </a:pPr>
            <a:r>
              <a:rPr lang="en-US" altLang="en-IT"/>
              <a:t>Sign or Symptom </a:t>
            </a:r>
            <a:r>
              <a:rPr lang="en-US" altLang="en-IT" sz="2800" i="1">
                <a:solidFill>
                  <a:schemeClr val="accent2"/>
                </a:solidFill>
              </a:rPr>
              <a:t>diagnoses</a:t>
            </a:r>
            <a:r>
              <a:rPr lang="en-US" altLang="en-IT"/>
              <a:t> Pathologic Function</a:t>
            </a:r>
          </a:p>
          <a:p>
            <a:pPr lvl="1">
              <a:lnSpc>
                <a:spcPct val="90000"/>
              </a:lnSpc>
            </a:pPr>
            <a:r>
              <a:rPr lang="en-US" altLang="en-IT"/>
              <a:t>Pharmacologic Substance </a:t>
            </a:r>
            <a:r>
              <a:rPr lang="en-US" altLang="en-IT" sz="2800" i="1">
                <a:solidFill>
                  <a:schemeClr val="accent2"/>
                </a:solidFill>
              </a:rPr>
              <a:t>treats</a:t>
            </a:r>
            <a:r>
              <a:rPr lang="en-US" altLang="en-IT"/>
              <a:t> Pathologic Function</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2C4B0D54-EBBA-BB87-C10A-61497D20EC4B}"/>
              </a:ext>
            </a:extLst>
          </p:cNvPr>
          <p:cNvSpPr>
            <a:spLocks noGrp="1"/>
          </p:cNvSpPr>
          <p:nvPr>
            <p:ph type="sldNum" sz="quarter" idx="12"/>
          </p:nvPr>
        </p:nvSpPr>
        <p:spPr/>
        <p:txBody>
          <a:bodyPr/>
          <a:lstStyle/>
          <a:p>
            <a:fld id="{52E39A80-0FE6-0546-BA35-D9112E902DA8}" type="slidenum">
              <a:rPr lang="en-US" altLang="en-IT"/>
              <a:pPr/>
              <a:t>11</a:t>
            </a:fld>
            <a:endParaRPr lang="en-US" altLang="en-IT"/>
          </a:p>
        </p:txBody>
      </p:sp>
      <p:sp>
        <p:nvSpPr>
          <p:cNvPr id="6838274" name="Rectangle 2">
            <a:extLst>
              <a:ext uri="{FF2B5EF4-FFF2-40B4-BE49-F238E27FC236}">
                <a16:creationId xmlns:a16="http://schemas.microsoft.com/office/drawing/2014/main" id="{52B53A2C-8E7F-B5DC-1395-6DAECA10EE26}"/>
              </a:ext>
            </a:extLst>
          </p:cNvPr>
          <p:cNvSpPr>
            <a:spLocks noGrp="1" noChangeArrowheads="1"/>
          </p:cNvSpPr>
          <p:nvPr>
            <p:ph type="title"/>
          </p:nvPr>
        </p:nvSpPr>
        <p:spPr/>
        <p:txBody>
          <a:bodyPr/>
          <a:lstStyle/>
          <a:p>
            <a:r>
              <a:rPr lang="en-US" altLang="en-IT"/>
              <a:t>Semantic Network Relationships</a:t>
            </a:r>
          </a:p>
        </p:txBody>
      </p:sp>
      <p:grpSp>
        <p:nvGrpSpPr>
          <p:cNvPr id="6838275" name="Group 3">
            <a:extLst>
              <a:ext uri="{FF2B5EF4-FFF2-40B4-BE49-F238E27FC236}">
                <a16:creationId xmlns:a16="http://schemas.microsoft.com/office/drawing/2014/main" id="{0D077C7A-1FDF-92C9-4301-2B0CF35ED954}"/>
              </a:ext>
            </a:extLst>
          </p:cNvPr>
          <p:cNvGrpSpPr>
            <a:grpSpLocks/>
          </p:cNvGrpSpPr>
          <p:nvPr/>
        </p:nvGrpSpPr>
        <p:grpSpPr bwMode="auto">
          <a:xfrm>
            <a:off x="1946276" y="1374776"/>
            <a:ext cx="8286751" cy="4951413"/>
            <a:chOff x="266" y="866"/>
            <a:chExt cx="5220" cy="3119"/>
          </a:xfrm>
        </p:grpSpPr>
        <p:grpSp>
          <p:nvGrpSpPr>
            <p:cNvPr id="6838276" name="Group 4">
              <a:extLst>
                <a:ext uri="{FF2B5EF4-FFF2-40B4-BE49-F238E27FC236}">
                  <a16:creationId xmlns:a16="http://schemas.microsoft.com/office/drawing/2014/main" id="{44172CAD-0BC6-4A50-EE29-49DFBD4DE268}"/>
                </a:ext>
              </a:extLst>
            </p:cNvPr>
            <p:cNvGrpSpPr>
              <a:grpSpLocks/>
            </p:cNvGrpSpPr>
            <p:nvPr/>
          </p:nvGrpSpPr>
          <p:grpSpPr bwMode="auto">
            <a:xfrm>
              <a:off x="2076" y="866"/>
              <a:ext cx="2615" cy="268"/>
              <a:chOff x="2076" y="866"/>
              <a:chExt cx="2615" cy="268"/>
            </a:xfrm>
          </p:grpSpPr>
          <p:sp>
            <p:nvSpPr>
              <p:cNvPr id="6838277" name="AutoShape 5">
                <a:extLst>
                  <a:ext uri="{FF2B5EF4-FFF2-40B4-BE49-F238E27FC236}">
                    <a16:creationId xmlns:a16="http://schemas.microsoft.com/office/drawing/2014/main" id="{4530261D-7138-DF17-F681-6AB8536C6FAD}"/>
                  </a:ext>
                </a:extLst>
              </p:cNvPr>
              <p:cNvSpPr>
                <a:spLocks noChangeArrowheads="1"/>
              </p:cNvSpPr>
              <p:nvPr/>
            </p:nvSpPr>
            <p:spPr bwMode="auto">
              <a:xfrm>
                <a:off x="2076" y="866"/>
                <a:ext cx="535" cy="140"/>
              </a:xfrm>
              <a:prstGeom prst="roundRect">
                <a:avLst>
                  <a:gd name="adj" fmla="val 0"/>
                </a:avLst>
              </a:prstGeom>
              <a:noFill/>
              <a:ln w="635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8288" bIns="18288" anchor="ctr">
                <a:spAutoFit/>
              </a:bodyPr>
              <a:lstStyle/>
              <a:p>
                <a:pPr algn="ctr"/>
                <a:r>
                  <a:rPr lang="en-US" altLang="en-IT" sz="1200">
                    <a:latin typeface="Arial Unicode MS" panose="020B0604020202020204" pitchFamily="34" charset="-128"/>
                  </a:rPr>
                  <a:t>Organism</a:t>
                </a:r>
              </a:p>
            </p:txBody>
          </p:sp>
          <p:cxnSp>
            <p:nvCxnSpPr>
              <p:cNvPr id="6838278" name="AutoShape 6">
                <a:extLst>
                  <a:ext uri="{FF2B5EF4-FFF2-40B4-BE49-F238E27FC236}">
                    <a16:creationId xmlns:a16="http://schemas.microsoft.com/office/drawing/2014/main" id="{38047A3C-B204-3DD1-0D4B-811D70BE117B}"/>
                  </a:ext>
                </a:extLst>
              </p:cNvPr>
              <p:cNvCxnSpPr>
                <a:cxnSpLocks noChangeShapeType="1"/>
                <a:stCxn id="6838356" idx="0"/>
                <a:endCxn id="6838277" idx="3"/>
              </p:cNvCxnSpPr>
              <p:nvPr/>
            </p:nvCxnSpPr>
            <p:spPr bwMode="auto">
              <a:xfrm rot="16200000" flipV="1">
                <a:off x="3576" y="-29"/>
                <a:ext cx="150" cy="2081"/>
              </a:xfrm>
              <a:prstGeom prst="curvedConnector2">
                <a:avLst/>
              </a:prstGeom>
              <a:noFill/>
              <a:ln w="12700">
                <a:solidFill>
                  <a:schemeClr val="bg2"/>
                </a:solidFill>
                <a:prstDash val="sysDot"/>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38279" name="Text Box 7">
                <a:extLst>
                  <a:ext uri="{FF2B5EF4-FFF2-40B4-BE49-F238E27FC236}">
                    <a16:creationId xmlns:a16="http://schemas.microsoft.com/office/drawing/2014/main" id="{19E537D4-C6EA-2625-DE64-95E2F9B001CD}"/>
                  </a:ext>
                </a:extLst>
              </p:cNvPr>
              <p:cNvSpPr txBox="1">
                <a:spLocks noChangeArrowheads="1"/>
              </p:cNvSpPr>
              <p:nvPr/>
            </p:nvSpPr>
            <p:spPr bwMode="auto">
              <a:xfrm>
                <a:off x="3360" y="960"/>
                <a:ext cx="563"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IT" sz="1200" i="1">
                    <a:latin typeface="Arial Unicode MS" panose="020B0604020202020204" pitchFamily="34" charset="-128"/>
                  </a:rPr>
                  <a:t>process of</a:t>
                </a:r>
              </a:p>
            </p:txBody>
          </p:sp>
        </p:grpSp>
        <p:grpSp>
          <p:nvGrpSpPr>
            <p:cNvPr id="6838280" name="Group 8">
              <a:extLst>
                <a:ext uri="{FF2B5EF4-FFF2-40B4-BE49-F238E27FC236}">
                  <a16:creationId xmlns:a16="http://schemas.microsoft.com/office/drawing/2014/main" id="{282EB2DF-08EF-AEB8-4162-381857B202DF}"/>
                </a:ext>
              </a:extLst>
            </p:cNvPr>
            <p:cNvGrpSpPr>
              <a:grpSpLocks/>
            </p:cNvGrpSpPr>
            <p:nvPr/>
          </p:nvGrpSpPr>
          <p:grpSpPr bwMode="auto">
            <a:xfrm>
              <a:off x="372" y="1889"/>
              <a:ext cx="2638" cy="1044"/>
              <a:chOff x="372" y="1889"/>
              <a:chExt cx="2638" cy="1044"/>
            </a:xfrm>
          </p:grpSpPr>
          <p:sp>
            <p:nvSpPr>
              <p:cNvPr id="6838281" name="AutoShape 9">
                <a:extLst>
                  <a:ext uri="{FF2B5EF4-FFF2-40B4-BE49-F238E27FC236}">
                    <a16:creationId xmlns:a16="http://schemas.microsoft.com/office/drawing/2014/main" id="{5773F30E-C179-C31B-61F5-92AE396FF98E}"/>
                  </a:ext>
                </a:extLst>
              </p:cNvPr>
              <p:cNvSpPr>
                <a:spLocks noChangeArrowheads="1"/>
              </p:cNvSpPr>
              <p:nvPr/>
            </p:nvSpPr>
            <p:spPr bwMode="auto">
              <a:xfrm>
                <a:off x="372" y="2157"/>
                <a:ext cx="573" cy="256"/>
              </a:xfrm>
              <a:prstGeom prst="roundRect">
                <a:avLst>
                  <a:gd name="adj" fmla="val 0"/>
                </a:avLst>
              </a:prstGeom>
              <a:noFill/>
              <a:ln w="635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8288" bIns="18288" anchor="ctr">
                <a:spAutoFit/>
              </a:bodyPr>
              <a:lstStyle/>
              <a:p>
                <a:pPr algn="ctr"/>
                <a:r>
                  <a:rPr lang="en-US" altLang="en-IT" sz="1200">
                    <a:latin typeface="Arial Unicode MS" panose="020B0604020202020204" pitchFamily="34" charset="-128"/>
                  </a:rPr>
                  <a:t>Embryonic</a:t>
                </a:r>
              </a:p>
              <a:p>
                <a:pPr algn="ctr"/>
                <a:r>
                  <a:rPr lang="en-US" altLang="en-IT" sz="1200">
                    <a:latin typeface="Arial Unicode MS" panose="020B0604020202020204" pitchFamily="34" charset="-128"/>
                  </a:rPr>
                  <a:t>Structure</a:t>
                </a:r>
              </a:p>
            </p:txBody>
          </p:sp>
          <p:sp>
            <p:nvSpPr>
              <p:cNvPr id="6838282" name="AutoShape 10">
                <a:extLst>
                  <a:ext uri="{FF2B5EF4-FFF2-40B4-BE49-F238E27FC236}">
                    <a16:creationId xmlns:a16="http://schemas.microsoft.com/office/drawing/2014/main" id="{8E4CA1BA-38AA-80C0-8CDD-DE05DAA018A5}"/>
                  </a:ext>
                </a:extLst>
              </p:cNvPr>
              <p:cNvSpPr>
                <a:spLocks noChangeArrowheads="1"/>
              </p:cNvSpPr>
              <p:nvPr/>
            </p:nvSpPr>
            <p:spPr bwMode="auto">
              <a:xfrm>
                <a:off x="977" y="2157"/>
                <a:ext cx="626" cy="256"/>
              </a:xfrm>
              <a:prstGeom prst="roundRect">
                <a:avLst>
                  <a:gd name="adj" fmla="val 0"/>
                </a:avLst>
              </a:prstGeom>
              <a:noFill/>
              <a:ln w="635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8288" bIns="18288" anchor="ctr">
                <a:spAutoFit/>
              </a:bodyPr>
              <a:lstStyle/>
              <a:p>
                <a:pPr algn="ctr"/>
                <a:r>
                  <a:rPr lang="en-US" altLang="en-IT" sz="1200">
                    <a:latin typeface="Arial Unicode MS" panose="020B0604020202020204" pitchFamily="34" charset="-128"/>
                  </a:rPr>
                  <a:t>Anatomical</a:t>
                </a:r>
              </a:p>
              <a:p>
                <a:pPr algn="ctr"/>
                <a:r>
                  <a:rPr lang="en-US" altLang="en-IT" sz="1200">
                    <a:latin typeface="Arial Unicode MS" panose="020B0604020202020204" pitchFamily="34" charset="-128"/>
                  </a:rPr>
                  <a:t>Abnormality</a:t>
                </a:r>
              </a:p>
            </p:txBody>
          </p:sp>
          <p:grpSp>
            <p:nvGrpSpPr>
              <p:cNvPr id="6838283" name="Group 11">
                <a:extLst>
                  <a:ext uri="{FF2B5EF4-FFF2-40B4-BE49-F238E27FC236}">
                    <a16:creationId xmlns:a16="http://schemas.microsoft.com/office/drawing/2014/main" id="{7C0460A8-71D0-D543-C8C8-4A5A15F22930}"/>
                  </a:ext>
                </a:extLst>
              </p:cNvPr>
              <p:cNvGrpSpPr>
                <a:grpSpLocks/>
              </p:cNvGrpSpPr>
              <p:nvPr/>
            </p:nvGrpSpPr>
            <p:grpSpPr bwMode="auto">
              <a:xfrm>
                <a:off x="641" y="2677"/>
                <a:ext cx="1291" cy="256"/>
                <a:chOff x="396" y="2666"/>
                <a:chExt cx="1291" cy="256"/>
              </a:xfrm>
            </p:grpSpPr>
            <p:sp>
              <p:nvSpPr>
                <p:cNvPr id="6838284" name="AutoShape 12">
                  <a:extLst>
                    <a:ext uri="{FF2B5EF4-FFF2-40B4-BE49-F238E27FC236}">
                      <a16:creationId xmlns:a16="http://schemas.microsoft.com/office/drawing/2014/main" id="{E2F1C320-F211-EA05-ABAB-7C73E85D0816}"/>
                    </a:ext>
                  </a:extLst>
                </p:cNvPr>
                <p:cNvSpPr>
                  <a:spLocks noChangeArrowheads="1"/>
                </p:cNvSpPr>
                <p:nvPr/>
              </p:nvSpPr>
              <p:spPr bwMode="auto">
                <a:xfrm>
                  <a:off x="396" y="2666"/>
                  <a:ext cx="626" cy="256"/>
                </a:xfrm>
                <a:prstGeom prst="roundRect">
                  <a:avLst>
                    <a:gd name="adj" fmla="val 0"/>
                  </a:avLst>
                </a:prstGeom>
                <a:noFill/>
                <a:ln w="635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8288" bIns="18288" anchor="ctr">
                  <a:spAutoFit/>
                </a:bodyPr>
                <a:lstStyle/>
                <a:p>
                  <a:pPr algn="ctr"/>
                  <a:r>
                    <a:rPr lang="en-US" altLang="en-IT" sz="1200">
                      <a:latin typeface="Arial Unicode MS" panose="020B0604020202020204" pitchFamily="34" charset="-128"/>
                    </a:rPr>
                    <a:t>Congenital</a:t>
                  </a:r>
                </a:p>
                <a:p>
                  <a:pPr algn="ctr"/>
                  <a:r>
                    <a:rPr lang="en-US" altLang="en-IT" sz="1200">
                      <a:latin typeface="Arial Unicode MS" panose="020B0604020202020204" pitchFamily="34" charset="-128"/>
                    </a:rPr>
                    <a:t>Abnormality</a:t>
                  </a:r>
                </a:p>
              </p:txBody>
            </p:sp>
            <p:sp>
              <p:nvSpPr>
                <p:cNvPr id="6838285" name="AutoShape 13">
                  <a:extLst>
                    <a:ext uri="{FF2B5EF4-FFF2-40B4-BE49-F238E27FC236}">
                      <a16:creationId xmlns:a16="http://schemas.microsoft.com/office/drawing/2014/main" id="{BC22FEB0-C57E-603B-9853-5D6C31B1A75B}"/>
                    </a:ext>
                  </a:extLst>
                </p:cNvPr>
                <p:cNvSpPr>
                  <a:spLocks noChangeArrowheads="1"/>
                </p:cNvSpPr>
                <p:nvPr/>
              </p:nvSpPr>
              <p:spPr bwMode="auto">
                <a:xfrm>
                  <a:off x="1061" y="2666"/>
                  <a:ext cx="626" cy="256"/>
                </a:xfrm>
                <a:prstGeom prst="roundRect">
                  <a:avLst>
                    <a:gd name="adj" fmla="val 0"/>
                  </a:avLst>
                </a:prstGeom>
                <a:noFill/>
                <a:ln w="635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8288" bIns="18288" anchor="ctr">
                  <a:spAutoFit/>
                </a:bodyPr>
                <a:lstStyle/>
                <a:p>
                  <a:pPr algn="ctr"/>
                  <a:r>
                    <a:rPr lang="en-US" altLang="en-IT" sz="1200">
                      <a:latin typeface="Arial Unicode MS" panose="020B0604020202020204" pitchFamily="34" charset="-128"/>
                    </a:rPr>
                    <a:t>Acquired</a:t>
                  </a:r>
                </a:p>
                <a:p>
                  <a:pPr algn="ctr"/>
                  <a:r>
                    <a:rPr lang="en-US" altLang="en-IT" sz="1200">
                      <a:latin typeface="Arial Unicode MS" panose="020B0604020202020204" pitchFamily="34" charset="-128"/>
                    </a:rPr>
                    <a:t>Abnormality</a:t>
                  </a:r>
                </a:p>
              </p:txBody>
            </p:sp>
          </p:grpSp>
          <p:sp>
            <p:nvSpPr>
              <p:cNvPr id="6838286" name="AutoShape 14">
                <a:extLst>
                  <a:ext uri="{FF2B5EF4-FFF2-40B4-BE49-F238E27FC236}">
                    <a16:creationId xmlns:a16="http://schemas.microsoft.com/office/drawing/2014/main" id="{ADB6747E-DAE8-A2C8-93B8-8A00B53F9538}"/>
                  </a:ext>
                </a:extLst>
              </p:cNvPr>
              <p:cNvSpPr>
                <a:spLocks noChangeArrowheads="1"/>
              </p:cNvSpPr>
              <p:nvPr/>
            </p:nvSpPr>
            <p:spPr bwMode="auto">
              <a:xfrm>
                <a:off x="2329" y="2156"/>
                <a:ext cx="681" cy="372"/>
              </a:xfrm>
              <a:prstGeom prst="roundRect">
                <a:avLst>
                  <a:gd name="adj" fmla="val 0"/>
                </a:avLst>
              </a:prstGeom>
              <a:noFill/>
              <a:ln w="635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8288" bIns="18288" anchor="ctr">
                <a:spAutoFit/>
              </a:bodyPr>
              <a:lstStyle/>
              <a:p>
                <a:pPr algn="ctr"/>
                <a:r>
                  <a:rPr lang="en-US" altLang="en-IT" sz="1200">
                    <a:latin typeface="Arial Unicode MS" panose="020B0604020202020204" pitchFamily="34" charset="-128"/>
                  </a:rPr>
                  <a:t>Fully Formed</a:t>
                </a:r>
              </a:p>
              <a:p>
                <a:pPr algn="ctr"/>
                <a:r>
                  <a:rPr lang="en-US" altLang="en-IT" sz="1200">
                    <a:latin typeface="Arial Unicode MS" panose="020B0604020202020204" pitchFamily="34" charset="-128"/>
                  </a:rPr>
                  <a:t>Anatomical</a:t>
                </a:r>
              </a:p>
              <a:p>
                <a:pPr algn="ctr"/>
                <a:r>
                  <a:rPr lang="en-US" altLang="en-IT" sz="1200">
                    <a:latin typeface="Arial Unicode MS" panose="020B0604020202020204" pitchFamily="34" charset="-128"/>
                  </a:rPr>
                  <a:t>Structure</a:t>
                </a:r>
              </a:p>
            </p:txBody>
          </p:sp>
          <p:cxnSp>
            <p:nvCxnSpPr>
              <p:cNvPr id="6838287" name="AutoShape 15">
                <a:extLst>
                  <a:ext uri="{FF2B5EF4-FFF2-40B4-BE49-F238E27FC236}">
                    <a16:creationId xmlns:a16="http://schemas.microsoft.com/office/drawing/2014/main" id="{D781E51C-88CA-6D76-EF38-692C002C2908}"/>
                  </a:ext>
                </a:extLst>
              </p:cNvPr>
              <p:cNvCxnSpPr>
                <a:cxnSpLocks noChangeShapeType="1"/>
                <a:stCxn id="6838293" idx="2"/>
                <a:endCxn id="6838286" idx="0"/>
              </p:cNvCxnSpPr>
              <p:nvPr/>
            </p:nvCxnSpPr>
            <p:spPr bwMode="auto">
              <a:xfrm rot="16200000" flipH="1">
                <a:off x="1678" y="1165"/>
                <a:ext cx="267" cy="1715"/>
              </a:xfrm>
              <a:prstGeom prst="bentConnector3">
                <a:avLst>
                  <a:gd name="adj1" fmla="val 50000"/>
                </a:avLst>
              </a:prstGeom>
              <a:noFill/>
              <a:ln w="127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38288" name="AutoShape 16">
                <a:extLst>
                  <a:ext uri="{FF2B5EF4-FFF2-40B4-BE49-F238E27FC236}">
                    <a16:creationId xmlns:a16="http://schemas.microsoft.com/office/drawing/2014/main" id="{67187391-FF03-F9B6-5788-63E18FEC3750}"/>
                  </a:ext>
                </a:extLst>
              </p:cNvPr>
              <p:cNvCxnSpPr>
                <a:cxnSpLocks noChangeShapeType="1"/>
                <a:stCxn id="6838282" idx="2"/>
                <a:endCxn id="6838285" idx="0"/>
              </p:cNvCxnSpPr>
              <p:nvPr/>
            </p:nvCxnSpPr>
            <p:spPr bwMode="auto">
              <a:xfrm rot="16200000" flipH="1">
                <a:off x="1323" y="2380"/>
                <a:ext cx="264" cy="329"/>
              </a:xfrm>
              <a:prstGeom prst="bentConnector3">
                <a:avLst>
                  <a:gd name="adj1" fmla="val 50000"/>
                </a:avLst>
              </a:prstGeom>
              <a:noFill/>
              <a:ln w="127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38289" name="AutoShape 17">
                <a:extLst>
                  <a:ext uri="{FF2B5EF4-FFF2-40B4-BE49-F238E27FC236}">
                    <a16:creationId xmlns:a16="http://schemas.microsoft.com/office/drawing/2014/main" id="{04645E6F-FDA3-86E8-6C84-EBA3171144D4}"/>
                  </a:ext>
                </a:extLst>
              </p:cNvPr>
              <p:cNvCxnSpPr>
                <a:cxnSpLocks noChangeShapeType="1"/>
                <a:stCxn id="6838282" idx="2"/>
                <a:endCxn id="6838284" idx="0"/>
              </p:cNvCxnSpPr>
              <p:nvPr/>
            </p:nvCxnSpPr>
            <p:spPr bwMode="auto">
              <a:xfrm rot="5400000">
                <a:off x="990" y="2377"/>
                <a:ext cx="264" cy="336"/>
              </a:xfrm>
              <a:prstGeom prst="bentConnector3">
                <a:avLst>
                  <a:gd name="adj1" fmla="val 50000"/>
                </a:avLst>
              </a:prstGeom>
              <a:noFill/>
              <a:ln w="127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38290" name="AutoShape 18">
                <a:extLst>
                  <a:ext uri="{FF2B5EF4-FFF2-40B4-BE49-F238E27FC236}">
                    <a16:creationId xmlns:a16="http://schemas.microsoft.com/office/drawing/2014/main" id="{5729FA60-2383-0792-870B-65133DB74467}"/>
                  </a:ext>
                </a:extLst>
              </p:cNvPr>
              <p:cNvCxnSpPr>
                <a:cxnSpLocks noChangeShapeType="1"/>
                <a:stCxn id="6838293" idx="2"/>
                <a:endCxn id="6838282" idx="0"/>
              </p:cNvCxnSpPr>
              <p:nvPr/>
            </p:nvCxnSpPr>
            <p:spPr bwMode="auto">
              <a:xfrm rot="16200000" flipH="1">
                <a:off x="988" y="1855"/>
                <a:ext cx="268" cy="336"/>
              </a:xfrm>
              <a:prstGeom prst="bentConnector3">
                <a:avLst>
                  <a:gd name="adj1" fmla="val 50000"/>
                </a:avLst>
              </a:prstGeom>
              <a:noFill/>
              <a:ln w="127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38291" name="AutoShape 19">
                <a:extLst>
                  <a:ext uri="{FF2B5EF4-FFF2-40B4-BE49-F238E27FC236}">
                    <a16:creationId xmlns:a16="http://schemas.microsoft.com/office/drawing/2014/main" id="{258A79DE-764C-5F60-8379-7801F2B5BD50}"/>
                  </a:ext>
                </a:extLst>
              </p:cNvPr>
              <p:cNvCxnSpPr>
                <a:cxnSpLocks noChangeShapeType="1"/>
                <a:stCxn id="6838293" idx="2"/>
                <a:endCxn id="6838281" idx="0"/>
              </p:cNvCxnSpPr>
              <p:nvPr/>
            </p:nvCxnSpPr>
            <p:spPr bwMode="auto">
              <a:xfrm rot="5400000">
                <a:off x="672" y="1875"/>
                <a:ext cx="268" cy="296"/>
              </a:xfrm>
              <a:prstGeom prst="bentConnector3">
                <a:avLst>
                  <a:gd name="adj1" fmla="val 50000"/>
                </a:avLst>
              </a:prstGeom>
              <a:noFill/>
              <a:ln w="127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6838292" name="Group 20">
              <a:extLst>
                <a:ext uri="{FF2B5EF4-FFF2-40B4-BE49-F238E27FC236}">
                  <a16:creationId xmlns:a16="http://schemas.microsoft.com/office/drawing/2014/main" id="{F7C8CFBE-A182-CA31-BDE4-53A4B2E41AB1}"/>
                </a:ext>
              </a:extLst>
            </p:cNvPr>
            <p:cNvGrpSpPr>
              <a:grpSpLocks/>
            </p:cNvGrpSpPr>
            <p:nvPr/>
          </p:nvGrpSpPr>
          <p:grpSpPr bwMode="auto">
            <a:xfrm>
              <a:off x="657" y="936"/>
              <a:ext cx="1419" cy="953"/>
              <a:chOff x="657" y="936"/>
              <a:chExt cx="1419" cy="953"/>
            </a:xfrm>
          </p:grpSpPr>
          <p:sp>
            <p:nvSpPr>
              <p:cNvPr id="6838293" name="AutoShape 21">
                <a:extLst>
                  <a:ext uri="{FF2B5EF4-FFF2-40B4-BE49-F238E27FC236}">
                    <a16:creationId xmlns:a16="http://schemas.microsoft.com/office/drawing/2014/main" id="{38DCDC8A-F11A-BD69-38D9-984FA981F857}"/>
                  </a:ext>
                </a:extLst>
              </p:cNvPr>
              <p:cNvSpPr>
                <a:spLocks noChangeArrowheads="1"/>
              </p:cNvSpPr>
              <p:nvPr/>
            </p:nvSpPr>
            <p:spPr bwMode="auto">
              <a:xfrm>
                <a:off x="657" y="1633"/>
                <a:ext cx="594" cy="256"/>
              </a:xfrm>
              <a:prstGeom prst="roundRect">
                <a:avLst>
                  <a:gd name="adj" fmla="val 0"/>
                </a:avLst>
              </a:prstGeom>
              <a:noFill/>
              <a:ln w="635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8288" bIns="18288" anchor="ctr">
                <a:spAutoFit/>
              </a:bodyPr>
              <a:lstStyle/>
              <a:p>
                <a:pPr algn="ctr"/>
                <a:r>
                  <a:rPr lang="en-US" altLang="en-IT" sz="1200">
                    <a:latin typeface="Arial Unicode MS" panose="020B0604020202020204" pitchFamily="34" charset="-128"/>
                  </a:rPr>
                  <a:t>Anatomical</a:t>
                </a:r>
              </a:p>
              <a:p>
                <a:pPr algn="ctr"/>
                <a:r>
                  <a:rPr lang="en-US" altLang="en-IT" sz="1200">
                    <a:latin typeface="Arial Unicode MS" panose="020B0604020202020204" pitchFamily="34" charset="-128"/>
                  </a:rPr>
                  <a:t>Structure</a:t>
                </a:r>
              </a:p>
            </p:txBody>
          </p:sp>
          <p:cxnSp>
            <p:nvCxnSpPr>
              <p:cNvPr id="6838294" name="AutoShape 22">
                <a:extLst>
                  <a:ext uri="{FF2B5EF4-FFF2-40B4-BE49-F238E27FC236}">
                    <a16:creationId xmlns:a16="http://schemas.microsoft.com/office/drawing/2014/main" id="{20E38CB6-70D0-185E-6785-8E87A65BF35A}"/>
                  </a:ext>
                </a:extLst>
              </p:cNvPr>
              <p:cNvCxnSpPr>
                <a:cxnSpLocks noChangeShapeType="1"/>
                <a:stCxn id="6838293" idx="0"/>
                <a:endCxn id="6838277" idx="1"/>
              </p:cNvCxnSpPr>
              <p:nvPr/>
            </p:nvCxnSpPr>
            <p:spPr bwMode="auto">
              <a:xfrm rot="5400000" flipH="1" flipV="1">
                <a:off x="1166" y="724"/>
                <a:ext cx="697" cy="1122"/>
              </a:xfrm>
              <a:prstGeom prst="curvedConnector2">
                <a:avLst/>
              </a:prstGeom>
              <a:noFill/>
              <a:ln w="12700">
                <a:solidFill>
                  <a:schemeClr val="bg2"/>
                </a:solidFill>
                <a:prstDash val="sysDot"/>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38295" name="Text Box 23">
                <a:extLst>
                  <a:ext uri="{FF2B5EF4-FFF2-40B4-BE49-F238E27FC236}">
                    <a16:creationId xmlns:a16="http://schemas.microsoft.com/office/drawing/2014/main" id="{EC4FEAB8-E01A-0CD3-A293-05C998A9AAEF}"/>
                  </a:ext>
                </a:extLst>
              </p:cNvPr>
              <p:cNvSpPr txBox="1">
                <a:spLocks noChangeArrowheads="1"/>
              </p:cNvSpPr>
              <p:nvPr/>
            </p:nvSpPr>
            <p:spPr bwMode="auto">
              <a:xfrm>
                <a:off x="816" y="1104"/>
                <a:ext cx="391"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IT" sz="1200" i="1">
                    <a:latin typeface="Arial Unicode MS" panose="020B0604020202020204" pitchFamily="34" charset="-128"/>
                  </a:rPr>
                  <a:t>part of</a:t>
                </a:r>
              </a:p>
            </p:txBody>
          </p:sp>
        </p:grpSp>
        <p:grpSp>
          <p:nvGrpSpPr>
            <p:cNvPr id="6838296" name="Group 24">
              <a:extLst>
                <a:ext uri="{FF2B5EF4-FFF2-40B4-BE49-F238E27FC236}">
                  <a16:creationId xmlns:a16="http://schemas.microsoft.com/office/drawing/2014/main" id="{7E611213-8EA3-1E8C-12FD-DA91BBB58644}"/>
                </a:ext>
              </a:extLst>
            </p:cNvPr>
            <p:cNvGrpSpPr>
              <a:grpSpLocks/>
            </p:cNvGrpSpPr>
            <p:nvPr/>
          </p:nvGrpSpPr>
          <p:grpSpPr bwMode="auto">
            <a:xfrm>
              <a:off x="1536" y="936"/>
              <a:ext cx="661" cy="761"/>
              <a:chOff x="1536" y="936"/>
              <a:chExt cx="661" cy="761"/>
            </a:xfrm>
          </p:grpSpPr>
          <p:sp>
            <p:nvSpPr>
              <p:cNvPr id="6838297" name="AutoShape 25">
                <a:extLst>
                  <a:ext uri="{FF2B5EF4-FFF2-40B4-BE49-F238E27FC236}">
                    <a16:creationId xmlns:a16="http://schemas.microsoft.com/office/drawing/2014/main" id="{33763D8B-C707-4025-CCB7-E78968F89530}"/>
                  </a:ext>
                </a:extLst>
              </p:cNvPr>
              <p:cNvSpPr>
                <a:spLocks noChangeArrowheads="1"/>
              </p:cNvSpPr>
              <p:nvPr/>
            </p:nvSpPr>
            <p:spPr bwMode="auto">
              <a:xfrm>
                <a:off x="1662" y="1441"/>
                <a:ext cx="535" cy="256"/>
              </a:xfrm>
              <a:prstGeom prst="roundRect">
                <a:avLst>
                  <a:gd name="adj" fmla="val 0"/>
                </a:avLst>
              </a:prstGeom>
              <a:noFill/>
              <a:ln w="635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8288" bIns="18288" anchor="ctr">
                <a:spAutoFit/>
              </a:bodyPr>
              <a:lstStyle/>
              <a:p>
                <a:pPr algn="ctr"/>
                <a:r>
                  <a:rPr lang="en-US" altLang="en-IT" sz="1200">
                    <a:latin typeface="Arial Unicode MS" panose="020B0604020202020204" pitchFamily="34" charset="-128"/>
                  </a:rPr>
                  <a:t>Organism</a:t>
                </a:r>
              </a:p>
              <a:p>
                <a:pPr algn="ctr"/>
                <a:r>
                  <a:rPr lang="en-US" altLang="en-IT" sz="1200">
                    <a:latin typeface="Arial Unicode MS" panose="020B0604020202020204" pitchFamily="34" charset="-128"/>
                  </a:rPr>
                  <a:t>Attribute</a:t>
                </a:r>
              </a:p>
            </p:txBody>
          </p:sp>
          <p:cxnSp>
            <p:nvCxnSpPr>
              <p:cNvPr id="6838298" name="AutoShape 26">
                <a:extLst>
                  <a:ext uri="{FF2B5EF4-FFF2-40B4-BE49-F238E27FC236}">
                    <a16:creationId xmlns:a16="http://schemas.microsoft.com/office/drawing/2014/main" id="{2B667C16-D260-9D3E-21E7-9A0B1BC78FCA}"/>
                  </a:ext>
                </a:extLst>
              </p:cNvPr>
              <p:cNvCxnSpPr>
                <a:cxnSpLocks noChangeShapeType="1"/>
                <a:stCxn id="6838297" idx="1"/>
                <a:endCxn id="6838277" idx="1"/>
              </p:cNvCxnSpPr>
              <p:nvPr/>
            </p:nvCxnSpPr>
            <p:spPr bwMode="auto">
              <a:xfrm rot="10800000" flipH="1">
                <a:off x="1662" y="936"/>
                <a:ext cx="414" cy="633"/>
              </a:xfrm>
              <a:prstGeom prst="curvedConnector3">
                <a:avLst>
                  <a:gd name="adj1" fmla="val -34783"/>
                </a:avLst>
              </a:prstGeom>
              <a:noFill/>
              <a:ln w="12700">
                <a:solidFill>
                  <a:schemeClr val="bg2"/>
                </a:solidFill>
                <a:prstDash val="sysDot"/>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38299" name="Text Box 27">
                <a:extLst>
                  <a:ext uri="{FF2B5EF4-FFF2-40B4-BE49-F238E27FC236}">
                    <a16:creationId xmlns:a16="http://schemas.microsoft.com/office/drawing/2014/main" id="{AE250DE8-6E6E-156C-FF23-1201288CEF7B}"/>
                  </a:ext>
                </a:extLst>
              </p:cNvPr>
              <p:cNvSpPr txBox="1">
                <a:spLocks noChangeArrowheads="1"/>
              </p:cNvSpPr>
              <p:nvPr/>
            </p:nvSpPr>
            <p:spPr bwMode="auto">
              <a:xfrm>
                <a:off x="1536" y="1152"/>
                <a:ext cx="579"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IT" sz="1200" i="1">
                    <a:latin typeface="Arial Unicode MS" panose="020B0604020202020204" pitchFamily="34" charset="-128"/>
                  </a:rPr>
                  <a:t>property of</a:t>
                </a:r>
              </a:p>
            </p:txBody>
          </p:sp>
        </p:grpSp>
        <p:grpSp>
          <p:nvGrpSpPr>
            <p:cNvPr id="6838300" name="Group 28">
              <a:extLst>
                <a:ext uri="{FF2B5EF4-FFF2-40B4-BE49-F238E27FC236}">
                  <a16:creationId xmlns:a16="http://schemas.microsoft.com/office/drawing/2014/main" id="{4575FEC1-3B47-D01B-1D67-E8BEB6318B53}"/>
                </a:ext>
              </a:extLst>
            </p:cNvPr>
            <p:cNvGrpSpPr>
              <a:grpSpLocks/>
            </p:cNvGrpSpPr>
            <p:nvPr/>
          </p:nvGrpSpPr>
          <p:grpSpPr bwMode="auto">
            <a:xfrm>
              <a:off x="2670" y="2528"/>
              <a:ext cx="896" cy="687"/>
              <a:chOff x="2670" y="2528"/>
              <a:chExt cx="896" cy="687"/>
            </a:xfrm>
          </p:grpSpPr>
          <p:sp>
            <p:nvSpPr>
              <p:cNvPr id="6838301" name="AutoShape 29">
                <a:extLst>
                  <a:ext uri="{FF2B5EF4-FFF2-40B4-BE49-F238E27FC236}">
                    <a16:creationId xmlns:a16="http://schemas.microsoft.com/office/drawing/2014/main" id="{6188D15D-51A8-577B-6059-24C0A7AB5F03}"/>
                  </a:ext>
                </a:extLst>
              </p:cNvPr>
              <p:cNvSpPr>
                <a:spLocks noChangeArrowheads="1"/>
              </p:cNvSpPr>
              <p:nvPr/>
            </p:nvSpPr>
            <p:spPr bwMode="auto">
              <a:xfrm>
                <a:off x="2993" y="2959"/>
                <a:ext cx="573" cy="256"/>
              </a:xfrm>
              <a:prstGeom prst="roundRect">
                <a:avLst>
                  <a:gd name="adj" fmla="val 0"/>
                </a:avLst>
              </a:prstGeom>
              <a:noFill/>
              <a:ln w="635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8288" bIns="18288" anchor="ctr">
                <a:spAutoFit/>
              </a:bodyPr>
              <a:lstStyle/>
              <a:p>
                <a:pPr algn="ctr"/>
                <a:r>
                  <a:rPr lang="en-US" altLang="en-IT" sz="1200">
                    <a:latin typeface="Arial Unicode MS" panose="020B0604020202020204" pitchFamily="34" charset="-128"/>
                  </a:rPr>
                  <a:t>Body</a:t>
                </a:r>
              </a:p>
              <a:p>
                <a:pPr algn="ctr"/>
                <a:r>
                  <a:rPr lang="en-US" altLang="en-IT" sz="1200">
                    <a:latin typeface="Arial Unicode MS" panose="020B0604020202020204" pitchFamily="34" charset="-128"/>
                  </a:rPr>
                  <a:t>Substance</a:t>
                </a:r>
              </a:p>
            </p:txBody>
          </p:sp>
          <p:cxnSp>
            <p:nvCxnSpPr>
              <p:cNvPr id="6838302" name="AutoShape 30">
                <a:extLst>
                  <a:ext uri="{FF2B5EF4-FFF2-40B4-BE49-F238E27FC236}">
                    <a16:creationId xmlns:a16="http://schemas.microsoft.com/office/drawing/2014/main" id="{B9F3043E-7F6A-65D4-B490-B2E1E8F26118}"/>
                  </a:ext>
                </a:extLst>
              </p:cNvPr>
              <p:cNvCxnSpPr>
                <a:cxnSpLocks noChangeShapeType="1"/>
                <a:stCxn id="6838286" idx="2"/>
                <a:endCxn id="6838301" idx="1"/>
              </p:cNvCxnSpPr>
              <p:nvPr/>
            </p:nvCxnSpPr>
            <p:spPr bwMode="auto">
              <a:xfrm rot="16200000" flipH="1">
                <a:off x="2552" y="2646"/>
                <a:ext cx="559" cy="323"/>
              </a:xfrm>
              <a:prstGeom prst="curvedConnector2">
                <a:avLst/>
              </a:prstGeom>
              <a:noFill/>
              <a:ln w="12700">
                <a:solidFill>
                  <a:schemeClr val="bg2"/>
                </a:solidFill>
                <a:prstDash val="sysDot"/>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38303" name="Text Box 31">
                <a:extLst>
                  <a:ext uri="{FF2B5EF4-FFF2-40B4-BE49-F238E27FC236}">
                    <a16:creationId xmlns:a16="http://schemas.microsoft.com/office/drawing/2014/main" id="{AC699E2D-4401-CD3F-FA80-057FC87BD29C}"/>
                  </a:ext>
                </a:extLst>
              </p:cNvPr>
              <p:cNvSpPr txBox="1">
                <a:spLocks noChangeArrowheads="1"/>
              </p:cNvSpPr>
              <p:nvPr/>
            </p:nvSpPr>
            <p:spPr bwMode="auto">
              <a:xfrm>
                <a:off x="2761" y="2592"/>
                <a:ext cx="51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IT" sz="1200" i="1">
                    <a:latin typeface="Arial Unicode MS" panose="020B0604020202020204" pitchFamily="34" charset="-128"/>
                  </a:rPr>
                  <a:t>contains,</a:t>
                </a:r>
                <a:br>
                  <a:rPr lang="en-US" altLang="en-IT" sz="1200" i="1">
                    <a:latin typeface="Arial Unicode MS" panose="020B0604020202020204" pitchFamily="34" charset="-128"/>
                  </a:rPr>
                </a:br>
                <a:r>
                  <a:rPr lang="en-US" altLang="en-IT" sz="1200" i="1">
                    <a:latin typeface="Arial Unicode MS" panose="020B0604020202020204" pitchFamily="34" charset="-128"/>
                  </a:rPr>
                  <a:t>produces</a:t>
                </a:r>
              </a:p>
            </p:txBody>
          </p:sp>
        </p:grpSp>
        <p:grpSp>
          <p:nvGrpSpPr>
            <p:cNvPr id="6838304" name="Group 32">
              <a:extLst>
                <a:ext uri="{FF2B5EF4-FFF2-40B4-BE49-F238E27FC236}">
                  <a16:creationId xmlns:a16="http://schemas.microsoft.com/office/drawing/2014/main" id="{1449128D-9B8A-23B7-48EC-83DF87D0283F}"/>
                </a:ext>
              </a:extLst>
            </p:cNvPr>
            <p:cNvGrpSpPr>
              <a:grpSpLocks/>
            </p:cNvGrpSpPr>
            <p:nvPr/>
          </p:nvGrpSpPr>
          <p:grpSpPr bwMode="auto">
            <a:xfrm>
              <a:off x="1898" y="2342"/>
              <a:ext cx="764" cy="754"/>
              <a:chOff x="1898" y="2342"/>
              <a:chExt cx="764" cy="754"/>
            </a:xfrm>
          </p:grpSpPr>
          <p:sp>
            <p:nvSpPr>
              <p:cNvPr id="6838305" name="Text Box 33">
                <a:extLst>
                  <a:ext uri="{FF2B5EF4-FFF2-40B4-BE49-F238E27FC236}">
                    <a16:creationId xmlns:a16="http://schemas.microsoft.com/office/drawing/2014/main" id="{4DE66546-D13A-0F1A-CBAE-BF4B591A7A33}"/>
                  </a:ext>
                </a:extLst>
              </p:cNvPr>
              <p:cNvSpPr txBox="1">
                <a:spLocks noChangeArrowheads="1"/>
              </p:cNvSpPr>
              <p:nvPr/>
            </p:nvSpPr>
            <p:spPr bwMode="auto">
              <a:xfrm>
                <a:off x="2079" y="2640"/>
                <a:ext cx="58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IT" sz="1200" i="1">
                    <a:latin typeface="Arial Unicode MS" panose="020B0604020202020204" pitchFamily="34" charset="-128"/>
                  </a:rPr>
                  <a:t>conceptual</a:t>
                </a:r>
              </a:p>
              <a:p>
                <a:pPr algn="ctr"/>
                <a:r>
                  <a:rPr lang="en-US" altLang="en-IT" sz="1200" i="1">
                    <a:latin typeface="Arial Unicode MS" panose="020B0604020202020204" pitchFamily="34" charset="-128"/>
                  </a:rPr>
                  <a:t>part of</a:t>
                </a:r>
              </a:p>
            </p:txBody>
          </p:sp>
          <p:cxnSp>
            <p:nvCxnSpPr>
              <p:cNvPr id="6838306" name="AutoShape 34">
                <a:extLst>
                  <a:ext uri="{FF2B5EF4-FFF2-40B4-BE49-F238E27FC236}">
                    <a16:creationId xmlns:a16="http://schemas.microsoft.com/office/drawing/2014/main" id="{400252E8-C3C4-461E-F68F-16949A5CEF35}"/>
                  </a:ext>
                </a:extLst>
              </p:cNvPr>
              <p:cNvCxnSpPr>
                <a:cxnSpLocks noChangeShapeType="1"/>
                <a:stCxn id="6838311" idx="3"/>
                <a:endCxn id="6838286" idx="1"/>
              </p:cNvCxnSpPr>
              <p:nvPr/>
            </p:nvCxnSpPr>
            <p:spPr bwMode="auto">
              <a:xfrm flipV="1">
                <a:off x="1898" y="2342"/>
                <a:ext cx="431" cy="754"/>
              </a:xfrm>
              <a:prstGeom prst="curvedConnector3">
                <a:avLst>
                  <a:gd name="adj1" fmla="val 50000"/>
                </a:avLst>
              </a:prstGeom>
              <a:noFill/>
              <a:ln w="12700">
                <a:solidFill>
                  <a:schemeClr val="bg2"/>
                </a:solidFill>
                <a:prstDash val="sysDot"/>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6838307" name="Group 35">
              <a:extLst>
                <a:ext uri="{FF2B5EF4-FFF2-40B4-BE49-F238E27FC236}">
                  <a16:creationId xmlns:a16="http://schemas.microsoft.com/office/drawing/2014/main" id="{5AAB4B15-5E40-FF4E-541D-D49FBD9E5557}"/>
                </a:ext>
              </a:extLst>
            </p:cNvPr>
            <p:cNvGrpSpPr>
              <a:grpSpLocks/>
            </p:cNvGrpSpPr>
            <p:nvPr/>
          </p:nvGrpSpPr>
          <p:grpSpPr bwMode="auto">
            <a:xfrm>
              <a:off x="3270" y="1214"/>
              <a:ext cx="1178" cy="208"/>
              <a:chOff x="3270" y="1214"/>
              <a:chExt cx="1178" cy="208"/>
            </a:xfrm>
          </p:grpSpPr>
          <p:sp>
            <p:nvSpPr>
              <p:cNvPr id="6838308" name="Text Box 36">
                <a:extLst>
                  <a:ext uri="{FF2B5EF4-FFF2-40B4-BE49-F238E27FC236}">
                    <a16:creationId xmlns:a16="http://schemas.microsoft.com/office/drawing/2014/main" id="{7F17C8F2-45BF-9BA2-9DD1-804C9E2A06D7}"/>
                  </a:ext>
                </a:extLst>
              </p:cNvPr>
              <p:cNvSpPr txBox="1">
                <a:spLocks noChangeArrowheads="1"/>
              </p:cNvSpPr>
              <p:nvPr/>
            </p:nvSpPr>
            <p:spPr bwMode="auto">
              <a:xfrm>
                <a:off x="3483" y="1248"/>
                <a:ext cx="664"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IT" sz="1200" i="1">
                    <a:latin typeface="Arial Unicode MS" panose="020B0604020202020204" pitchFamily="34" charset="-128"/>
                  </a:rPr>
                  <a:t>evaluation of</a:t>
                </a:r>
              </a:p>
            </p:txBody>
          </p:sp>
          <p:cxnSp>
            <p:nvCxnSpPr>
              <p:cNvPr id="6838309" name="AutoShape 37">
                <a:extLst>
                  <a:ext uri="{FF2B5EF4-FFF2-40B4-BE49-F238E27FC236}">
                    <a16:creationId xmlns:a16="http://schemas.microsoft.com/office/drawing/2014/main" id="{B7514363-49EB-4514-0BEF-10385D524D60}"/>
                  </a:ext>
                </a:extLst>
              </p:cNvPr>
              <p:cNvCxnSpPr>
                <a:cxnSpLocks noChangeShapeType="1"/>
                <a:stCxn id="6838350" idx="3"/>
                <a:endCxn id="6838356" idx="1"/>
              </p:cNvCxnSpPr>
              <p:nvPr/>
            </p:nvCxnSpPr>
            <p:spPr bwMode="auto">
              <a:xfrm flipV="1">
                <a:off x="3270" y="1214"/>
                <a:ext cx="1178" cy="58"/>
              </a:xfrm>
              <a:prstGeom prst="curvedConnector3">
                <a:avLst>
                  <a:gd name="adj1" fmla="val 50000"/>
                </a:avLst>
              </a:prstGeom>
              <a:noFill/>
              <a:ln w="12700">
                <a:solidFill>
                  <a:schemeClr val="bg2"/>
                </a:solidFill>
                <a:prstDash val="sysDot"/>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6838310" name="Group 38">
              <a:extLst>
                <a:ext uri="{FF2B5EF4-FFF2-40B4-BE49-F238E27FC236}">
                  <a16:creationId xmlns:a16="http://schemas.microsoft.com/office/drawing/2014/main" id="{E4BD63B2-6A15-FC38-E04E-E0FCB7C6470E}"/>
                </a:ext>
              </a:extLst>
            </p:cNvPr>
            <p:cNvGrpSpPr>
              <a:grpSpLocks/>
            </p:cNvGrpSpPr>
            <p:nvPr/>
          </p:nvGrpSpPr>
          <p:grpSpPr bwMode="auto">
            <a:xfrm>
              <a:off x="266" y="3026"/>
              <a:ext cx="1632" cy="534"/>
              <a:chOff x="266" y="3026"/>
              <a:chExt cx="1632" cy="534"/>
            </a:xfrm>
          </p:grpSpPr>
          <p:sp>
            <p:nvSpPr>
              <p:cNvPr id="6838311" name="AutoShape 39">
                <a:extLst>
                  <a:ext uri="{FF2B5EF4-FFF2-40B4-BE49-F238E27FC236}">
                    <a16:creationId xmlns:a16="http://schemas.microsoft.com/office/drawing/2014/main" id="{6B5B168B-9760-AF9C-049A-D5932ED7C43D}"/>
                  </a:ext>
                </a:extLst>
              </p:cNvPr>
              <p:cNvSpPr>
                <a:spLocks noChangeArrowheads="1"/>
              </p:cNvSpPr>
              <p:nvPr/>
            </p:nvSpPr>
            <p:spPr bwMode="auto">
              <a:xfrm>
                <a:off x="1211" y="3026"/>
                <a:ext cx="687" cy="140"/>
              </a:xfrm>
              <a:prstGeom prst="roundRect">
                <a:avLst>
                  <a:gd name="adj" fmla="val 0"/>
                </a:avLst>
              </a:prstGeom>
              <a:noFill/>
              <a:ln w="635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8288" bIns="18288" anchor="ctr">
                <a:spAutoFit/>
              </a:bodyPr>
              <a:lstStyle/>
              <a:p>
                <a:pPr algn="ctr"/>
                <a:r>
                  <a:rPr lang="en-US" altLang="en-IT" sz="1200">
                    <a:latin typeface="Arial Unicode MS" panose="020B0604020202020204" pitchFamily="34" charset="-128"/>
                  </a:rPr>
                  <a:t>Body System</a:t>
                </a:r>
              </a:p>
            </p:txBody>
          </p:sp>
          <p:cxnSp>
            <p:nvCxnSpPr>
              <p:cNvPr id="6838312" name="AutoShape 40">
                <a:extLst>
                  <a:ext uri="{FF2B5EF4-FFF2-40B4-BE49-F238E27FC236}">
                    <a16:creationId xmlns:a16="http://schemas.microsoft.com/office/drawing/2014/main" id="{74BB18C1-439E-A122-8F6B-281225A9D044}"/>
                  </a:ext>
                </a:extLst>
              </p:cNvPr>
              <p:cNvCxnSpPr>
                <a:cxnSpLocks noChangeShapeType="1"/>
                <a:stCxn id="6838316" idx="1"/>
                <a:endCxn id="6838311" idx="1"/>
              </p:cNvCxnSpPr>
              <p:nvPr/>
            </p:nvCxnSpPr>
            <p:spPr bwMode="auto">
              <a:xfrm rot="10800000" flipH="1">
                <a:off x="880" y="3096"/>
                <a:ext cx="331" cy="464"/>
              </a:xfrm>
              <a:prstGeom prst="curvedConnector3">
                <a:avLst>
                  <a:gd name="adj1" fmla="val -43504"/>
                </a:avLst>
              </a:prstGeom>
              <a:noFill/>
              <a:ln w="12700">
                <a:solidFill>
                  <a:schemeClr val="bg2"/>
                </a:solidFill>
                <a:prstDash val="sysDot"/>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38313" name="Text Box 41">
                <a:extLst>
                  <a:ext uri="{FF2B5EF4-FFF2-40B4-BE49-F238E27FC236}">
                    <a16:creationId xmlns:a16="http://schemas.microsoft.com/office/drawing/2014/main" id="{B577F44D-C18E-4ECB-DD25-1ED583D14C09}"/>
                  </a:ext>
                </a:extLst>
              </p:cNvPr>
              <p:cNvSpPr txBox="1">
                <a:spLocks noChangeArrowheads="1"/>
              </p:cNvSpPr>
              <p:nvPr/>
            </p:nvSpPr>
            <p:spPr bwMode="auto">
              <a:xfrm>
                <a:off x="266" y="3072"/>
                <a:ext cx="58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IT" sz="1200" i="1">
                    <a:latin typeface="Arial Unicode MS" panose="020B0604020202020204" pitchFamily="34" charset="-128"/>
                  </a:rPr>
                  <a:t>conceptual</a:t>
                </a:r>
              </a:p>
              <a:p>
                <a:pPr algn="ctr"/>
                <a:r>
                  <a:rPr lang="en-US" altLang="en-IT" sz="1200" i="1">
                    <a:latin typeface="Arial Unicode MS" panose="020B0604020202020204" pitchFamily="34" charset="-128"/>
                  </a:rPr>
                  <a:t>part of</a:t>
                </a:r>
              </a:p>
            </p:txBody>
          </p:sp>
        </p:grpSp>
        <p:grpSp>
          <p:nvGrpSpPr>
            <p:cNvPr id="6838314" name="Group 42">
              <a:extLst>
                <a:ext uri="{FF2B5EF4-FFF2-40B4-BE49-F238E27FC236}">
                  <a16:creationId xmlns:a16="http://schemas.microsoft.com/office/drawing/2014/main" id="{BA072267-C0CD-9AB4-1DCB-3FC2D73D0464}"/>
                </a:ext>
              </a:extLst>
            </p:cNvPr>
            <p:cNvGrpSpPr>
              <a:grpSpLocks/>
            </p:cNvGrpSpPr>
            <p:nvPr/>
          </p:nvGrpSpPr>
          <p:grpSpPr bwMode="auto">
            <a:xfrm>
              <a:off x="880" y="2529"/>
              <a:ext cx="1789" cy="1456"/>
              <a:chOff x="880" y="2529"/>
              <a:chExt cx="1789" cy="1456"/>
            </a:xfrm>
          </p:grpSpPr>
          <p:sp>
            <p:nvSpPr>
              <p:cNvPr id="6838315" name="Text Box 43">
                <a:extLst>
                  <a:ext uri="{FF2B5EF4-FFF2-40B4-BE49-F238E27FC236}">
                    <a16:creationId xmlns:a16="http://schemas.microsoft.com/office/drawing/2014/main" id="{0173006C-AC42-3EA9-CB04-C3FA22A57362}"/>
                  </a:ext>
                </a:extLst>
              </p:cNvPr>
              <p:cNvSpPr txBox="1">
                <a:spLocks noChangeArrowheads="1"/>
              </p:cNvSpPr>
              <p:nvPr/>
            </p:nvSpPr>
            <p:spPr bwMode="auto">
              <a:xfrm>
                <a:off x="1480" y="3811"/>
                <a:ext cx="391"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IT" sz="1200" i="1">
                    <a:latin typeface="Arial Unicode MS" panose="020B0604020202020204" pitchFamily="34" charset="-128"/>
                  </a:rPr>
                  <a:t>part of</a:t>
                </a:r>
              </a:p>
            </p:txBody>
          </p:sp>
          <p:sp>
            <p:nvSpPr>
              <p:cNvPr id="6838316" name="AutoShape 44">
                <a:extLst>
                  <a:ext uri="{FF2B5EF4-FFF2-40B4-BE49-F238E27FC236}">
                    <a16:creationId xmlns:a16="http://schemas.microsoft.com/office/drawing/2014/main" id="{F4E2619A-DBE5-1943-A439-F85BEDA0A2AD}"/>
                  </a:ext>
                </a:extLst>
              </p:cNvPr>
              <p:cNvSpPr>
                <a:spLocks noChangeArrowheads="1"/>
              </p:cNvSpPr>
              <p:nvPr/>
            </p:nvSpPr>
            <p:spPr bwMode="auto">
              <a:xfrm>
                <a:off x="880" y="3432"/>
                <a:ext cx="978" cy="256"/>
              </a:xfrm>
              <a:prstGeom prst="roundRect">
                <a:avLst>
                  <a:gd name="adj" fmla="val 0"/>
                </a:avLst>
              </a:prstGeom>
              <a:noFill/>
              <a:ln w="635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8288" bIns="18288" anchor="ctr">
                <a:spAutoFit/>
              </a:bodyPr>
              <a:lstStyle/>
              <a:p>
                <a:pPr algn="ctr"/>
                <a:r>
                  <a:rPr lang="en-US" altLang="en-IT" sz="1200">
                    <a:latin typeface="Arial Unicode MS" panose="020B0604020202020204" pitchFamily="34" charset="-128"/>
                  </a:rPr>
                  <a:t>Body Part, Organ or</a:t>
                </a:r>
              </a:p>
              <a:p>
                <a:pPr algn="ctr"/>
                <a:r>
                  <a:rPr lang="en-US" altLang="en-IT" sz="1200">
                    <a:latin typeface="Arial Unicode MS" panose="020B0604020202020204" pitchFamily="34" charset="-128"/>
                  </a:rPr>
                  <a:t>Organ Component</a:t>
                </a:r>
              </a:p>
            </p:txBody>
          </p:sp>
          <p:cxnSp>
            <p:nvCxnSpPr>
              <p:cNvPr id="6838317" name="AutoShape 45">
                <a:extLst>
                  <a:ext uri="{FF2B5EF4-FFF2-40B4-BE49-F238E27FC236}">
                    <a16:creationId xmlns:a16="http://schemas.microsoft.com/office/drawing/2014/main" id="{61FEA0D1-9BC3-9C03-51C2-15B59AD9D5C5}"/>
                  </a:ext>
                </a:extLst>
              </p:cNvPr>
              <p:cNvCxnSpPr>
                <a:cxnSpLocks noChangeShapeType="1"/>
                <a:stCxn id="6838321" idx="2"/>
                <a:endCxn id="6838316" idx="2"/>
              </p:cNvCxnSpPr>
              <p:nvPr/>
            </p:nvCxnSpPr>
            <p:spPr bwMode="auto">
              <a:xfrm rot="5400000">
                <a:off x="1648" y="3294"/>
                <a:ext cx="115" cy="673"/>
              </a:xfrm>
              <a:prstGeom prst="curvedConnector3">
                <a:avLst>
                  <a:gd name="adj1" fmla="val 225217"/>
                </a:avLst>
              </a:prstGeom>
              <a:noFill/>
              <a:ln w="12700">
                <a:solidFill>
                  <a:schemeClr val="bg2"/>
                </a:solidFill>
                <a:prstDash val="sysDot"/>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38318" name="AutoShape 46">
                <a:extLst>
                  <a:ext uri="{FF2B5EF4-FFF2-40B4-BE49-F238E27FC236}">
                    <a16:creationId xmlns:a16="http://schemas.microsoft.com/office/drawing/2014/main" id="{5DB62253-5FB5-7F91-2CE3-46D43EF8FBF3}"/>
                  </a:ext>
                </a:extLst>
              </p:cNvPr>
              <p:cNvCxnSpPr>
                <a:cxnSpLocks noChangeShapeType="1"/>
                <a:stCxn id="6838286" idx="2"/>
                <a:endCxn id="6838316" idx="0"/>
              </p:cNvCxnSpPr>
              <p:nvPr/>
            </p:nvCxnSpPr>
            <p:spPr bwMode="auto">
              <a:xfrm rot="5400000">
                <a:off x="1567" y="2330"/>
                <a:ext cx="904" cy="1301"/>
              </a:xfrm>
              <a:prstGeom prst="bentConnector3">
                <a:avLst>
                  <a:gd name="adj1" fmla="val 50000"/>
                </a:avLst>
              </a:prstGeom>
              <a:noFill/>
              <a:ln w="127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6838319" name="Group 47">
              <a:extLst>
                <a:ext uri="{FF2B5EF4-FFF2-40B4-BE49-F238E27FC236}">
                  <a16:creationId xmlns:a16="http://schemas.microsoft.com/office/drawing/2014/main" id="{C4C309EF-3408-06F0-9070-A707807AB95F}"/>
                </a:ext>
              </a:extLst>
            </p:cNvPr>
            <p:cNvGrpSpPr>
              <a:grpSpLocks/>
            </p:cNvGrpSpPr>
            <p:nvPr/>
          </p:nvGrpSpPr>
          <p:grpSpPr bwMode="auto">
            <a:xfrm>
              <a:off x="1841" y="2528"/>
              <a:ext cx="829" cy="1359"/>
              <a:chOff x="1841" y="2528"/>
              <a:chExt cx="829" cy="1359"/>
            </a:xfrm>
          </p:grpSpPr>
          <p:sp>
            <p:nvSpPr>
              <p:cNvPr id="6838320" name="Text Box 48">
                <a:extLst>
                  <a:ext uri="{FF2B5EF4-FFF2-40B4-BE49-F238E27FC236}">
                    <a16:creationId xmlns:a16="http://schemas.microsoft.com/office/drawing/2014/main" id="{C5C8A017-B690-12FF-523C-B6C1383AC81B}"/>
                  </a:ext>
                </a:extLst>
              </p:cNvPr>
              <p:cNvSpPr txBox="1">
                <a:spLocks noChangeArrowheads="1"/>
              </p:cNvSpPr>
              <p:nvPr/>
            </p:nvSpPr>
            <p:spPr bwMode="auto">
              <a:xfrm>
                <a:off x="2065" y="3713"/>
                <a:ext cx="391"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IT" sz="1200" i="1">
                    <a:latin typeface="Arial Unicode MS" panose="020B0604020202020204" pitchFamily="34" charset="-128"/>
                  </a:rPr>
                  <a:t>part of</a:t>
                </a:r>
              </a:p>
            </p:txBody>
          </p:sp>
          <p:sp>
            <p:nvSpPr>
              <p:cNvPr id="6838321" name="AutoShape 49">
                <a:extLst>
                  <a:ext uri="{FF2B5EF4-FFF2-40B4-BE49-F238E27FC236}">
                    <a16:creationId xmlns:a16="http://schemas.microsoft.com/office/drawing/2014/main" id="{7D5A0980-E8B0-CD56-D825-55B569397AB0}"/>
                  </a:ext>
                </a:extLst>
              </p:cNvPr>
              <p:cNvSpPr>
                <a:spLocks noChangeArrowheads="1"/>
              </p:cNvSpPr>
              <p:nvPr/>
            </p:nvSpPr>
            <p:spPr bwMode="auto">
              <a:xfrm>
                <a:off x="1841" y="3433"/>
                <a:ext cx="401" cy="140"/>
              </a:xfrm>
              <a:prstGeom prst="roundRect">
                <a:avLst>
                  <a:gd name="adj" fmla="val 0"/>
                </a:avLst>
              </a:prstGeom>
              <a:noFill/>
              <a:ln w="635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8288" bIns="18288" anchor="ctr">
                <a:spAutoFit/>
              </a:bodyPr>
              <a:lstStyle/>
              <a:p>
                <a:pPr algn="ctr"/>
                <a:r>
                  <a:rPr lang="en-US" altLang="en-IT" sz="1200">
                    <a:latin typeface="Arial Unicode MS" panose="020B0604020202020204" pitchFamily="34" charset="-128"/>
                  </a:rPr>
                  <a:t>Tissue</a:t>
                </a:r>
              </a:p>
            </p:txBody>
          </p:sp>
          <p:cxnSp>
            <p:nvCxnSpPr>
              <p:cNvPr id="6838322" name="AutoShape 50">
                <a:extLst>
                  <a:ext uri="{FF2B5EF4-FFF2-40B4-BE49-F238E27FC236}">
                    <a16:creationId xmlns:a16="http://schemas.microsoft.com/office/drawing/2014/main" id="{358E2B18-6365-884F-2E89-9DEB0FF0E2FD}"/>
                  </a:ext>
                </a:extLst>
              </p:cNvPr>
              <p:cNvCxnSpPr>
                <a:cxnSpLocks noChangeShapeType="1"/>
                <a:stCxn id="6838326" idx="2"/>
                <a:endCxn id="6838321" idx="2"/>
              </p:cNvCxnSpPr>
              <p:nvPr/>
            </p:nvCxnSpPr>
            <p:spPr bwMode="auto">
              <a:xfrm rot="5400000" flipH="1">
                <a:off x="2236" y="3379"/>
                <a:ext cx="1" cy="390"/>
              </a:xfrm>
              <a:prstGeom prst="curvedConnector3">
                <a:avLst>
                  <a:gd name="adj1" fmla="val -14395466"/>
                </a:avLst>
              </a:prstGeom>
              <a:noFill/>
              <a:ln w="12700">
                <a:solidFill>
                  <a:schemeClr val="bg2"/>
                </a:solidFill>
                <a:prstDash val="sysDot"/>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38323" name="AutoShape 51">
                <a:extLst>
                  <a:ext uri="{FF2B5EF4-FFF2-40B4-BE49-F238E27FC236}">
                    <a16:creationId xmlns:a16="http://schemas.microsoft.com/office/drawing/2014/main" id="{C194B500-7A74-206D-136A-1AC7D561D0C3}"/>
                  </a:ext>
                </a:extLst>
              </p:cNvPr>
              <p:cNvCxnSpPr>
                <a:cxnSpLocks noChangeShapeType="1"/>
                <a:stCxn id="6838286" idx="2"/>
                <a:endCxn id="6838321" idx="0"/>
              </p:cNvCxnSpPr>
              <p:nvPr/>
            </p:nvCxnSpPr>
            <p:spPr bwMode="auto">
              <a:xfrm rot="5400000">
                <a:off x="1903" y="2667"/>
                <a:ext cx="905" cy="628"/>
              </a:xfrm>
              <a:prstGeom prst="bentConnector3">
                <a:avLst>
                  <a:gd name="adj1" fmla="val 50000"/>
                </a:avLst>
              </a:prstGeom>
              <a:noFill/>
              <a:ln w="127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6838324" name="Group 52">
              <a:extLst>
                <a:ext uri="{FF2B5EF4-FFF2-40B4-BE49-F238E27FC236}">
                  <a16:creationId xmlns:a16="http://schemas.microsoft.com/office/drawing/2014/main" id="{D9F259FC-2041-7735-753B-42F19D0D1FC2}"/>
                </a:ext>
              </a:extLst>
            </p:cNvPr>
            <p:cNvGrpSpPr>
              <a:grpSpLocks/>
            </p:cNvGrpSpPr>
            <p:nvPr/>
          </p:nvGrpSpPr>
          <p:grpSpPr bwMode="auto">
            <a:xfrm>
              <a:off x="2291" y="2528"/>
              <a:ext cx="613" cy="1457"/>
              <a:chOff x="2291" y="2528"/>
              <a:chExt cx="613" cy="1457"/>
            </a:xfrm>
          </p:grpSpPr>
          <p:sp>
            <p:nvSpPr>
              <p:cNvPr id="6838325" name="Text Box 53">
                <a:extLst>
                  <a:ext uri="{FF2B5EF4-FFF2-40B4-BE49-F238E27FC236}">
                    <a16:creationId xmlns:a16="http://schemas.microsoft.com/office/drawing/2014/main" id="{EC32252A-570B-E075-651A-474694AD9F7C}"/>
                  </a:ext>
                </a:extLst>
              </p:cNvPr>
              <p:cNvSpPr txBox="1">
                <a:spLocks noChangeArrowheads="1"/>
              </p:cNvSpPr>
              <p:nvPr/>
            </p:nvSpPr>
            <p:spPr bwMode="auto">
              <a:xfrm>
                <a:off x="2497" y="3811"/>
                <a:ext cx="391"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IT" sz="1200" i="1">
                    <a:latin typeface="Arial Unicode MS" panose="020B0604020202020204" pitchFamily="34" charset="-128"/>
                  </a:rPr>
                  <a:t>part of</a:t>
                </a:r>
              </a:p>
            </p:txBody>
          </p:sp>
          <p:sp>
            <p:nvSpPr>
              <p:cNvPr id="6838326" name="AutoShape 54">
                <a:extLst>
                  <a:ext uri="{FF2B5EF4-FFF2-40B4-BE49-F238E27FC236}">
                    <a16:creationId xmlns:a16="http://schemas.microsoft.com/office/drawing/2014/main" id="{C8C158B5-79BF-08FA-3AEC-F0A7643FEE28}"/>
                  </a:ext>
                </a:extLst>
              </p:cNvPr>
              <p:cNvSpPr>
                <a:spLocks noChangeArrowheads="1"/>
              </p:cNvSpPr>
              <p:nvPr/>
            </p:nvSpPr>
            <p:spPr bwMode="auto">
              <a:xfrm>
                <a:off x="2291" y="3431"/>
                <a:ext cx="281" cy="143"/>
              </a:xfrm>
              <a:prstGeom prst="roundRect">
                <a:avLst>
                  <a:gd name="adj" fmla="val 0"/>
                </a:avLst>
              </a:prstGeom>
              <a:noFill/>
              <a:ln w="635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8288" bIns="18288" anchor="ctr">
                <a:spAutoFit/>
              </a:bodyPr>
              <a:lstStyle/>
              <a:p>
                <a:pPr algn="ctr"/>
                <a:r>
                  <a:rPr lang="en-US" altLang="en-IT" sz="1200">
                    <a:latin typeface="Arial Unicode MS" panose="020B0604020202020204" pitchFamily="34" charset="-128"/>
                  </a:rPr>
                  <a:t>Cell</a:t>
                </a:r>
              </a:p>
            </p:txBody>
          </p:sp>
          <p:cxnSp>
            <p:nvCxnSpPr>
              <p:cNvPr id="6838327" name="AutoShape 55">
                <a:extLst>
                  <a:ext uri="{FF2B5EF4-FFF2-40B4-BE49-F238E27FC236}">
                    <a16:creationId xmlns:a16="http://schemas.microsoft.com/office/drawing/2014/main" id="{CE5C0CF9-5402-B5E3-D76C-720F277940D7}"/>
                  </a:ext>
                </a:extLst>
              </p:cNvPr>
              <p:cNvCxnSpPr>
                <a:cxnSpLocks noChangeShapeType="1"/>
                <a:stCxn id="6838331" idx="2"/>
                <a:endCxn id="6838326" idx="2"/>
              </p:cNvCxnSpPr>
              <p:nvPr/>
            </p:nvCxnSpPr>
            <p:spPr bwMode="auto">
              <a:xfrm rot="5400000" flipH="1">
                <a:off x="2611" y="3394"/>
                <a:ext cx="114" cy="473"/>
              </a:xfrm>
              <a:prstGeom prst="curvedConnector3">
                <a:avLst>
                  <a:gd name="adj1" fmla="val -126316"/>
                </a:avLst>
              </a:prstGeom>
              <a:noFill/>
              <a:ln w="12700">
                <a:solidFill>
                  <a:schemeClr val="bg2"/>
                </a:solidFill>
                <a:prstDash val="sysDot"/>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38328" name="AutoShape 56">
                <a:extLst>
                  <a:ext uri="{FF2B5EF4-FFF2-40B4-BE49-F238E27FC236}">
                    <a16:creationId xmlns:a16="http://schemas.microsoft.com/office/drawing/2014/main" id="{446E69C3-CE04-7EC6-B52A-932FE8CACC14}"/>
                  </a:ext>
                </a:extLst>
              </p:cNvPr>
              <p:cNvCxnSpPr>
                <a:cxnSpLocks noChangeShapeType="1"/>
                <a:stCxn id="6838286" idx="2"/>
                <a:endCxn id="6838326" idx="0"/>
              </p:cNvCxnSpPr>
              <p:nvPr/>
            </p:nvCxnSpPr>
            <p:spPr bwMode="auto">
              <a:xfrm rot="5400000">
                <a:off x="2099" y="2861"/>
                <a:ext cx="903" cy="238"/>
              </a:xfrm>
              <a:prstGeom prst="bentConnector3">
                <a:avLst>
                  <a:gd name="adj1" fmla="val 50000"/>
                </a:avLst>
              </a:prstGeom>
              <a:noFill/>
              <a:ln w="127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6838329" name="Group 57">
              <a:extLst>
                <a:ext uri="{FF2B5EF4-FFF2-40B4-BE49-F238E27FC236}">
                  <a16:creationId xmlns:a16="http://schemas.microsoft.com/office/drawing/2014/main" id="{98C85489-1716-9570-0ADA-00D8BF6418BF}"/>
                </a:ext>
              </a:extLst>
            </p:cNvPr>
            <p:cNvGrpSpPr>
              <a:grpSpLocks/>
            </p:cNvGrpSpPr>
            <p:nvPr/>
          </p:nvGrpSpPr>
          <p:grpSpPr bwMode="auto">
            <a:xfrm>
              <a:off x="2597" y="2528"/>
              <a:ext cx="874" cy="1457"/>
              <a:chOff x="2597" y="2528"/>
              <a:chExt cx="874" cy="1457"/>
            </a:xfrm>
          </p:grpSpPr>
          <p:sp>
            <p:nvSpPr>
              <p:cNvPr id="6838330" name="Text Box 58">
                <a:extLst>
                  <a:ext uri="{FF2B5EF4-FFF2-40B4-BE49-F238E27FC236}">
                    <a16:creationId xmlns:a16="http://schemas.microsoft.com/office/drawing/2014/main" id="{A7900133-4CA2-F873-48E5-14922498F52D}"/>
                  </a:ext>
                </a:extLst>
              </p:cNvPr>
              <p:cNvSpPr txBox="1">
                <a:spLocks noChangeArrowheads="1"/>
              </p:cNvSpPr>
              <p:nvPr/>
            </p:nvSpPr>
            <p:spPr bwMode="auto">
              <a:xfrm>
                <a:off x="3025" y="3811"/>
                <a:ext cx="391"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IT" sz="1200" i="1">
                    <a:latin typeface="Arial Unicode MS" panose="020B0604020202020204" pitchFamily="34" charset="-128"/>
                  </a:rPr>
                  <a:t>part of</a:t>
                </a:r>
              </a:p>
            </p:txBody>
          </p:sp>
          <p:sp>
            <p:nvSpPr>
              <p:cNvPr id="6838331" name="AutoShape 59">
                <a:extLst>
                  <a:ext uri="{FF2B5EF4-FFF2-40B4-BE49-F238E27FC236}">
                    <a16:creationId xmlns:a16="http://schemas.microsoft.com/office/drawing/2014/main" id="{54C9CD02-18AB-6B29-7DC0-5F4D0514374E}"/>
                  </a:ext>
                </a:extLst>
              </p:cNvPr>
              <p:cNvSpPr>
                <a:spLocks noChangeArrowheads="1"/>
              </p:cNvSpPr>
              <p:nvPr/>
            </p:nvSpPr>
            <p:spPr bwMode="auto">
              <a:xfrm>
                <a:off x="2597" y="3432"/>
                <a:ext cx="615" cy="256"/>
              </a:xfrm>
              <a:prstGeom prst="roundRect">
                <a:avLst>
                  <a:gd name="adj" fmla="val 0"/>
                </a:avLst>
              </a:prstGeom>
              <a:noFill/>
              <a:ln w="635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8288" bIns="18288" anchor="ctr">
                <a:spAutoFit/>
              </a:bodyPr>
              <a:lstStyle/>
              <a:p>
                <a:pPr algn="ctr"/>
                <a:r>
                  <a:rPr lang="en-US" altLang="en-IT" sz="1200">
                    <a:latin typeface="Arial Unicode MS" panose="020B0604020202020204" pitchFamily="34" charset="-128"/>
                  </a:rPr>
                  <a:t>Cell</a:t>
                </a:r>
              </a:p>
              <a:p>
                <a:pPr algn="ctr"/>
                <a:r>
                  <a:rPr lang="en-US" altLang="en-IT" sz="1200">
                    <a:latin typeface="Arial Unicode MS" panose="020B0604020202020204" pitchFamily="34" charset="-128"/>
                  </a:rPr>
                  <a:t>Component</a:t>
                </a:r>
              </a:p>
            </p:txBody>
          </p:sp>
          <p:cxnSp>
            <p:nvCxnSpPr>
              <p:cNvPr id="6838332" name="AutoShape 60">
                <a:extLst>
                  <a:ext uri="{FF2B5EF4-FFF2-40B4-BE49-F238E27FC236}">
                    <a16:creationId xmlns:a16="http://schemas.microsoft.com/office/drawing/2014/main" id="{37D1E840-F7BD-EE85-34E9-62BACF46161D}"/>
                  </a:ext>
                </a:extLst>
              </p:cNvPr>
              <p:cNvCxnSpPr>
                <a:cxnSpLocks noChangeShapeType="1"/>
                <a:stCxn id="6838335" idx="2"/>
                <a:endCxn id="6838331" idx="2"/>
              </p:cNvCxnSpPr>
              <p:nvPr/>
            </p:nvCxnSpPr>
            <p:spPr bwMode="auto">
              <a:xfrm rot="5400000">
                <a:off x="3186" y="3406"/>
                <a:ext cx="8" cy="563"/>
              </a:xfrm>
              <a:prstGeom prst="curvedConnector3">
                <a:avLst>
                  <a:gd name="adj1" fmla="val 1800000"/>
                </a:avLst>
              </a:prstGeom>
              <a:noFill/>
              <a:ln w="12700">
                <a:solidFill>
                  <a:schemeClr val="bg2"/>
                </a:solidFill>
                <a:prstDash val="sysDot"/>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38333" name="AutoShape 61">
                <a:extLst>
                  <a:ext uri="{FF2B5EF4-FFF2-40B4-BE49-F238E27FC236}">
                    <a16:creationId xmlns:a16="http://schemas.microsoft.com/office/drawing/2014/main" id="{563B8C9C-8354-3502-1599-FE457340F640}"/>
                  </a:ext>
                </a:extLst>
              </p:cNvPr>
              <p:cNvCxnSpPr>
                <a:cxnSpLocks noChangeShapeType="1"/>
                <a:stCxn id="6838286" idx="2"/>
                <a:endCxn id="6838331" idx="0"/>
              </p:cNvCxnSpPr>
              <p:nvPr/>
            </p:nvCxnSpPr>
            <p:spPr bwMode="auto">
              <a:xfrm rot="16200000" flipH="1">
                <a:off x="2335" y="2862"/>
                <a:ext cx="904" cy="235"/>
              </a:xfrm>
              <a:prstGeom prst="bentConnector3">
                <a:avLst>
                  <a:gd name="adj1" fmla="val 50000"/>
                </a:avLst>
              </a:prstGeom>
              <a:noFill/>
              <a:ln w="127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6838334" name="Group 62">
              <a:extLst>
                <a:ext uri="{FF2B5EF4-FFF2-40B4-BE49-F238E27FC236}">
                  <a16:creationId xmlns:a16="http://schemas.microsoft.com/office/drawing/2014/main" id="{8A80B69D-2F09-7188-267C-75B391F451EF}"/>
                </a:ext>
              </a:extLst>
            </p:cNvPr>
            <p:cNvGrpSpPr>
              <a:grpSpLocks/>
            </p:cNvGrpSpPr>
            <p:nvPr/>
          </p:nvGrpSpPr>
          <p:grpSpPr bwMode="auto">
            <a:xfrm>
              <a:off x="2670" y="2528"/>
              <a:ext cx="1041" cy="1160"/>
              <a:chOff x="2670" y="2528"/>
              <a:chExt cx="1041" cy="1160"/>
            </a:xfrm>
          </p:grpSpPr>
          <p:sp>
            <p:nvSpPr>
              <p:cNvPr id="6838335" name="AutoShape 63">
                <a:extLst>
                  <a:ext uri="{FF2B5EF4-FFF2-40B4-BE49-F238E27FC236}">
                    <a16:creationId xmlns:a16="http://schemas.microsoft.com/office/drawing/2014/main" id="{7907F995-C769-24A1-7729-C7418A2A7AE3}"/>
                  </a:ext>
                </a:extLst>
              </p:cNvPr>
              <p:cNvSpPr>
                <a:spLocks noChangeArrowheads="1"/>
              </p:cNvSpPr>
              <p:nvPr/>
            </p:nvSpPr>
            <p:spPr bwMode="auto">
              <a:xfrm>
                <a:off x="3224" y="3432"/>
                <a:ext cx="487" cy="256"/>
              </a:xfrm>
              <a:prstGeom prst="roundRect">
                <a:avLst>
                  <a:gd name="adj" fmla="val 0"/>
                </a:avLst>
              </a:prstGeom>
              <a:noFill/>
              <a:ln w="635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8288" bIns="18288" anchor="ctr">
                <a:spAutoFit/>
              </a:bodyPr>
              <a:lstStyle/>
              <a:p>
                <a:pPr algn="ctr"/>
                <a:r>
                  <a:rPr lang="en-US" altLang="en-IT" sz="1200">
                    <a:latin typeface="Arial Unicode MS" panose="020B0604020202020204" pitchFamily="34" charset="-128"/>
                  </a:rPr>
                  <a:t>Gene or</a:t>
                </a:r>
              </a:p>
              <a:p>
                <a:pPr algn="ctr"/>
                <a:r>
                  <a:rPr lang="en-US" altLang="en-IT" sz="1200">
                    <a:latin typeface="Arial Unicode MS" panose="020B0604020202020204" pitchFamily="34" charset="-128"/>
                  </a:rPr>
                  <a:t>Genome</a:t>
                </a:r>
              </a:p>
            </p:txBody>
          </p:sp>
          <p:cxnSp>
            <p:nvCxnSpPr>
              <p:cNvPr id="6838336" name="AutoShape 64">
                <a:extLst>
                  <a:ext uri="{FF2B5EF4-FFF2-40B4-BE49-F238E27FC236}">
                    <a16:creationId xmlns:a16="http://schemas.microsoft.com/office/drawing/2014/main" id="{D72EABF5-831A-9DDB-09F2-B90BD84E7463}"/>
                  </a:ext>
                </a:extLst>
              </p:cNvPr>
              <p:cNvCxnSpPr>
                <a:cxnSpLocks noChangeShapeType="1"/>
                <a:stCxn id="6838286" idx="2"/>
                <a:endCxn id="6838335" idx="0"/>
              </p:cNvCxnSpPr>
              <p:nvPr/>
            </p:nvCxnSpPr>
            <p:spPr bwMode="auto">
              <a:xfrm rot="16200000" flipH="1">
                <a:off x="2617" y="2581"/>
                <a:ext cx="904" cy="798"/>
              </a:xfrm>
              <a:prstGeom prst="bentConnector3">
                <a:avLst>
                  <a:gd name="adj1" fmla="val 50000"/>
                </a:avLst>
              </a:prstGeom>
              <a:noFill/>
              <a:ln w="127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6838337" name="Group 65">
              <a:extLst>
                <a:ext uri="{FF2B5EF4-FFF2-40B4-BE49-F238E27FC236}">
                  <a16:creationId xmlns:a16="http://schemas.microsoft.com/office/drawing/2014/main" id="{EAA0A6D2-3137-FCF8-E54A-4E8070E40E9C}"/>
                </a:ext>
              </a:extLst>
            </p:cNvPr>
            <p:cNvGrpSpPr>
              <a:grpSpLocks/>
            </p:cNvGrpSpPr>
            <p:nvPr/>
          </p:nvGrpSpPr>
          <p:grpSpPr bwMode="auto">
            <a:xfrm>
              <a:off x="4094" y="2927"/>
              <a:ext cx="1370" cy="354"/>
              <a:chOff x="4094" y="2927"/>
              <a:chExt cx="1370" cy="354"/>
            </a:xfrm>
          </p:grpSpPr>
          <p:sp>
            <p:nvSpPr>
              <p:cNvPr id="6838338" name="AutoShape 66">
                <a:extLst>
                  <a:ext uri="{FF2B5EF4-FFF2-40B4-BE49-F238E27FC236}">
                    <a16:creationId xmlns:a16="http://schemas.microsoft.com/office/drawing/2014/main" id="{115EE6AC-1835-90D7-2CFC-F637624BA175}"/>
                  </a:ext>
                </a:extLst>
              </p:cNvPr>
              <p:cNvSpPr>
                <a:spLocks noChangeArrowheads="1"/>
              </p:cNvSpPr>
              <p:nvPr/>
            </p:nvSpPr>
            <p:spPr bwMode="auto">
              <a:xfrm>
                <a:off x="4094" y="3025"/>
                <a:ext cx="637" cy="256"/>
              </a:xfrm>
              <a:prstGeom prst="roundRect">
                <a:avLst>
                  <a:gd name="adj" fmla="val 0"/>
                </a:avLst>
              </a:prstGeom>
              <a:noFill/>
              <a:ln w="635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8288" bIns="18288" anchor="ctr">
                <a:spAutoFit/>
              </a:bodyPr>
              <a:lstStyle/>
              <a:p>
                <a:pPr algn="ctr"/>
                <a:r>
                  <a:rPr lang="en-US" altLang="en-IT" sz="1200">
                    <a:latin typeface="Arial Unicode MS" panose="020B0604020202020204" pitchFamily="34" charset="-128"/>
                  </a:rPr>
                  <a:t>Body Space</a:t>
                </a:r>
              </a:p>
              <a:p>
                <a:pPr algn="ctr"/>
                <a:r>
                  <a:rPr lang="en-US" altLang="en-IT" sz="1200">
                    <a:latin typeface="Arial Unicode MS" panose="020B0604020202020204" pitchFamily="34" charset="-128"/>
                  </a:rPr>
                  <a:t>or Junction</a:t>
                </a:r>
              </a:p>
            </p:txBody>
          </p:sp>
          <p:cxnSp>
            <p:nvCxnSpPr>
              <p:cNvPr id="6838339" name="AutoShape 67">
                <a:extLst>
                  <a:ext uri="{FF2B5EF4-FFF2-40B4-BE49-F238E27FC236}">
                    <a16:creationId xmlns:a16="http://schemas.microsoft.com/office/drawing/2014/main" id="{3A50379E-B0B7-30ED-20B4-AC4EFA3A8840}"/>
                  </a:ext>
                </a:extLst>
              </p:cNvPr>
              <p:cNvCxnSpPr>
                <a:cxnSpLocks noChangeShapeType="1"/>
                <a:stCxn id="6838338" idx="3"/>
                <a:endCxn id="6838365" idx="2"/>
              </p:cNvCxnSpPr>
              <p:nvPr/>
            </p:nvCxnSpPr>
            <p:spPr bwMode="auto">
              <a:xfrm flipV="1">
                <a:off x="4731" y="2927"/>
                <a:ext cx="250" cy="226"/>
              </a:xfrm>
              <a:prstGeom prst="curvedConnector2">
                <a:avLst/>
              </a:prstGeom>
              <a:noFill/>
              <a:ln w="12700">
                <a:solidFill>
                  <a:schemeClr val="bg2"/>
                </a:solidFill>
                <a:prstDash val="sysDot"/>
                <a:round/>
                <a:headEnd type="triangl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38340" name="Text Box 68">
                <a:extLst>
                  <a:ext uri="{FF2B5EF4-FFF2-40B4-BE49-F238E27FC236}">
                    <a16:creationId xmlns:a16="http://schemas.microsoft.com/office/drawing/2014/main" id="{8EE03755-1C7E-840A-A886-00BD24BD0422}"/>
                  </a:ext>
                </a:extLst>
              </p:cNvPr>
              <p:cNvSpPr txBox="1">
                <a:spLocks noChangeArrowheads="1"/>
              </p:cNvSpPr>
              <p:nvPr/>
            </p:nvSpPr>
            <p:spPr bwMode="auto">
              <a:xfrm>
                <a:off x="4875" y="3024"/>
                <a:ext cx="589"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IT" sz="1200" i="1">
                    <a:latin typeface="Arial Unicode MS" panose="020B0604020202020204" pitchFamily="34" charset="-128"/>
                  </a:rPr>
                  <a:t>adjacent to</a:t>
                </a:r>
              </a:p>
            </p:txBody>
          </p:sp>
        </p:grpSp>
        <p:grpSp>
          <p:nvGrpSpPr>
            <p:cNvPr id="6838341" name="Group 69">
              <a:extLst>
                <a:ext uri="{FF2B5EF4-FFF2-40B4-BE49-F238E27FC236}">
                  <a16:creationId xmlns:a16="http://schemas.microsoft.com/office/drawing/2014/main" id="{17C8A586-FB31-C2A1-F614-1C9314568ACA}"/>
                </a:ext>
              </a:extLst>
            </p:cNvPr>
            <p:cNvGrpSpPr>
              <a:grpSpLocks/>
            </p:cNvGrpSpPr>
            <p:nvPr/>
          </p:nvGrpSpPr>
          <p:grpSpPr bwMode="auto">
            <a:xfrm>
              <a:off x="4929" y="1214"/>
              <a:ext cx="557" cy="1585"/>
              <a:chOff x="4929" y="1214"/>
              <a:chExt cx="557" cy="1585"/>
            </a:xfrm>
          </p:grpSpPr>
          <p:sp>
            <p:nvSpPr>
              <p:cNvPr id="6838342" name="Text Box 70">
                <a:extLst>
                  <a:ext uri="{FF2B5EF4-FFF2-40B4-BE49-F238E27FC236}">
                    <a16:creationId xmlns:a16="http://schemas.microsoft.com/office/drawing/2014/main" id="{6DEAD1AE-DAC5-8CCA-2ED2-66EBBC3CBEDA}"/>
                  </a:ext>
                </a:extLst>
              </p:cNvPr>
              <p:cNvSpPr txBox="1">
                <a:spLocks noChangeArrowheads="1"/>
              </p:cNvSpPr>
              <p:nvPr/>
            </p:nvSpPr>
            <p:spPr bwMode="auto">
              <a:xfrm>
                <a:off x="4929" y="2016"/>
                <a:ext cx="557"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IT" sz="1200" i="1">
                    <a:latin typeface="Arial Unicode MS" panose="020B0604020202020204" pitchFamily="34" charset="-128"/>
                  </a:rPr>
                  <a:t>location of</a:t>
                </a:r>
              </a:p>
            </p:txBody>
          </p:sp>
          <p:cxnSp>
            <p:nvCxnSpPr>
              <p:cNvPr id="6838343" name="AutoShape 71">
                <a:extLst>
                  <a:ext uri="{FF2B5EF4-FFF2-40B4-BE49-F238E27FC236}">
                    <a16:creationId xmlns:a16="http://schemas.microsoft.com/office/drawing/2014/main" id="{4E323A52-05AC-41E1-EDC6-7E59F89FFF04}"/>
                  </a:ext>
                </a:extLst>
              </p:cNvPr>
              <p:cNvCxnSpPr>
                <a:cxnSpLocks noChangeShapeType="1"/>
                <a:stCxn id="6838365" idx="3"/>
                <a:endCxn id="6838356" idx="3"/>
              </p:cNvCxnSpPr>
              <p:nvPr/>
            </p:nvCxnSpPr>
            <p:spPr bwMode="auto">
              <a:xfrm flipH="1" flipV="1">
                <a:off x="4935" y="1214"/>
                <a:ext cx="410" cy="1585"/>
              </a:xfrm>
              <a:prstGeom prst="curvedConnector3">
                <a:avLst>
                  <a:gd name="adj1" fmla="val -35122"/>
                </a:avLst>
              </a:prstGeom>
              <a:noFill/>
              <a:ln w="12700">
                <a:solidFill>
                  <a:schemeClr val="bg2"/>
                </a:solidFill>
                <a:prstDash val="sysDot"/>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6838344" name="Group 72">
              <a:extLst>
                <a:ext uri="{FF2B5EF4-FFF2-40B4-BE49-F238E27FC236}">
                  <a16:creationId xmlns:a16="http://schemas.microsoft.com/office/drawing/2014/main" id="{46C09735-E8FB-7D1C-0946-B37120D3E96D}"/>
                </a:ext>
              </a:extLst>
            </p:cNvPr>
            <p:cNvGrpSpPr>
              <a:grpSpLocks/>
            </p:cNvGrpSpPr>
            <p:nvPr/>
          </p:nvGrpSpPr>
          <p:grpSpPr bwMode="auto">
            <a:xfrm>
              <a:off x="3566" y="3087"/>
              <a:ext cx="846" cy="514"/>
              <a:chOff x="3566" y="3087"/>
              <a:chExt cx="846" cy="514"/>
            </a:xfrm>
          </p:grpSpPr>
          <p:cxnSp>
            <p:nvCxnSpPr>
              <p:cNvPr id="6838345" name="AutoShape 73">
                <a:extLst>
                  <a:ext uri="{FF2B5EF4-FFF2-40B4-BE49-F238E27FC236}">
                    <a16:creationId xmlns:a16="http://schemas.microsoft.com/office/drawing/2014/main" id="{97FB7535-DB2F-6C74-E099-C9369DE4E299}"/>
                  </a:ext>
                </a:extLst>
              </p:cNvPr>
              <p:cNvCxnSpPr>
                <a:cxnSpLocks noChangeShapeType="1"/>
                <a:stCxn id="6838338" idx="2"/>
                <a:endCxn id="6838301" idx="3"/>
              </p:cNvCxnSpPr>
              <p:nvPr/>
            </p:nvCxnSpPr>
            <p:spPr bwMode="auto">
              <a:xfrm rot="5400000" flipH="1">
                <a:off x="3892" y="2761"/>
                <a:ext cx="194" cy="846"/>
              </a:xfrm>
              <a:prstGeom prst="curvedConnector4">
                <a:avLst>
                  <a:gd name="adj1" fmla="val -74227"/>
                  <a:gd name="adj2" fmla="val 68813"/>
                </a:avLst>
              </a:prstGeom>
              <a:noFill/>
              <a:ln w="12700">
                <a:solidFill>
                  <a:schemeClr val="bg2"/>
                </a:solidFill>
                <a:prstDash val="sysDot"/>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38346" name="Text Box 74">
                <a:extLst>
                  <a:ext uri="{FF2B5EF4-FFF2-40B4-BE49-F238E27FC236}">
                    <a16:creationId xmlns:a16="http://schemas.microsoft.com/office/drawing/2014/main" id="{BCEEF0CC-41BC-9065-730B-CEB9850FCAD2}"/>
                  </a:ext>
                </a:extLst>
              </p:cNvPr>
              <p:cNvSpPr txBox="1">
                <a:spLocks noChangeArrowheads="1"/>
              </p:cNvSpPr>
              <p:nvPr/>
            </p:nvSpPr>
            <p:spPr bwMode="auto">
              <a:xfrm>
                <a:off x="3827" y="3427"/>
                <a:ext cx="557"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IT" sz="1200" i="1">
                    <a:latin typeface="Arial Unicode MS" panose="020B0604020202020204" pitchFamily="34" charset="-128"/>
                  </a:rPr>
                  <a:t>location of</a:t>
                </a:r>
              </a:p>
            </p:txBody>
          </p:sp>
        </p:grpSp>
        <p:grpSp>
          <p:nvGrpSpPr>
            <p:cNvPr id="6838347" name="Group 75">
              <a:extLst>
                <a:ext uri="{FF2B5EF4-FFF2-40B4-BE49-F238E27FC236}">
                  <a16:creationId xmlns:a16="http://schemas.microsoft.com/office/drawing/2014/main" id="{1611F82E-2776-18AD-2FE2-B20E16756C60}"/>
                </a:ext>
              </a:extLst>
            </p:cNvPr>
            <p:cNvGrpSpPr>
              <a:grpSpLocks/>
            </p:cNvGrpSpPr>
            <p:nvPr/>
          </p:nvGrpSpPr>
          <p:grpSpPr bwMode="auto">
            <a:xfrm>
              <a:off x="2187" y="1104"/>
              <a:ext cx="1083" cy="465"/>
              <a:chOff x="2187" y="1104"/>
              <a:chExt cx="1083" cy="465"/>
            </a:xfrm>
          </p:grpSpPr>
          <p:cxnSp>
            <p:nvCxnSpPr>
              <p:cNvPr id="6838348" name="AutoShape 76">
                <a:extLst>
                  <a:ext uri="{FF2B5EF4-FFF2-40B4-BE49-F238E27FC236}">
                    <a16:creationId xmlns:a16="http://schemas.microsoft.com/office/drawing/2014/main" id="{C6BE0565-DF31-C06C-2FFB-AEA37A23445A}"/>
                  </a:ext>
                </a:extLst>
              </p:cNvPr>
              <p:cNvCxnSpPr>
                <a:cxnSpLocks noChangeShapeType="1"/>
                <a:stCxn id="6838350" idx="1"/>
                <a:endCxn id="6838297" idx="3"/>
              </p:cNvCxnSpPr>
              <p:nvPr/>
            </p:nvCxnSpPr>
            <p:spPr bwMode="auto">
              <a:xfrm rot="10800000" flipV="1">
                <a:off x="2197" y="1272"/>
                <a:ext cx="641" cy="297"/>
              </a:xfrm>
              <a:prstGeom prst="curvedConnector3">
                <a:avLst>
                  <a:gd name="adj1" fmla="val 50000"/>
                </a:avLst>
              </a:prstGeom>
              <a:noFill/>
              <a:ln w="12700">
                <a:solidFill>
                  <a:schemeClr val="bg2"/>
                </a:solidFill>
                <a:prstDash val="sysDot"/>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38349" name="Text Box 77">
                <a:extLst>
                  <a:ext uri="{FF2B5EF4-FFF2-40B4-BE49-F238E27FC236}">
                    <a16:creationId xmlns:a16="http://schemas.microsoft.com/office/drawing/2014/main" id="{AE9959FD-D5D0-3073-E754-531E9477E603}"/>
                  </a:ext>
                </a:extLst>
              </p:cNvPr>
              <p:cNvSpPr txBox="1">
                <a:spLocks noChangeArrowheads="1"/>
              </p:cNvSpPr>
              <p:nvPr/>
            </p:nvSpPr>
            <p:spPr bwMode="auto">
              <a:xfrm>
                <a:off x="2187" y="1104"/>
                <a:ext cx="664"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IT" sz="1200" i="1">
                    <a:latin typeface="Arial Unicode MS" panose="020B0604020202020204" pitchFamily="34" charset="-128"/>
                  </a:rPr>
                  <a:t>evaluation of</a:t>
                </a:r>
              </a:p>
            </p:txBody>
          </p:sp>
          <p:sp>
            <p:nvSpPr>
              <p:cNvPr id="6838350" name="AutoShape 78">
                <a:extLst>
                  <a:ext uri="{FF2B5EF4-FFF2-40B4-BE49-F238E27FC236}">
                    <a16:creationId xmlns:a16="http://schemas.microsoft.com/office/drawing/2014/main" id="{306B8525-91F7-CEB4-6BC9-EA1ED3F20740}"/>
                  </a:ext>
                </a:extLst>
              </p:cNvPr>
              <p:cNvSpPr>
                <a:spLocks noChangeArrowheads="1"/>
              </p:cNvSpPr>
              <p:nvPr/>
            </p:nvSpPr>
            <p:spPr bwMode="auto">
              <a:xfrm>
                <a:off x="2838" y="1202"/>
                <a:ext cx="432" cy="140"/>
              </a:xfrm>
              <a:prstGeom prst="roundRect">
                <a:avLst>
                  <a:gd name="adj" fmla="val 0"/>
                </a:avLst>
              </a:prstGeom>
              <a:noFill/>
              <a:ln w="635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8288" bIns="18288" anchor="ctr">
                <a:spAutoFit/>
              </a:bodyPr>
              <a:lstStyle/>
              <a:p>
                <a:pPr algn="ctr"/>
                <a:r>
                  <a:rPr lang="en-US" altLang="en-IT" sz="1200">
                    <a:latin typeface="Arial Unicode MS" panose="020B0604020202020204" pitchFamily="34" charset="-128"/>
                  </a:rPr>
                  <a:t>Finding</a:t>
                </a:r>
              </a:p>
            </p:txBody>
          </p:sp>
        </p:grpSp>
        <p:grpSp>
          <p:nvGrpSpPr>
            <p:cNvPr id="6838351" name="Group 79">
              <a:extLst>
                <a:ext uri="{FF2B5EF4-FFF2-40B4-BE49-F238E27FC236}">
                  <a16:creationId xmlns:a16="http://schemas.microsoft.com/office/drawing/2014/main" id="{7DB1EEF3-956A-4F00-9556-4A869A1F55D8}"/>
                </a:ext>
              </a:extLst>
            </p:cNvPr>
            <p:cNvGrpSpPr>
              <a:grpSpLocks/>
            </p:cNvGrpSpPr>
            <p:nvPr/>
          </p:nvGrpSpPr>
          <p:grpSpPr bwMode="auto">
            <a:xfrm>
              <a:off x="2427" y="1342"/>
              <a:ext cx="1249" cy="520"/>
              <a:chOff x="2427" y="1342"/>
              <a:chExt cx="1249" cy="520"/>
            </a:xfrm>
          </p:grpSpPr>
          <p:cxnSp>
            <p:nvCxnSpPr>
              <p:cNvPr id="6838352" name="AutoShape 80">
                <a:extLst>
                  <a:ext uri="{FF2B5EF4-FFF2-40B4-BE49-F238E27FC236}">
                    <a16:creationId xmlns:a16="http://schemas.microsoft.com/office/drawing/2014/main" id="{CFEFC125-1B29-D7CF-591A-675ADB7A8198}"/>
                  </a:ext>
                </a:extLst>
              </p:cNvPr>
              <p:cNvCxnSpPr>
                <a:cxnSpLocks noChangeShapeType="1"/>
                <a:stCxn id="6838350" idx="2"/>
                <a:endCxn id="6838355" idx="0"/>
              </p:cNvCxnSpPr>
              <p:nvPr/>
            </p:nvCxnSpPr>
            <p:spPr bwMode="auto">
              <a:xfrm rot="16200000" flipH="1">
                <a:off x="3102" y="1294"/>
                <a:ext cx="264" cy="359"/>
              </a:xfrm>
              <a:prstGeom prst="bentConnector3">
                <a:avLst>
                  <a:gd name="adj1" fmla="val 50000"/>
                </a:avLst>
              </a:prstGeom>
              <a:noFill/>
              <a:ln w="127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38353" name="AutoShape 81">
                <a:extLst>
                  <a:ext uri="{FF2B5EF4-FFF2-40B4-BE49-F238E27FC236}">
                    <a16:creationId xmlns:a16="http://schemas.microsoft.com/office/drawing/2014/main" id="{E7613468-49B1-71A7-0234-DC1F1284CADD}"/>
                  </a:ext>
                </a:extLst>
              </p:cNvPr>
              <p:cNvCxnSpPr>
                <a:cxnSpLocks noChangeShapeType="1"/>
                <a:stCxn id="6838350" idx="2"/>
                <a:endCxn id="6838354" idx="0"/>
              </p:cNvCxnSpPr>
              <p:nvPr/>
            </p:nvCxnSpPr>
            <p:spPr bwMode="auto">
              <a:xfrm rot="5400000">
                <a:off x="2788" y="1340"/>
                <a:ext cx="264" cy="268"/>
              </a:xfrm>
              <a:prstGeom prst="bentConnector3">
                <a:avLst>
                  <a:gd name="adj1" fmla="val 50000"/>
                </a:avLst>
              </a:prstGeom>
              <a:noFill/>
              <a:ln w="127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38354" name="AutoShape 82">
                <a:extLst>
                  <a:ext uri="{FF2B5EF4-FFF2-40B4-BE49-F238E27FC236}">
                    <a16:creationId xmlns:a16="http://schemas.microsoft.com/office/drawing/2014/main" id="{6B05D542-2466-BDF6-6DE1-E630C84049D0}"/>
                  </a:ext>
                </a:extLst>
              </p:cNvPr>
              <p:cNvSpPr>
                <a:spLocks noChangeArrowheads="1"/>
              </p:cNvSpPr>
              <p:nvPr/>
            </p:nvSpPr>
            <p:spPr bwMode="auto">
              <a:xfrm>
                <a:off x="2427" y="1606"/>
                <a:ext cx="718" cy="256"/>
              </a:xfrm>
              <a:prstGeom prst="roundRect">
                <a:avLst>
                  <a:gd name="adj" fmla="val 0"/>
                </a:avLst>
              </a:prstGeom>
              <a:noFill/>
              <a:ln w="635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8288" bIns="18288" anchor="ctr">
                <a:spAutoFit/>
              </a:bodyPr>
              <a:lstStyle/>
              <a:p>
                <a:pPr algn="ctr"/>
                <a:r>
                  <a:rPr lang="en-US" altLang="en-IT" sz="1200">
                    <a:latin typeface="Arial Unicode MS" panose="020B0604020202020204" pitchFamily="34" charset="-128"/>
                  </a:rPr>
                  <a:t>Laboratory  or</a:t>
                </a:r>
              </a:p>
              <a:p>
                <a:pPr algn="ctr"/>
                <a:r>
                  <a:rPr lang="en-US" altLang="en-IT" sz="1200">
                    <a:latin typeface="Arial Unicode MS" panose="020B0604020202020204" pitchFamily="34" charset="-128"/>
                  </a:rPr>
                  <a:t>Test Result</a:t>
                </a:r>
              </a:p>
            </p:txBody>
          </p:sp>
          <p:sp>
            <p:nvSpPr>
              <p:cNvPr id="6838355" name="AutoShape 83">
                <a:extLst>
                  <a:ext uri="{FF2B5EF4-FFF2-40B4-BE49-F238E27FC236}">
                    <a16:creationId xmlns:a16="http://schemas.microsoft.com/office/drawing/2014/main" id="{ACF90190-64F4-AECF-CB2C-5A2C7FB427F6}"/>
                  </a:ext>
                </a:extLst>
              </p:cNvPr>
              <p:cNvSpPr>
                <a:spLocks noChangeArrowheads="1"/>
              </p:cNvSpPr>
              <p:nvPr/>
            </p:nvSpPr>
            <p:spPr bwMode="auto">
              <a:xfrm>
                <a:off x="3151" y="1606"/>
                <a:ext cx="525" cy="256"/>
              </a:xfrm>
              <a:prstGeom prst="roundRect">
                <a:avLst>
                  <a:gd name="adj" fmla="val 0"/>
                </a:avLst>
              </a:prstGeom>
              <a:noFill/>
              <a:ln w="635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8288" bIns="18288" anchor="ctr">
                <a:spAutoFit/>
              </a:bodyPr>
              <a:lstStyle/>
              <a:p>
                <a:pPr algn="ctr"/>
                <a:r>
                  <a:rPr lang="en-US" altLang="en-IT" sz="1200">
                    <a:latin typeface="Arial Unicode MS" panose="020B0604020202020204" pitchFamily="34" charset="-128"/>
                  </a:rPr>
                  <a:t>Sign or</a:t>
                </a:r>
              </a:p>
              <a:p>
                <a:pPr algn="ctr"/>
                <a:r>
                  <a:rPr lang="en-US" altLang="en-IT" sz="1200">
                    <a:latin typeface="Arial Unicode MS" panose="020B0604020202020204" pitchFamily="34" charset="-128"/>
                  </a:rPr>
                  <a:t>Symptom</a:t>
                </a:r>
              </a:p>
            </p:txBody>
          </p:sp>
        </p:grpSp>
        <p:sp>
          <p:nvSpPr>
            <p:cNvPr id="6838356" name="AutoShape 84">
              <a:extLst>
                <a:ext uri="{FF2B5EF4-FFF2-40B4-BE49-F238E27FC236}">
                  <a16:creationId xmlns:a16="http://schemas.microsoft.com/office/drawing/2014/main" id="{4948B987-8A27-9092-D3B1-5311ED58ED6D}"/>
                </a:ext>
              </a:extLst>
            </p:cNvPr>
            <p:cNvSpPr>
              <a:spLocks noChangeArrowheads="1"/>
            </p:cNvSpPr>
            <p:nvPr/>
          </p:nvSpPr>
          <p:spPr bwMode="auto">
            <a:xfrm>
              <a:off x="4448" y="1086"/>
              <a:ext cx="487" cy="256"/>
            </a:xfrm>
            <a:prstGeom prst="roundRect">
              <a:avLst>
                <a:gd name="adj" fmla="val 0"/>
              </a:avLst>
            </a:prstGeom>
            <a:noFill/>
            <a:ln w="635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8288" bIns="18288" anchor="ctr">
              <a:spAutoFit/>
            </a:bodyPr>
            <a:lstStyle/>
            <a:p>
              <a:pPr algn="ctr"/>
              <a:r>
                <a:rPr lang="en-US" altLang="en-IT" sz="1200">
                  <a:latin typeface="Arial Unicode MS" panose="020B0604020202020204" pitchFamily="34" charset="-128"/>
                </a:rPr>
                <a:t>Biologic</a:t>
              </a:r>
            </a:p>
            <a:p>
              <a:pPr algn="ctr"/>
              <a:r>
                <a:rPr lang="en-US" altLang="en-IT" sz="1200">
                  <a:latin typeface="Arial Unicode MS" panose="020B0604020202020204" pitchFamily="34" charset="-128"/>
                </a:rPr>
                <a:t>Function</a:t>
              </a:r>
            </a:p>
          </p:txBody>
        </p:sp>
        <p:grpSp>
          <p:nvGrpSpPr>
            <p:cNvPr id="6838357" name="Group 85">
              <a:extLst>
                <a:ext uri="{FF2B5EF4-FFF2-40B4-BE49-F238E27FC236}">
                  <a16:creationId xmlns:a16="http://schemas.microsoft.com/office/drawing/2014/main" id="{AD475A6F-DF10-FD23-282B-38B358B78EB6}"/>
                </a:ext>
              </a:extLst>
            </p:cNvPr>
            <p:cNvGrpSpPr>
              <a:grpSpLocks/>
            </p:cNvGrpSpPr>
            <p:nvPr/>
          </p:nvGrpSpPr>
          <p:grpSpPr bwMode="auto">
            <a:xfrm>
              <a:off x="4088" y="1342"/>
              <a:ext cx="1210" cy="520"/>
              <a:chOff x="4088" y="1342"/>
              <a:chExt cx="1210" cy="520"/>
            </a:xfrm>
          </p:grpSpPr>
          <p:cxnSp>
            <p:nvCxnSpPr>
              <p:cNvPr id="6838358" name="AutoShape 86">
                <a:extLst>
                  <a:ext uri="{FF2B5EF4-FFF2-40B4-BE49-F238E27FC236}">
                    <a16:creationId xmlns:a16="http://schemas.microsoft.com/office/drawing/2014/main" id="{30B99F39-AEB4-A5A2-EC55-E1232F0056F0}"/>
                  </a:ext>
                </a:extLst>
              </p:cNvPr>
              <p:cNvCxnSpPr>
                <a:cxnSpLocks noChangeShapeType="1"/>
                <a:stCxn id="6838356" idx="2"/>
                <a:endCxn id="6838360" idx="0"/>
              </p:cNvCxnSpPr>
              <p:nvPr/>
            </p:nvCxnSpPr>
            <p:spPr bwMode="auto">
              <a:xfrm rot="5400000">
                <a:off x="4409" y="1323"/>
                <a:ext cx="264" cy="302"/>
              </a:xfrm>
              <a:prstGeom prst="bentConnector3">
                <a:avLst>
                  <a:gd name="adj1" fmla="val 50000"/>
                </a:avLst>
              </a:prstGeom>
              <a:noFill/>
              <a:ln w="127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838359" name="Group 87">
                <a:extLst>
                  <a:ext uri="{FF2B5EF4-FFF2-40B4-BE49-F238E27FC236}">
                    <a16:creationId xmlns:a16="http://schemas.microsoft.com/office/drawing/2014/main" id="{85F54379-2911-6500-B628-77834ED84EAD}"/>
                  </a:ext>
                </a:extLst>
              </p:cNvPr>
              <p:cNvGrpSpPr>
                <a:grpSpLocks/>
              </p:cNvGrpSpPr>
              <p:nvPr/>
            </p:nvGrpSpPr>
            <p:grpSpPr bwMode="auto">
              <a:xfrm>
                <a:off x="4088" y="1606"/>
                <a:ext cx="1210" cy="256"/>
                <a:chOff x="4113" y="1729"/>
                <a:chExt cx="1210" cy="256"/>
              </a:xfrm>
            </p:grpSpPr>
            <p:sp>
              <p:nvSpPr>
                <p:cNvPr id="6838360" name="AutoShape 88">
                  <a:extLst>
                    <a:ext uri="{FF2B5EF4-FFF2-40B4-BE49-F238E27FC236}">
                      <a16:creationId xmlns:a16="http://schemas.microsoft.com/office/drawing/2014/main" id="{3010C2D8-7DFE-2605-5666-AE0462A13219}"/>
                    </a:ext>
                  </a:extLst>
                </p:cNvPr>
                <p:cNvSpPr>
                  <a:spLocks noChangeArrowheads="1"/>
                </p:cNvSpPr>
                <p:nvPr/>
              </p:nvSpPr>
              <p:spPr bwMode="auto">
                <a:xfrm>
                  <a:off x="4113" y="1729"/>
                  <a:ext cx="604" cy="256"/>
                </a:xfrm>
                <a:prstGeom prst="roundRect">
                  <a:avLst>
                    <a:gd name="adj" fmla="val 0"/>
                  </a:avLst>
                </a:prstGeom>
                <a:noFill/>
                <a:ln w="635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8288" bIns="18288" anchor="ctr">
                  <a:spAutoFit/>
                </a:bodyPr>
                <a:lstStyle/>
                <a:p>
                  <a:pPr algn="ctr"/>
                  <a:r>
                    <a:rPr lang="en-US" altLang="en-IT" sz="1200">
                      <a:latin typeface="Arial Unicode MS" panose="020B0604020202020204" pitchFamily="34" charset="-128"/>
                    </a:rPr>
                    <a:t>Physiologic</a:t>
                  </a:r>
                </a:p>
                <a:p>
                  <a:pPr algn="ctr"/>
                  <a:r>
                    <a:rPr lang="en-US" altLang="en-IT" sz="1200">
                      <a:latin typeface="Arial Unicode MS" panose="020B0604020202020204" pitchFamily="34" charset="-128"/>
                    </a:rPr>
                    <a:t>Function</a:t>
                  </a:r>
                </a:p>
              </p:txBody>
            </p:sp>
            <p:sp>
              <p:nvSpPr>
                <p:cNvPr id="6838361" name="AutoShape 89">
                  <a:extLst>
                    <a:ext uri="{FF2B5EF4-FFF2-40B4-BE49-F238E27FC236}">
                      <a16:creationId xmlns:a16="http://schemas.microsoft.com/office/drawing/2014/main" id="{A22520BC-1A84-D2D5-F81C-D7F081AEB065}"/>
                    </a:ext>
                  </a:extLst>
                </p:cNvPr>
                <p:cNvSpPr>
                  <a:spLocks noChangeArrowheads="1"/>
                </p:cNvSpPr>
                <p:nvPr/>
              </p:nvSpPr>
              <p:spPr bwMode="auto">
                <a:xfrm>
                  <a:off x="4756" y="1729"/>
                  <a:ext cx="567" cy="256"/>
                </a:xfrm>
                <a:prstGeom prst="roundRect">
                  <a:avLst>
                    <a:gd name="adj" fmla="val 0"/>
                  </a:avLst>
                </a:prstGeom>
                <a:noFill/>
                <a:ln w="635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8288" bIns="18288" anchor="ctr">
                  <a:spAutoFit/>
                </a:bodyPr>
                <a:lstStyle/>
                <a:p>
                  <a:pPr algn="ctr"/>
                  <a:r>
                    <a:rPr lang="en-US" altLang="en-IT" sz="1200">
                      <a:latin typeface="Arial Unicode MS" panose="020B0604020202020204" pitchFamily="34" charset="-128"/>
                    </a:rPr>
                    <a:t>Pathologic</a:t>
                  </a:r>
                </a:p>
                <a:p>
                  <a:pPr algn="ctr"/>
                  <a:r>
                    <a:rPr lang="en-US" altLang="en-IT" sz="1200">
                      <a:latin typeface="Arial Unicode MS" panose="020B0604020202020204" pitchFamily="34" charset="-128"/>
                    </a:rPr>
                    <a:t>Function</a:t>
                  </a:r>
                </a:p>
              </p:txBody>
            </p:sp>
          </p:grpSp>
          <p:cxnSp>
            <p:nvCxnSpPr>
              <p:cNvPr id="6838362" name="AutoShape 90">
                <a:extLst>
                  <a:ext uri="{FF2B5EF4-FFF2-40B4-BE49-F238E27FC236}">
                    <a16:creationId xmlns:a16="http://schemas.microsoft.com/office/drawing/2014/main" id="{B5D26296-37F9-CB26-66F0-AC75B6AA83F1}"/>
                  </a:ext>
                </a:extLst>
              </p:cNvPr>
              <p:cNvCxnSpPr>
                <a:cxnSpLocks noChangeShapeType="1"/>
                <a:stCxn id="6838356" idx="2"/>
                <a:endCxn id="6838361" idx="0"/>
              </p:cNvCxnSpPr>
              <p:nvPr/>
            </p:nvCxnSpPr>
            <p:spPr bwMode="auto">
              <a:xfrm rot="16200000" flipH="1">
                <a:off x="4721" y="1312"/>
                <a:ext cx="264" cy="323"/>
              </a:xfrm>
              <a:prstGeom prst="bentConnector3">
                <a:avLst>
                  <a:gd name="adj1" fmla="val 50000"/>
                </a:avLst>
              </a:prstGeom>
              <a:noFill/>
              <a:ln w="12700">
                <a:solidFill>
                  <a:schemeClr val="hlink"/>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6838363" name="Group 91">
              <a:extLst>
                <a:ext uri="{FF2B5EF4-FFF2-40B4-BE49-F238E27FC236}">
                  <a16:creationId xmlns:a16="http://schemas.microsoft.com/office/drawing/2014/main" id="{B3D77867-EFE6-3465-912D-87C5BCDA2412}"/>
                </a:ext>
              </a:extLst>
            </p:cNvPr>
            <p:cNvGrpSpPr>
              <a:grpSpLocks/>
            </p:cNvGrpSpPr>
            <p:nvPr/>
          </p:nvGrpSpPr>
          <p:grpSpPr bwMode="auto">
            <a:xfrm>
              <a:off x="3010" y="2342"/>
              <a:ext cx="2335" cy="585"/>
              <a:chOff x="3010" y="2342"/>
              <a:chExt cx="2335" cy="585"/>
            </a:xfrm>
          </p:grpSpPr>
          <p:cxnSp>
            <p:nvCxnSpPr>
              <p:cNvPr id="6838364" name="AutoShape 92">
                <a:extLst>
                  <a:ext uri="{FF2B5EF4-FFF2-40B4-BE49-F238E27FC236}">
                    <a16:creationId xmlns:a16="http://schemas.microsoft.com/office/drawing/2014/main" id="{D5D712D4-B5E4-1577-43E9-3911D01A5AE1}"/>
                  </a:ext>
                </a:extLst>
              </p:cNvPr>
              <p:cNvCxnSpPr>
                <a:cxnSpLocks noChangeShapeType="1"/>
                <a:stCxn id="6838365" idx="1"/>
                <a:endCxn id="6838286" idx="3"/>
              </p:cNvCxnSpPr>
              <p:nvPr/>
            </p:nvCxnSpPr>
            <p:spPr bwMode="auto">
              <a:xfrm rot="10800000">
                <a:off x="3010" y="2342"/>
                <a:ext cx="1607" cy="457"/>
              </a:xfrm>
              <a:prstGeom prst="curvedConnector3">
                <a:avLst>
                  <a:gd name="adj1" fmla="val 50000"/>
                </a:avLst>
              </a:prstGeom>
              <a:noFill/>
              <a:ln w="12700">
                <a:solidFill>
                  <a:schemeClr val="bg2"/>
                </a:solidFill>
                <a:prstDash val="sysDot"/>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38365" name="AutoShape 93">
                <a:extLst>
                  <a:ext uri="{FF2B5EF4-FFF2-40B4-BE49-F238E27FC236}">
                    <a16:creationId xmlns:a16="http://schemas.microsoft.com/office/drawing/2014/main" id="{B560CDC1-EA58-7EAA-A409-DB91E8F49DBA}"/>
                  </a:ext>
                </a:extLst>
              </p:cNvPr>
              <p:cNvSpPr>
                <a:spLocks noChangeArrowheads="1"/>
              </p:cNvSpPr>
              <p:nvPr/>
            </p:nvSpPr>
            <p:spPr bwMode="auto">
              <a:xfrm>
                <a:off x="4617" y="2671"/>
                <a:ext cx="728" cy="256"/>
              </a:xfrm>
              <a:prstGeom prst="roundRect">
                <a:avLst>
                  <a:gd name="adj" fmla="val 0"/>
                </a:avLst>
              </a:prstGeom>
              <a:noFill/>
              <a:ln w="635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8288" bIns="18288" anchor="ctr">
                <a:spAutoFit/>
              </a:bodyPr>
              <a:lstStyle/>
              <a:p>
                <a:pPr algn="ctr"/>
                <a:r>
                  <a:rPr lang="en-US" altLang="en-IT" sz="1200">
                    <a:latin typeface="Arial Unicode MS" panose="020B0604020202020204" pitchFamily="34" charset="-128"/>
                  </a:rPr>
                  <a:t>Body Location</a:t>
                </a:r>
              </a:p>
              <a:p>
                <a:pPr algn="ctr"/>
                <a:r>
                  <a:rPr lang="en-US" altLang="en-IT" sz="1200">
                    <a:latin typeface="Arial Unicode MS" panose="020B0604020202020204" pitchFamily="34" charset="-128"/>
                  </a:rPr>
                  <a:t>or Region</a:t>
                </a:r>
              </a:p>
            </p:txBody>
          </p:sp>
          <p:sp>
            <p:nvSpPr>
              <p:cNvPr id="6838366" name="Text Box 94">
                <a:extLst>
                  <a:ext uri="{FF2B5EF4-FFF2-40B4-BE49-F238E27FC236}">
                    <a16:creationId xmlns:a16="http://schemas.microsoft.com/office/drawing/2014/main" id="{A048C4DD-7CCF-AD75-EDF9-74823D417C35}"/>
                  </a:ext>
                </a:extLst>
              </p:cNvPr>
              <p:cNvSpPr txBox="1">
                <a:spLocks noChangeArrowheads="1"/>
              </p:cNvSpPr>
              <p:nvPr/>
            </p:nvSpPr>
            <p:spPr bwMode="auto">
              <a:xfrm>
                <a:off x="4107" y="2496"/>
                <a:ext cx="58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IT" sz="1200" i="1">
                    <a:latin typeface="Arial Unicode MS" panose="020B0604020202020204" pitchFamily="34" charset="-128"/>
                  </a:rPr>
                  <a:t>conceptual</a:t>
                </a:r>
              </a:p>
              <a:p>
                <a:pPr algn="ctr"/>
                <a:r>
                  <a:rPr lang="en-US" altLang="en-IT" sz="1200" i="1">
                    <a:latin typeface="Arial Unicode MS" panose="020B0604020202020204" pitchFamily="34" charset="-128"/>
                  </a:rPr>
                  <a:t>part of</a:t>
                </a:r>
              </a:p>
            </p:txBody>
          </p:sp>
        </p:grpSp>
        <p:grpSp>
          <p:nvGrpSpPr>
            <p:cNvPr id="6838367" name="Group 95">
              <a:extLst>
                <a:ext uri="{FF2B5EF4-FFF2-40B4-BE49-F238E27FC236}">
                  <a16:creationId xmlns:a16="http://schemas.microsoft.com/office/drawing/2014/main" id="{FC656C7D-F26C-48CB-F0C7-2A66817EAC8E}"/>
                </a:ext>
              </a:extLst>
            </p:cNvPr>
            <p:cNvGrpSpPr>
              <a:grpSpLocks/>
            </p:cNvGrpSpPr>
            <p:nvPr/>
          </p:nvGrpSpPr>
          <p:grpSpPr bwMode="auto">
            <a:xfrm>
              <a:off x="3010" y="2342"/>
              <a:ext cx="1236" cy="811"/>
              <a:chOff x="3010" y="2342"/>
              <a:chExt cx="1236" cy="811"/>
            </a:xfrm>
          </p:grpSpPr>
          <p:cxnSp>
            <p:nvCxnSpPr>
              <p:cNvPr id="6838368" name="AutoShape 96">
                <a:extLst>
                  <a:ext uri="{FF2B5EF4-FFF2-40B4-BE49-F238E27FC236}">
                    <a16:creationId xmlns:a16="http://schemas.microsoft.com/office/drawing/2014/main" id="{F47C162C-5665-88CD-CB56-51FC7A86BDF8}"/>
                  </a:ext>
                </a:extLst>
              </p:cNvPr>
              <p:cNvCxnSpPr>
                <a:cxnSpLocks noChangeShapeType="1"/>
                <a:stCxn id="6838338" idx="1"/>
                <a:endCxn id="6838286" idx="3"/>
              </p:cNvCxnSpPr>
              <p:nvPr/>
            </p:nvCxnSpPr>
            <p:spPr bwMode="auto">
              <a:xfrm rot="10800000">
                <a:off x="3010" y="2342"/>
                <a:ext cx="1084" cy="811"/>
              </a:xfrm>
              <a:prstGeom prst="curvedConnector3">
                <a:avLst>
                  <a:gd name="adj1" fmla="val 50000"/>
                </a:avLst>
              </a:prstGeom>
              <a:noFill/>
              <a:ln w="12700">
                <a:solidFill>
                  <a:schemeClr val="bg2"/>
                </a:solidFill>
                <a:prstDash val="sysDot"/>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38369" name="Text Box 97">
                <a:extLst>
                  <a:ext uri="{FF2B5EF4-FFF2-40B4-BE49-F238E27FC236}">
                    <a16:creationId xmlns:a16="http://schemas.microsoft.com/office/drawing/2014/main" id="{59697146-5458-52DF-ABB6-BEB4DE988A08}"/>
                  </a:ext>
                </a:extLst>
              </p:cNvPr>
              <p:cNvSpPr txBox="1">
                <a:spLocks noChangeArrowheads="1"/>
              </p:cNvSpPr>
              <p:nvPr/>
            </p:nvSpPr>
            <p:spPr bwMode="auto">
              <a:xfrm>
                <a:off x="3663" y="2784"/>
                <a:ext cx="58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IT" sz="1200" i="1">
                    <a:latin typeface="Arial Unicode MS" panose="020B0604020202020204" pitchFamily="34" charset="-128"/>
                  </a:rPr>
                  <a:t>conceptual</a:t>
                </a:r>
              </a:p>
              <a:p>
                <a:pPr algn="ctr"/>
                <a:r>
                  <a:rPr lang="en-US" altLang="en-IT" sz="1200" i="1">
                    <a:latin typeface="Arial Unicode MS" panose="020B0604020202020204" pitchFamily="34" charset="-128"/>
                  </a:rPr>
                  <a:t>part of</a:t>
                </a:r>
              </a:p>
            </p:txBody>
          </p:sp>
        </p:grpSp>
        <p:grpSp>
          <p:nvGrpSpPr>
            <p:cNvPr id="6838370" name="Group 98">
              <a:extLst>
                <a:ext uri="{FF2B5EF4-FFF2-40B4-BE49-F238E27FC236}">
                  <a16:creationId xmlns:a16="http://schemas.microsoft.com/office/drawing/2014/main" id="{F48B33C2-A57C-8BC0-03C8-55481DB07047}"/>
                </a:ext>
              </a:extLst>
            </p:cNvPr>
            <p:cNvGrpSpPr>
              <a:grpSpLocks/>
            </p:cNvGrpSpPr>
            <p:nvPr/>
          </p:nvGrpSpPr>
          <p:grpSpPr bwMode="auto">
            <a:xfrm>
              <a:off x="3010" y="1584"/>
              <a:ext cx="1910" cy="894"/>
              <a:chOff x="3010" y="1584"/>
              <a:chExt cx="1910" cy="894"/>
            </a:xfrm>
          </p:grpSpPr>
          <p:sp>
            <p:nvSpPr>
              <p:cNvPr id="6838371" name="AutoShape 99">
                <a:extLst>
                  <a:ext uri="{FF2B5EF4-FFF2-40B4-BE49-F238E27FC236}">
                    <a16:creationId xmlns:a16="http://schemas.microsoft.com/office/drawing/2014/main" id="{52AF013D-B2F2-6DD5-C648-3CFCC510EAE2}"/>
                  </a:ext>
                </a:extLst>
              </p:cNvPr>
              <p:cNvSpPr>
                <a:spLocks noChangeArrowheads="1"/>
              </p:cNvSpPr>
              <p:nvPr/>
            </p:nvSpPr>
            <p:spPr bwMode="auto">
              <a:xfrm>
                <a:off x="3581" y="2017"/>
                <a:ext cx="539" cy="256"/>
              </a:xfrm>
              <a:prstGeom prst="roundRect">
                <a:avLst>
                  <a:gd name="adj" fmla="val 0"/>
                </a:avLst>
              </a:prstGeom>
              <a:noFill/>
              <a:ln w="635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18288" bIns="18288" anchor="ctr">
                <a:spAutoFit/>
              </a:bodyPr>
              <a:lstStyle/>
              <a:p>
                <a:pPr algn="ctr"/>
                <a:r>
                  <a:rPr lang="en-US" altLang="en-IT" sz="1200">
                    <a:latin typeface="Arial Unicode MS" panose="020B0604020202020204" pitchFamily="34" charset="-128"/>
                  </a:rPr>
                  <a:t>Injury or</a:t>
                </a:r>
              </a:p>
              <a:p>
                <a:pPr algn="ctr"/>
                <a:r>
                  <a:rPr lang="en-US" altLang="en-IT" sz="1200">
                    <a:latin typeface="Arial Unicode MS" panose="020B0604020202020204" pitchFamily="34" charset="-128"/>
                  </a:rPr>
                  <a:t>Poisoning</a:t>
                </a:r>
              </a:p>
            </p:txBody>
          </p:sp>
          <p:cxnSp>
            <p:nvCxnSpPr>
              <p:cNvPr id="6838372" name="AutoShape 100">
                <a:extLst>
                  <a:ext uri="{FF2B5EF4-FFF2-40B4-BE49-F238E27FC236}">
                    <a16:creationId xmlns:a16="http://schemas.microsoft.com/office/drawing/2014/main" id="{CD134C21-C1A1-93D7-520F-6B5D01EC0975}"/>
                  </a:ext>
                </a:extLst>
              </p:cNvPr>
              <p:cNvCxnSpPr>
                <a:cxnSpLocks noChangeShapeType="1"/>
                <a:stCxn id="6838371" idx="0"/>
                <a:endCxn id="6838360" idx="1"/>
              </p:cNvCxnSpPr>
              <p:nvPr/>
            </p:nvCxnSpPr>
            <p:spPr bwMode="auto">
              <a:xfrm rot="5400000" flipH="1" flipV="1">
                <a:off x="3828" y="1757"/>
                <a:ext cx="283" cy="237"/>
              </a:xfrm>
              <a:prstGeom prst="curvedConnector2">
                <a:avLst/>
              </a:prstGeom>
              <a:noFill/>
              <a:ln w="12700">
                <a:solidFill>
                  <a:schemeClr val="bg2"/>
                </a:solidFill>
                <a:prstDash val="sysDot"/>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38373" name="AutoShape 101">
                <a:extLst>
                  <a:ext uri="{FF2B5EF4-FFF2-40B4-BE49-F238E27FC236}">
                    <a16:creationId xmlns:a16="http://schemas.microsoft.com/office/drawing/2014/main" id="{6E6FD0E2-E952-EFCB-00F5-1D470D2CAFAC}"/>
                  </a:ext>
                </a:extLst>
              </p:cNvPr>
              <p:cNvCxnSpPr>
                <a:cxnSpLocks noChangeShapeType="1"/>
                <a:stCxn id="6838371" idx="1"/>
                <a:endCxn id="6838286" idx="3"/>
              </p:cNvCxnSpPr>
              <p:nvPr/>
            </p:nvCxnSpPr>
            <p:spPr bwMode="auto">
              <a:xfrm rot="10800000" flipV="1">
                <a:off x="3010" y="2145"/>
                <a:ext cx="571" cy="197"/>
              </a:xfrm>
              <a:prstGeom prst="curvedConnector3">
                <a:avLst>
                  <a:gd name="adj1" fmla="val 50000"/>
                </a:avLst>
              </a:prstGeom>
              <a:noFill/>
              <a:ln w="12700">
                <a:solidFill>
                  <a:schemeClr val="bg2"/>
                </a:solidFill>
                <a:prstDash val="sysDot"/>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38374" name="Text Box 102">
                <a:extLst>
                  <a:ext uri="{FF2B5EF4-FFF2-40B4-BE49-F238E27FC236}">
                    <a16:creationId xmlns:a16="http://schemas.microsoft.com/office/drawing/2014/main" id="{A00D65A4-1FAE-E7C4-1628-AB6139580BD5}"/>
                  </a:ext>
                </a:extLst>
              </p:cNvPr>
              <p:cNvSpPr txBox="1">
                <a:spLocks noChangeArrowheads="1"/>
              </p:cNvSpPr>
              <p:nvPr/>
            </p:nvSpPr>
            <p:spPr bwMode="auto">
              <a:xfrm>
                <a:off x="3681" y="1584"/>
                <a:ext cx="455"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IT" sz="1200" i="1">
                    <a:latin typeface="Arial Unicode MS" panose="020B0604020202020204" pitchFamily="34" charset="-128"/>
                  </a:rPr>
                  <a:t>disrupts</a:t>
                </a:r>
              </a:p>
            </p:txBody>
          </p:sp>
          <p:sp>
            <p:nvSpPr>
              <p:cNvPr id="6838375" name="Text Box 103">
                <a:extLst>
                  <a:ext uri="{FF2B5EF4-FFF2-40B4-BE49-F238E27FC236}">
                    <a16:creationId xmlns:a16="http://schemas.microsoft.com/office/drawing/2014/main" id="{C21D855D-8B1A-5E05-E054-1E86C46EC55D}"/>
                  </a:ext>
                </a:extLst>
              </p:cNvPr>
              <p:cNvSpPr txBox="1">
                <a:spLocks noChangeArrowheads="1"/>
              </p:cNvSpPr>
              <p:nvPr/>
            </p:nvSpPr>
            <p:spPr bwMode="auto">
              <a:xfrm>
                <a:off x="3153" y="1968"/>
                <a:ext cx="455"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IT" sz="1200" i="1">
                    <a:latin typeface="Arial Unicode MS" panose="020B0604020202020204" pitchFamily="34" charset="-128"/>
                  </a:rPr>
                  <a:t>disrupts</a:t>
                </a:r>
              </a:p>
            </p:txBody>
          </p:sp>
          <p:cxnSp>
            <p:nvCxnSpPr>
              <p:cNvPr id="6838376" name="AutoShape 104">
                <a:extLst>
                  <a:ext uri="{FF2B5EF4-FFF2-40B4-BE49-F238E27FC236}">
                    <a16:creationId xmlns:a16="http://schemas.microsoft.com/office/drawing/2014/main" id="{99F31B8E-9568-666A-9498-19EBB5318331}"/>
                  </a:ext>
                </a:extLst>
              </p:cNvPr>
              <p:cNvCxnSpPr>
                <a:cxnSpLocks noChangeShapeType="1"/>
                <a:stCxn id="6838371" idx="3"/>
                <a:endCxn id="6838371" idx="2"/>
              </p:cNvCxnSpPr>
              <p:nvPr/>
            </p:nvCxnSpPr>
            <p:spPr bwMode="auto">
              <a:xfrm flipH="1">
                <a:off x="3851" y="2145"/>
                <a:ext cx="269" cy="128"/>
              </a:xfrm>
              <a:prstGeom prst="curvedConnector4">
                <a:avLst>
                  <a:gd name="adj1" fmla="val -53432"/>
                  <a:gd name="adj2" fmla="val 212500"/>
                </a:avLst>
              </a:prstGeom>
              <a:noFill/>
              <a:ln w="12700">
                <a:solidFill>
                  <a:schemeClr val="bg2"/>
                </a:solidFill>
                <a:prstDash val="sysDot"/>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38377" name="Text Box 105">
                <a:extLst>
                  <a:ext uri="{FF2B5EF4-FFF2-40B4-BE49-F238E27FC236}">
                    <a16:creationId xmlns:a16="http://schemas.microsoft.com/office/drawing/2014/main" id="{1780ED66-8ED8-F2BA-04EA-B2ACD18F0813}"/>
                  </a:ext>
                </a:extLst>
              </p:cNvPr>
              <p:cNvSpPr txBox="1">
                <a:spLocks noChangeArrowheads="1"/>
              </p:cNvSpPr>
              <p:nvPr/>
            </p:nvSpPr>
            <p:spPr bwMode="auto">
              <a:xfrm>
                <a:off x="4186" y="2304"/>
                <a:ext cx="734"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IT" sz="1200" i="1">
                    <a:latin typeface="Arial Unicode MS" panose="020B0604020202020204" pitchFamily="34" charset="-128"/>
                  </a:rPr>
                  <a:t>co-occurs with</a:t>
                </a:r>
              </a:p>
            </p:txBody>
          </p:sp>
        </p:grpSp>
      </p:gr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1CD77384-5019-0728-1562-44F7EBA06112}"/>
              </a:ext>
            </a:extLst>
          </p:cNvPr>
          <p:cNvSpPr>
            <a:spLocks noGrp="1"/>
          </p:cNvSpPr>
          <p:nvPr>
            <p:ph type="sldNum" sz="quarter" idx="12"/>
          </p:nvPr>
        </p:nvSpPr>
        <p:spPr/>
        <p:txBody>
          <a:bodyPr/>
          <a:lstStyle/>
          <a:p>
            <a:fld id="{60899DC0-CC85-D247-9C2C-A13A0C0A7294}" type="slidenum">
              <a:rPr lang="en-US" altLang="en-IT"/>
              <a:pPr/>
              <a:t>12</a:t>
            </a:fld>
            <a:endParaRPr lang="en-US" altLang="en-IT"/>
          </a:p>
        </p:txBody>
      </p:sp>
      <p:sp>
        <p:nvSpPr>
          <p:cNvPr id="6840322" name="Rectangle 2">
            <a:extLst>
              <a:ext uri="{FF2B5EF4-FFF2-40B4-BE49-F238E27FC236}">
                <a16:creationId xmlns:a16="http://schemas.microsoft.com/office/drawing/2014/main" id="{D74CAF31-9F06-1815-E408-73397CBCF511}"/>
              </a:ext>
            </a:extLst>
          </p:cNvPr>
          <p:cNvSpPr>
            <a:spLocks noGrp="1" noChangeArrowheads="1"/>
          </p:cNvSpPr>
          <p:nvPr>
            <p:ph type="title"/>
          </p:nvPr>
        </p:nvSpPr>
        <p:spPr/>
        <p:txBody>
          <a:bodyPr/>
          <a:lstStyle/>
          <a:p>
            <a:r>
              <a:rPr lang="en-US" altLang="en-IT"/>
              <a:t>Why have a Semantic Network?</a:t>
            </a:r>
          </a:p>
        </p:txBody>
      </p:sp>
      <p:sp>
        <p:nvSpPr>
          <p:cNvPr id="6840323" name="Rectangle 3">
            <a:extLst>
              <a:ext uri="{FF2B5EF4-FFF2-40B4-BE49-F238E27FC236}">
                <a16:creationId xmlns:a16="http://schemas.microsoft.com/office/drawing/2014/main" id="{5DDB0E70-62C5-DAD3-F88B-841DEB250694}"/>
              </a:ext>
            </a:extLst>
          </p:cNvPr>
          <p:cNvSpPr>
            <a:spLocks noGrp="1" noChangeArrowheads="1"/>
          </p:cNvSpPr>
          <p:nvPr>
            <p:ph type="body" idx="1"/>
          </p:nvPr>
        </p:nvSpPr>
        <p:spPr/>
        <p:txBody>
          <a:bodyPr/>
          <a:lstStyle/>
          <a:p>
            <a:r>
              <a:rPr lang="en-US" altLang="en-IT"/>
              <a:t>Semantic Types </a:t>
            </a:r>
          </a:p>
          <a:p>
            <a:pPr lvl="1"/>
            <a:r>
              <a:rPr lang="en-US" altLang="en-IT">
                <a:solidFill>
                  <a:schemeClr val="accent2"/>
                </a:solidFill>
              </a:rPr>
              <a:t>High level categories</a:t>
            </a:r>
            <a:r>
              <a:rPr lang="en-US" altLang="en-IT"/>
              <a:t> assigned to Metathesaurus concepts</a:t>
            </a:r>
          </a:p>
          <a:p>
            <a:pPr lvl="1"/>
            <a:r>
              <a:rPr lang="en-US" altLang="en-IT"/>
              <a:t>Independent of position in source hierarchies</a:t>
            </a:r>
          </a:p>
          <a:p>
            <a:endParaRPr lang="en-US" altLang="en-IT"/>
          </a:p>
          <a:p>
            <a:r>
              <a:rPr lang="en-US" altLang="en-IT"/>
              <a:t>Semantic Relations</a:t>
            </a:r>
          </a:p>
          <a:p>
            <a:pPr lvl="1"/>
            <a:r>
              <a:rPr lang="en-US" altLang="en-IT">
                <a:solidFill>
                  <a:schemeClr val="accent2"/>
                </a:solidFill>
              </a:rPr>
              <a:t>Useful links between </a:t>
            </a:r>
            <a:r>
              <a:rPr lang="en-US" altLang="en-IT"/>
              <a:t>Semantic Types</a:t>
            </a:r>
          </a:p>
          <a:p>
            <a:pPr lvl="1"/>
            <a:r>
              <a:rPr lang="en-US" altLang="en-IT"/>
              <a:t>Relationships may hold at the concept level</a:t>
            </a:r>
          </a:p>
          <a:p>
            <a:pPr lvl="1"/>
            <a:r>
              <a:rPr lang="en-US" altLang="en-IT"/>
              <a:t>Other relationships may apply at the concept level</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BED78-69B8-C0E0-D327-C14C0A823A39}"/>
              </a:ext>
            </a:extLst>
          </p:cNvPr>
          <p:cNvSpPr>
            <a:spLocks noGrp="1"/>
          </p:cNvSpPr>
          <p:nvPr>
            <p:ph type="title"/>
          </p:nvPr>
        </p:nvSpPr>
        <p:spPr/>
        <p:txBody>
          <a:bodyPr/>
          <a:lstStyle/>
          <a:p>
            <a:r>
              <a:rPr lang="en-US">
                <a:solidFill>
                  <a:srgbClr val="0070C0"/>
                </a:solidFill>
              </a:rPr>
              <a:t>Common Biomedical Relation Extraction Tasks</a:t>
            </a:r>
          </a:p>
        </p:txBody>
      </p:sp>
      <p:sp>
        <p:nvSpPr>
          <p:cNvPr id="3" name="Text Placeholder 2">
            <a:extLst>
              <a:ext uri="{FF2B5EF4-FFF2-40B4-BE49-F238E27FC236}">
                <a16:creationId xmlns:a16="http://schemas.microsoft.com/office/drawing/2014/main" id="{751ED6F7-739D-0941-2402-EA1675264709}"/>
              </a:ext>
            </a:extLst>
          </p:cNvPr>
          <p:cNvSpPr>
            <a:spLocks noGrp="1"/>
          </p:cNvSpPr>
          <p:nvPr>
            <p:ph type="body" idx="1"/>
          </p:nvPr>
        </p:nvSpPr>
        <p:spPr/>
        <p:txBody>
          <a:bodyPr/>
          <a:lstStyle/>
          <a:p>
            <a:pPr marL="608965" indent="-456565">
              <a:lnSpc>
                <a:spcPct val="114999"/>
              </a:lnSpc>
            </a:pPr>
            <a:r>
              <a:rPr lang="en-US" dirty="0"/>
              <a:t>Protein-protein interaction</a:t>
            </a:r>
          </a:p>
          <a:p>
            <a:pPr marL="608965" indent="-456565">
              <a:lnSpc>
                <a:spcPct val="114999"/>
              </a:lnSpc>
            </a:pPr>
            <a:r>
              <a:rPr lang="en-US" dirty="0"/>
              <a:t>Chemical-protein interaction</a:t>
            </a:r>
          </a:p>
          <a:p>
            <a:pPr marL="608965" indent="-456565">
              <a:lnSpc>
                <a:spcPct val="114999"/>
              </a:lnSpc>
            </a:pPr>
            <a:r>
              <a:rPr lang="en-US" dirty="0"/>
              <a:t>Gene-disease relations</a:t>
            </a:r>
          </a:p>
          <a:p>
            <a:pPr marL="608965" indent="-456565">
              <a:lnSpc>
                <a:spcPct val="114999"/>
              </a:lnSpc>
            </a:pPr>
            <a:r>
              <a:rPr lang="en-US" dirty="0"/>
              <a:t>Chemical-disease relations</a:t>
            </a:r>
          </a:p>
          <a:p>
            <a:pPr marL="152400" indent="0">
              <a:lnSpc>
                <a:spcPct val="114999"/>
              </a:lnSpc>
              <a:buNone/>
            </a:pPr>
            <a:endParaRPr lang="en-US" dirty="0"/>
          </a:p>
        </p:txBody>
      </p:sp>
    </p:spTree>
    <p:extLst>
      <p:ext uri="{BB962C8B-B14F-4D97-AF65-F5344CB8AC3E}">
        <p14:creationId xmlns:p14="http://schemas.microsoft.com/office/powerpoint/2010/main" val="10987347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88"/>
        <p:cNvGrpSpPr/>
        <p:nvPr/>
      </p:nvGrpSpPr>
      <p:grpSpPr>
        <a:xfrm>
          <a:off x="0" y="0"/>
          <a:ext cx="0" cy="0"/>
          <a:chOff x="0" y="0"/>
          <a:chExt cx="0" cy="0"/>
        </a:xfrm>
      </p:grpSpPr>
      <p:sp>
        <p:nvSpPr>
          <p:cNvPr id="1389" name="Google Shape;1389;p174"/>
          <p:cNvSpPr txBox="1">
            <a:spLocks noGrp="1"/>
          </p:cNvSpPr>
          <p:nvPr>
            <p:ph type="title"/>
          </p:nvPr>
        </p:nvSpPr>
        <p:spPr>
          <a:xfrm>
            <a:off x="143900" y="85367"/>
            <a:ext cx="11887600" cy="763600"/>
          </a:xfrm>
          <a:prstGeom prst="rect">
            <a:avLst/>
          </a:prstGeom>
        </p:spPr>
        <p:txBody>
          <a:bodyPr spcFirstLastPara="1" wrap="square" lIns="121900" tIns="121900" rIns="121900" bIns="121900" anchor="t" anchorCtr="0">
            <a:normAutofit/>
          </a:bodyPr>
          <a:lstStyle/>
          <a:p>
            <a:pPr>
              <a:buSzPct val="39285"/>
            </a:pPr>
            <a:r>
              <a:rPr lang="en" b="1">
                <a:solidFill>
                  <a:srgbClr val="3C78D8"/>
                </a:solidFill>
              </a:rPr>
              <a:t>Chemical-protein interactions (CHEMPROT)</a:t>
            </a:r>
            <a:endParaRPr b="1">
              <a:solidFill>
                <a:srgbClr val="3C78D8"/>
              </a:solidFill>
            </a:endParaRPr>
          </a:p>
          <a:p>
            <a:pPr>
              <a:buSzPct val="39285"/>
            </a:pPr>
            <a:endParaRPr b="1">
              <a:solidFill>
                <a:srgbClr val="3C78D8"/>
              </a:solidFill>
            </a:endParaRPr>
          </a:p>
          <a:p>
            <a:endParaRPr b="1">
              <a:solidFill>
                <a:srgbClr val="3C78D8"/>
              </a:solidFill>
            </a:endParaRPr>
          </a:p>
        </p:txBody>
      </p:sp>
      <p:sp>
        <p:nvSpPr>
          <p:cNvPr id="1390" name="Google Shape;1390;p174"/>
          <p:cNvSpPr txBox="1"/>
          <p:nvPr/>
        </p:nvSpPr>
        <p:spPr>
          <a:xfrm>
            <a:off x="143900" y="1018834"/>
            <a:ext cx="11286000" cy="2339446"/>
          </a:xfrm>
          <a:prstGeom prst="rect">
            <a:avLst/>
          </a:prstGeom>
          <a:noFill/>
          <a:ln>
            <a:noFill/>
          </a:ln>
        </p:spPr>
        <p:txBody>
          <a:bodyPr spcFirstLastPara="1" wrap="square" lIns="121900" tIns="121900" rIns="121900" bIns="121900" anchor="t" anchorCtr="0">
            <a:spAutoFit/>
          </a:bodyPr>
          <a:lstStyle/>
          <a:p>
            <a:r>
              <a:rPr lang="en" sz="2267" b="1" dirty="0">
                <a:solidFill>
                  <a:schemeClr val="dk1"/>
                </a:solidFill>
              </a:rPr>
              <a:t>Aim: </a:t>
            </a:r>
            <a:r>
              <a:rPr lang="en" sz="2267" dirty="0"/>
              <a:t> </a:t>
            </a:r>
            <a:r>
              <a:rPr lang="en" sz="2267" dirty="0">
                <a:solidFill>
                  <a:schemeClr val="dk1"/>
                </a:solidFill>
              </a:rPr>
              <a:t>To automatically detect </a:t>
            </a:r>
            <a:r>
              <a:rPr lang="en" sz="2267" b="1" dirty="0">
                <a:solidFill>
                  <a:schemeClr val="dk1"/>
                </a:solidFill>
              </a:rPr>
              <a:t>relations</a:t>
            </a:r>
            <a:r>
              <a:rPr lang="en" sz="2267" dirty="0">
                <a:solidFill>
                  <a:schemeClr val="dk1"/>
                </a:solidFill>
              </a:rPr>
              <a:t> between </a:t>
            </a:r>
            <a:r>
              <a:rPr lang="en" sz="2267" b="1" dirty="0">
                <a:solidFill>
                  <a:schemeClr val="dk1"/>
                </a:solidFill>
              </a:rPr>
              <a:t>chemical compounds/drug</a:t>
            </a:r>
            <a:r>
              <a:rPr lang="en" sz="2267" dirty="0">
                <a:solidFill>
                  <a:schemeClr val="dk1"/>
                </a:solidFill>
              </a:rPr>
              <a:t> and </a:t>
            </a:r>
            <a:r>
              <a:rPr lang="en" sz="2267" b="1" dirty="0">
                <a:solidFill>
                  <a:schemeClr val="dk1"/>
                </a:solidFill>
              </a:rPr>
              <a:t>genes/proteins</a:t>
            </a:r>
            <a:r>
              <a:rPr lang="en" sz="2267" dirty="0">
                <a:solidFill>
                  <a:schemeClr val="dk1"/>
                </a:solidFill>
              </a:rPr>
              <a:t>. </a:t>
            </a:r>
            <a:endParaRPr sz="2267" dirty="0">
              <a:solidFill>
                <a:schemeClr val="dk1"/>
              </a:solidFill>
            </a:endParaRPr>
          </a:p>
          <a:p>
            <a:endParaRPr sz="2267" dirty="0">
              <a:solidFill>
                <a:schemeClr val="dk1"/>
              </a:solidFill>
            </a:endParaRPr>
          </a:p>
          <a:p>
            <a:endParaRPr sz="2267" dirty="0">
              <a:solidFill>
                <a:schemeClr val="dk1"/>
              </a:solidFill>
            </a:endParaRPr>
          </a:p>
          <a:p>
            <a:endParaRPr sz="2267" dirty="0">
              <a:solidFill>
                <a:schemeClr val="dk1"/>
              </a:solidFill>
            </a:endParaRPr>
          </a:p>
          <a:p>
            <a:endParaRPr sz="2267" b="1" dirty="0">
              <a:solidFill>
                <a:schemeClr val="dk1"/>
              </a:solidFill>
            </a:endParaRPr>
          </a:p>
        </p:txBody>
      </p:sp>
      <p:pic>
        <p:nvPicPr>
          <p:cNvPr id="1391" name="Google Shape;1391;p174"/>
          <p:cNvPicPr preferRelativeResize="0"/>
          <p:nvPr/>
        </p:nvPicPr>
        <p:blipFill>
          <a:blip r:embed="rId3">
            <a:alphaModFix/>
          </a:blip>
          <a:stretch>
            <a:fillRect/>
          </a:stretch>
        </p:blipFill>
        <p:spPr>
          <a:xfrm>
            <a:off x="1231200" y="2294234"/>
            <a:ext cx="10198699" cy="3540780"/>
          </a:xfrm>
          <a:prstGeom prst="rect">
            <a:avLst/>
          </a:prstGeom>
          <a:noFill/>
          <a:ln w="9525" cap="flat" cmpd="sng">
            <a:solidFill>
              <a:srgbClr val="1155CC"/>
            </a:solidFill>
            <a:prstDash val="solid"/>
            <a:round/>
            <a:headEnd type="none" w="sm" len="sm"/>
            <a:tailEnd type="none" w="sm" len="sm"/>
          </a:ln>
        </p:spPr>
      </p:pic>
      <p:sp>
        <p:nvSpPr>
          <p:cNvPr id="2" name="TextBox 1">
            <a:extLst>
              <a:ext uri="{FF2B5EF4-FFF2-40B4-BE49-F238E27FC236}">
                <a16:creationId xmlns:a16="http://schemas.microsoft.com/office/drawing/2014/main" id="{8019AF36-E7C2-4FF4-B174-890C7953CBC5}"/>
              </a:ext>
            </a:extLst>
          </p:cNvPr>
          <p:cNvSpPr txBox="1"/>
          <p:nvPr/>
        </p:nvSpPr>
        <p:spPr>
          <a:xfrm>
            <a:off x="205519" y="5954232"/>
            <a:ext cx="9201943" cy="800219"/>
          </a:xfrm>
          <a:prstGeom prst="rect">
            <a:avLst/>
          </a:prstGeom>
          <a:noFill/>
        </p:spPr>
        <p:txBody>
          <a:bodyPr wrap="none" rtlCol="0">
            <a:spAutoFit/>
          </a:bodyPr>
          <a:lstStyle/>
          <a:p>
            <a:r>
              <a:rPr lang="en-IT" sz="1400" dirty="0"/>
              <a:t>Taboureau O, Nielsen SK, Audouze K, Weinhold N, Edsgärd D, Roque FS, Kouskoumvekaki I, Bora A, Curpan R, </a:t>
            </a:r>
          </a:p>
          <a:p>
            <a:r>
              <a:rPr lang="en-IT" sz="1400" dirty="0"/>
              <a:t>Jensen TS, Brunak S, Oprea TI. </a:t>
            </a:r>
            <a:r>
              <a:rPr lang="en-IT" sz="1400" i="1" dirty="0"/>
              <a:t>ChemProt: a disease chemical biology database. </a:t>
            </a:r>
            <a:r>
              <a:rPr lang="en-IT" sz="1400" dirty="0"/>
              <a:t>Nucleic Acids Res. 2011 </a:t>
            </a:r>
          </a:p>
          <a:p>
            <a:endParaRPr lang="en-IT" dirty="0"/>
          </a:p>
        </p:txBody>
      </p:sp>
    </p:spTree>
    <p:extLst>
      <p:ext uri="{BB962C8B-B14F-4D97-AF65-F5344CB8AC3E}">
        <p14:creationId xmlns:p14="http://schemas.microsoft.com/office/powerpoint/2010/main" val="22969945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95"/>
        <p:cNvGrpSpPr/>
        <p:nvPr/>
      </p:nvGrpSpPr>
      <p:grpSpPr>
        <a:xfrm>
          <a:off x="0" y="0"/>
          <a:ext cx="0" cy="0"/>
          <a:chOff x="0" y="0"/>
          <a:chExt cx="0" cy="0"/>
        </a:xfrm>
      </p:grpSpPr>
      <p:sp>
        <p:nvSpPr>
          <p:cNvPr id="1396" name="Google Shape;1396;p175"/>
          <p:cNvSpPr txBox="1">
            <a:spLocks noGrp="1"/>
          </p:cNvSpPr>
          <p:nvPr>
            <p:ph type="title"/>
          </p:nvPr>
        </p:nvSpPr>
        <p:spPr>
          <a:xfrm>
            <a:off x="143900" y="85367"/>
            <a:ext cx="11887600" cy="763600"/>
          </a:xfrm>
          <a:prstGeom prst="rect">
            <a:avLst/>
          </a:prstGeom>
        </p:spPr>
        <p:txBody>
          <a:bodyPr spcFirstLastPara="1" wrap="square" lIns="121900" tIns="121900" rIns="121900" bIns="121900" anchor="t" anchorCtr="0">
            <a:normAutofit/>
          </a:bodyPr>
          <a:lstStyle/>
          <a:p>
            <a:endParaRPr b="1">
              <a:solidFill>
                <a:srgbClr val="3C78D8"/>
              </a:solidFill>
            </a:endParaRPr>
          </a:p>
          <a:p>
            <a:endParaRPr b="1">
              <a:solidFill>
                <a:srgbClr val="3C78D8"/>
              </a:solidFill>
            </a:endParaRPr>
          </a:p>
        </p:txBody>
      </p:sp>
      <p:pic>
        <p:nvPicPr>
          <p:cNvPr id="1397" name="Google Shape;1397;p175"/>
          <p:cNvPicPr preferRelativeResize="0"/>
          <p:nvPr/>
        </p:nvPicPr>
        <p:blipFill>
          <a:blip r:embed="rId3">
            <a:alphaModFix/>
          </a:blip>
          <a:stretch>
            <a:fillRect/>
          </a:stretch>
        </p:blipFill>
        <p:spPr>
          <a:xfrm>
            <a:off x="1231167" y="85367"/>
            <a:ext cx="9753100" cy="6652035"/>
          </a:xfrm>
          <a:prstGeom prst="rect">
            <a:avLst/>
          </a:prstGeom>
          <a:noFill/>
          <a:ln>
            <a:noFill/>
          </a:ln>
        </p:spPr>
      </p:pic>
    </p:spTree>
    <p:extLst>
      <p:ext uri="{BB962C8B-B14F-4D97-AF65-F5344CB8AC3E}">
        <p14:creationId xmlns:p14="http://schemas.microsoft.com/office/powerpoint/2010/main" val="21034921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A7359-D555-B88C-03FE-7B7BA5EB1F77}"/>
              </a:ext>
            </a:extLst>
          </p:cNvPr>
          <p:cNvSpPr>
            <a:spLocks noGrp="1"/>
          </p:cNvSpPr>
          <p:nvPr>
            <p:ph type="title"/>
          </p:nvPr>
        </p:nvSpPr>
        <p:spPr>
          <a:xfrm>
            <a:off x="415600" y="299453"/>
            <a:ext cx="11360800" cy="763600"/>
          </a:xfrm>
        </p:spPr>
        <p:txBody>
          <a:bodyPr/>
          <a:lstStyle/>
          <a:p>
            <a:r>
              <a:rPr lang="en-US">
                <a:solidFill>
                  <a:srgbClr val="0070C0"/>
                </a:solidFill>
              </a:rPr>
              <a:t>Medical Relation Extraction</a:t>
            </a:r>
          </a:p>
        </p:txBody>
      </p:sp>
      <p:sp>
        <p:nvSpPr>
          <p:cNvPr id="3" name="Text Placeholder 2">
            <a:extLst>
              <a:ext uri="{FF2B5EF4-FFF2-40B4-BE49-F238E27FC236}">
                <a16:creationId xmlns:a16="http://schemas.microsoft.com/office/drawing/2014/main" id="{6DAE5CD3-2972-862C-A834-7469073B3673}"/>
              </a:ext>
            </a:extLst>
          </p:cNvPr>
          <p:cNvSpPr>
            <a:spLocks noGrp="1"/>
          </p:cNvSpPr>
          <p:nvPr>
            <p:ph type="body" idx="1"/>
          </p:nvPr>
        </p:nvSpPr>
        <p:spPr>
          <a:xfrm>
            <a:off x="415600" y="1133862"/>
            <a:ext cx="11360800" cy="4957971"/>
          </a:xfrm>
        </p:spPr>
        <p:txBody>
          <a:bodyPr>
            <a:normAutofit/>
          </a:bodyPr>
          <a:lstStyle/>
          <a:p>
            <a:pPr marL="608965" indent="-456565">
              <a:lnSpc>
                <a:spcPct val="114999"/>
              </a:lnSpc>
            </a:pPr>
            <a:r>
              <a:rPr lang="en-US" dirty="0"/>
              <a:t>Medical problem - treatment relations:</a:t>
            </a:r>
          </a:p>
          <a:p>
            <a:pPr marL="1218565" lvl="1" indent="-422910">
              <a:lnSpc>
                <a:spcPct val="114999"/>
              </a:lnSpc>
            </a:pPr>
            <a:r>
              <a:rPr lang="en-US" sz="1850" dirty="0"/>
              <a:t>Treatment improves medical problem </a:t>
            </a:r>
          </a:p>
          <a:p>
            <a:pPr marL="1828165" lvl="2" indent="-422910">
              <a:lnSpc>
                <a:spcPct val="114999"/>
              </a:lnSpc>
            </a:pPr>
            <a:r>
              <a:rPr lang="en-US" sz="1900" i="1" dirty="0">
                <a:solidFill>
                  <a:srgbClr val="0070C0"/>
                </a:solidFill>
              </a:rPr>
              <a:t>hypertension</a:t>
            </a:r>
            <a:r>
              <a:rPr lang="en-US" sz="1900" dirty="0"/>
              <a:t> was controlled on </a:t>
            </a:r>
            <a:r>
              <a:rPr lang="en-US" sz="1900" i="1" dirty="0">
                <a:solidFill>
                  <a:srgbClr val="0070C0"/>
                </a:solidFill>
              </a:rPr>
              <a:t>hydrochlorothiazide</a:t>
            </a:r>
            <a:r>
              <a:rPr lang="en-US" sz="1900" dirty="0"/>
              <a:t>.</a:t>
            </a:r>
            <a:endParaRPr lang="en-US" sz="1850" dirty="0"/>
          </a:p>
          <a:p>
            <a:pPr marL="1218565" lvl="1" indent="-422910">
              <a:lnSpc>
                <a:spcPct val="114999"/>
              </a:lnSpc>
            </a:pPr>
            <a:r>
              <a:rPr lang="en-US" sz="1850" dirty="0"/>
              <a:t>Treatment worsens medical problem </a:t>
            </a:r>
            <a:endParaRPr lang="en-US" sz="1850" dirty="0">
              <a:solidFill>
                <a:srgbClr val="595959"/>
              </a:solidFill>
            </a:endParaRPr>
          </a:p>
          <a:p>
            <a:pPr marL="1828165" lvl="2" indent="-422910">
              <a:lnSpc>
                <a:spcPct val="114999"/>
              </a:lnSpc>
            </a:pPr>
            <a:r>
              <a:rPr lang="en-US" sz="1850" i="1" dirty="0">
                <a:solidFill>
                  <a:srgbClr val="0070C0"/>
                </a:solidFill>
              </a:rPr>
              <a:t>tumor</a:t>
            </a:r>
            <a:r>
              <a:rPr lang="en-US" sz="1850" dirty="0"/>
              <a:t> was growing despite the available </a:t>
            </a:r>
            <a:r>
              <a:rPr lang="en-US" sz="1850" i="1" dirty="0">
                <a:solidFill>
                  <a:srgbClr val="0070C0"/>
                </a:solidFill>
              </a:rPr>
              <a:t>chemotherapeutic regimen</a:t>
            </a:r>
          </a:p>
          <a:p>
            <a:pPr marL="1218565" lvl="1" indent="-422910">
              <a:lnSpc>
                <a:spcPct val="114999"/>
              </a:lnSpc>
            </a:pPr>
            <a:r>
              <a:rPr lang="en-US" sz="1850" dirty="0"/>
              <a:t>Treatment causes medical problem</a:t>
            </a:r>
          </a:p>
          <a:p>
            <a:pPr marL="1828165" lvl="2" indent="-422910">
              <a:lnSpc>
                <a:spcPct val="114999"/>
              </a:lnSpc>
            </a:pPr>
            <a:r>
              <a:rPr lang="en-US" sz="1850" i="1" dirty="0">
                <a:solidFill>
                  <a:srgbClr val="0070C0"/>
                </a:solidFill>
              </a:rPr>
              <a:t>Bactrim</a:t>
            </a:r>
            <a:r>
              <a:rPr lang="en-US" sz="1850" dirty="0"/>
              <a:t> could be a cause of these </a:t>
            </a:r>
            <a:r>
              <a:rPr lang="en-US" sz="1850" i="1" dirty="0">
                <a:solidFill>
                  <a:srgbClr val="0070C0"/>
                </a:solidFill>
              </a:rPr>
              <a:t>abnormalities</a:t>
            </a:r>
          </a:p>
          <a:p>
            <a:pPr marL="1218565" lvl="1" indent="-422910">
              <a:lnSpc>
                <a:spcPct val="114999"/>
              </a:lnSpc>
            </a:pPr>
            <a:r>
              <a:rPr lang="en-US" sz="1850" dirty="0"/>
              <a:t>Treatment is administered for medical problem</a:t>
            </a:r>
          </a:p>
          <a:p>
            <a:pPr marL="1828165" lvl="2" indent="-422910">
              <a:lnSpc>
                <a:spcPct val="114999"/>
              </a:lnSpc>
            </a:pPr>
            <a:r>
              <a:rPr lang="en-US" sz="1850" i="1" dirty="0">
                <a:solidFill>
                  <a:srgbClr val="0070C0"/>
                </a:solidFill>
              </a:rPr>
              <a:t>Lasix</a:t>
            </a:r>
            <a:r>
              <a:rPr lang="en-US" sz="1850" dirty="0"/>
              <a:t> periodically to prevent him from going into </a:t>
            </a:r>
            <a:r>
              <a:rPr lang="en-US" sz="1850" i="1" dirty="0">
                <a:solidFill>
                  <a:srgbClr val="0070C0"/>
                </a:solidFill>
              </a:rPr>
              <a:t>congestive heart failure</a:t>
            </a:r>
          </a:p>
          <a:p>
            <a:pPr marL="1218565" lvl="1" indent="-422910">
              <a:lnSpc>
                <a:spcPct val="114999"/>
              </a:lnSpc>
            </a:pPr>
            <a:r>
              <a:rPr lang="en-US" sz="1850" dirty="0"/>
              <a:t>Treatment is not administered because of medical problem</a:t>
            </a:r>
            <a:endParaRPr lang="en-US" sz="1850" dirty="0">
              <a:solidFill>
                <a:srgbClr val="595959"/>
              </a:solidFill>
            </a:endParaRPr>
          </a:p>
          <a:p>
            <a:pPr marL="1828165" lvl="2" indent="-422910">
              <a:lnSpc>
                <a:spcPct val="114999"/>
              </a:lnSpc>
            </a:pPr>
            <a:r>
              <a:rPr lang="en-US" sz="1850" i="1" dirty="0">
                <a:solidFill>
                  <a:srgbClr val="0070C0"/>
                </a:solidFill>
              </a:rPr>
              <a:t>Relafen</a:t>
            </a:r>
            <a:r>
              <a:rPr lang="en-US" sz="1850" dirty="0"/>
              <a:t> which is contraindicated because of </a:t>
            </a:r>
            <a:r>
              <a:rPr lang="en-US" sz="1850" i="1" dirty="0">
                <a:solidFill>
                  <a:srgbClr val="0070C0"/>
                </a:solidFill>
              </a:rPr>
              <a:t>ulcers</a:t>
            </a:r>
          </a:p>
          <a:p>
            <a:pPr marL="795655" lvl="1" indent="0">
              <a:lnSpc>
                <a:spcPct val="114999"/>
              </a:lnSpc>
              <a:buNone/>
            </a:pPr>
            <a:endParaRPr lang="en-US" sz="1850" dirty="0"/>
          </a:p>
          <a:p>
            <a:pPr marL="608965" indent="-456565">
              <a:lnSpc>
                <a:spcPct val="114999"/>
              </a:lnSpc>
            </a:pPr>
            <a:r>
              <a:rPr lang="en-US" dirty="0"/>
              <a:t>Medical problem - test relations</a:t>
            </a:r>
          </a:p>
          <a:p>
            <a:pPr marL="608965" indent="-456565">
              <a:lnSpc>
                <a:spcPct val="114999"/>
              </a:lnSpc>
            </a:pPr>
            <a:r>
              <a:rPr lang="en-US" dirty="0"/>
              <a:t>Medical problem - medical problem relations</a:t>
            </a:r>
          </a:p>
          <a:p>
            <a:pPr marL="1405255" lvl="2" indent="0">
              <a:lnSpc>
                <a:spcPct val="114999"/>
              </a:lnSpc>
              <a:buNone/>
            </a:pPr>
            <a:endParaRPr lang="en-US" sz="1850" dirty="0"/>
          </a:p>
          <a:p>
            <a:pPr marL="1405255" lvl="2" indent="0">
              <a:lnSpc>
                <a:spcPct val="114999"/>
              </a:lnSpc>
              <a:buNone/>
            </a:pPr>
            <a:endParaRPr lang="en-US" sz="1850" dirty="0"/>
          </a:p>
        </p:txBody>
      </p:sp>
    </p:spTree>
    <p:extLst>
      <p:ext uri="{BB962C8B-B14F-4D97-AF65-F5344CB8AC3E}">
        <p14:creationId xmlns:p14="http://schemas.microsoft.com/office/powerpoint/2010/main" val="5108728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301F9-BAF9-607B-D56C-2A8BA96354C8}"/>
              </a:ext>
            </a:extLst>
          </p:cNvPr>
          <p:cNvSpPr>
            <a:spLocks noGrp="1"/>
          </p:cNvSpPr>
          <p:nvPr>
            <p:ph type="title"/>
          </p:nvPr>
        </p:nvSpPr>
        <p:spPr/>
        <p:txBody>
          <a:bodyPr/>
          <a:lstStyle/>
          <a:p>
            <a:r>
              <a:rPr lang="en-US" b="1">
                <a:solidFill>
                  <a:srgbClr val="0070C0"/>
                </a:solidFill>
              </a:rPr>
              <a:t>Existing Work on Biomedical Relation Extraction</a:t>
            </a:r>
          </a:p>
        </p:txBody>
      </p:sp>
      <p:sp>
        <p:nvSpPr>
          <p:cNvPr id="3" name="Text Placeholder 2">
            <a:extLst>
              <a:ext uri="{FF2B5EF4-FFF2-40B4-BE49-F238E27FC236}">
                <a16:creationId xmlns:a16="http://schemas.microsoft.com/office/drawing/2014/main" id="{139A8E39-BDD1-D9FC-4C2D-B4BAE6B87007}"/>
              </a:ext>
            </a:extLst>
          </p:cNvPr>
          <p:cNvSpPr>
            <a:spLocks noGrp="1"/>
          </p:cNvSpPr>
          <p:nvPr>
            <p:ph type="body" idx="1"/>
          </p:nvPr>
        </p:nvSpPr>
        <p:spPr/>
        <p:txBody>
          <a:bodyPr>
            <a:normAutofit/>
          </a:bodyPr>
          <a:lstStyle/>
          <a:p>
            <a:pPr marL="608965" indent="-456565">
              <a:lnSpc>
                <a:spcPct val="114999"/>
              </a:lnSpc>
            </a:pPr>
            <a:r>
              <a:rPr lang="en-US" sz="2000" b="1">
                <a:solidFill>
                  <a:srgbClr val="0070C0"/>
                </a:solidFill>
              </a:rPr>
              <a:t>Rule-based</a:t>
            </a:r>
          </a:p>
        </p:txBody>
      </p:sp>
      <p:pic>
        <p:nvPicPr>
          <p:cNvPr id="5" name="Picture 5" descr="A picture containing text, diagram, number, font&#10;&#10;Description automatically generated">
            <a:extLst>
              <a:ext uri="{FF2B5EF4-FFF2-40B4-BE49-F238E27FC236}">
                <a16:creationId xmlns:a16="http://schemas.microsoft.com/office/drawing/2014/main" id="{DF1CBED1-D97C-1B59-4487-0FE84F594FB8}"/>
              </a:ext>
            </a:extLst>
          </p:cNvPr>
          <p:cNvPicPr>
            <a:picLocks noChangeAspect="1"/>
          </p:cNvPicPr>
          <p:nvPr/>
        </p:nvPicPr>
        <p:blipFill>
          <a:blip r:embed="rId2"/>
          <a:stretch>
            <a:fillRect/>
          </a:stretch>
        </p:blipFill>
        <p:spPr>
          <a:xfrm>
            <a:off x="718458" y="2063859"/>
            <a:ext cx="6585856" cy="4199852"/>
          </a:xfrm>
          <a:prstGeom prst="rect">
            <a:avLst/>
          </a:prstGeom>
          <a:ln>
            <a:solidFill>
              <a:schemeClr val="tx1"/>
            </a:solidFill>
          </a:ln>
        </p:spPr>
      </p:pic>
      <p:sp>
        <p:nvSpPr>
          <p:cNvPr id="6" name="TextBox 5">
            <a:extLst>
              <a:ext uri="{FF2B5EF4-FFF2-40B4-BE49-F238E27FC236}">
                <a16:creationId xmlns:a16="http://schemas.microsoft.com/office/drawing/2014/main" id="{88771CEB-E697-DD6A-005A-C91DBE573507}"/>
              </a:ext>
            </a:extLst>
          </p:cNvPr>
          <p:cNvSpPr txBox="1"/>
          <p:nvPr/>
        </p:nvSpPr>
        <p:spPr>
          <a:xfrm>
            <a:off x="7532914" y="2318656"/>
            <a:ext cx="4451202" cy="1200329"/>
          </a:xfrm>
          <a:prstGeom prst="rect">
            <a:avLst/>
          </a:prstGeom>
          <a:solidFill>
            <a:schemeClr val="accent6">
              <a:lumMod val="20000"/>
              <a:lumOff val="80000"/>
            </a:schemeClr>
          </a:solid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Rule 1: Pi - REL – Pj</a:t>
            </a:r>
          </a:p>
          <a:p>
            <a:r>
              <a:rPr lang="en-US" dirty="0">
                <a:ea typeface="+mn-lt"/>
                <a:cs typeface="+mn-lt"/>
              </a:rPr>
              <a:t>Rule 2: REL - of - Pi - PREP – Pj</a:t>
            </a:r>
          </a:p>
          <a:p>
            <a:r>
              <a:rPr lang="en-US" dirty="0">
                <a:ea typeface="+mn-lt"/>
                <a:cs typeface="+mn-lt"/>
              </a:rPr>
              <a:t>Rule 3: REL - {between, of} - Pi - and – Pj</a:t>
            </a:r>
          </a:p>
          <a:p>
            <a:endParaRPr lang="en-US" dirty="0">
              <a:cs typeface="Arial"/>
            </a:endParaRPr>
          </a:p>
        </p:txBody>
      </p:sp>
      <p:sp>
        <p:nvSpPr>
          <p:cNvPr id="7" name="TextBox 6">
            <a:extLst>
              <a:ext uri="{FF2B5EF4-FFF2-40B4-BE49-F238E27FC236}">
                <a16:creationId xmlns:a16="http://schemas.microsoft.com/office/drawing/2014/main" id="{69472C91-7FAC-13B3-48D8-A5D2A1748875}"/>
              </a:ext>
            </a:extLst>
          </p:cNvPr>
          <p:cNvSpPr txBox="1"/>
          <p:nvPr/>
        </p:nvSpPr>
        <p:spPr>
          <a:xfrm>
            <a:off x="7413171" y="4691742"/>
            <a:ext cx="452845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Arial"/>
              </a:rPr>
              <a:t>Not realistic!</a:t>
            </a:r>
          </a:p>
          <a:p>
            <a:r>
              <a:rPr lang="en-US" dirty="0">
                <a:ea typeface="+mn-lt"/>
                <a:cs typeface="+mn-lt"/>
              </a:rPr>
              <a:t>Long-distance relations in complex sentences are typically prone to parsing errors. </a:t>
            </a:r>
            <a:endParaRPr lang="en-US" dirty="0">
              <a:cs typeface="Arial"/>
            </a:endParaRPr>
          </a:p>
        </p:txBody>
      </p:sp>
      <p:sp>
        <p:nvSpPr>
          <p:cNvPr id="8" name="TextBox 7">
            <a:extLst>
              <a:ext uri="{FF2B5EF4-FFF2-40B4-BE49-F238E27FC236}">
                <a16:creationId xmlns:a16="http://schemas.microsoft.com/office/drawing/2014/main" id="{1D980974-AF81-FA0B-D521-BA809BBB8B05}"/>
              </a:ext>
            </a:extLst>
          </p:cNvPr>
          <p:cNvSpPr txBox="1"/>
          <p:nvPr/>
        </p:nvSpPr>
        <p:spPr>
          <a:xfrm>
            <a:off x="1502228" y="6433457"/>
            <a:ext cx="1002574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cs typeface="Arial"/>
              </a:rPr>
              <a:t>Ref: </a:t>
            </a:r>
            <a:r>
              <a:rPr lang="en-US" sz="1000">
                <a:ea typeface="+mn-lt"/>
                <a:cs typeface="+mn-lt"/>
              </a:rPr>
              <a:t>Lee, J., Kim, S., Lee, S., Lee, K., &amp; Kang, J. (2013, April). On the efficacy of per-relation basis performance evaluation for PPI extraction and a high-precision rule-based approach. In BMC medical informatics and decision making (Vol. 13, No. 1, pp. 1-12). BioMed Central.</a:t>
            </a:r>
            <a:endParaRPr lang="en-US" sz="1000">
              <a:cs typeface="Arial"/>
            </a:endParaRPr>
          </a:p>
        </p:txBody>
      </p:sp>
    </p:spTree>
    <p:extLst>
      <p:ext uri="{BB962C8B-B14F-4D97-AF65-F5344CB8AC3E}">
        <p14:creationId xmlns:p14="http://schemas.microsoft.com/office/powerpoint/2010/main" val="17693835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D0AB7-5610-9A05-CAA6-B859AE53ABF8}"/>
              </a:ext>
            </a:extLst>
          </p:cNvPr>
          <p:cNvSpPr>
            <a:spLocks noGrp="1"/>
          </p:cNvSpPr>
          <p:nvPr>
            <p:ph type="title"/>
          </p:nvPr>
        </p:nvSpPr>
        <p:spPr>
          <a:xfrm>
            <a:off x="415600" y="255910"/>
            <a:ext cx="11360800" cy="763600"/>
          </a:xfrm>
        </p:spPr>
        <p:txBody>
          <a:bodyPr>
            <a:normAutofit fontScale="90000"/>
          </a:bodyPr>
          <a:lstStyle/>
          <a:p>
            <a:r>
              <a:rPr lang="en-US" b="1">
                <a:solidFill>
                  <a:srgbClr val="0070C0"/>
                </a:solidFill>
              </a:rPr>
              <a:t>Existing Work on Biomedical Relation Extraction- Supervised Learning</a:t>
            </a:r>
            <a:endParaRPr lang="en-US">
              <a:solidFill>
                <a:srgbClr val="0070C0"/>
              </a:solidFill>
            </a:endParaRPr>
          </a:p>
          <a:p>
            <a:endParaRPr lang="en-US"/>
          </a:p>
        </p:txBody>
      </p:sp>
      <p:sp>
        <p:nvSpPr>
          <p:cNvPr id="3" name="Text Placeholder 2">
            <a:extLst>
              <a:ext uri="{FF2B5EF4-FFF2-40B4-BE49-F238E27FC236}">
                <a16:creationId xmlns:a16="http://schemas.microsoft.com/office/drawing/2014/main" id="{6FC26871-46CF-BA3B-74DA-98E86D2B4305}"/>
              </a:ext>
            </a:extLst>
          </p:cNvPr>
          <p:cNvSpPr>
            <a:spLocks noGrp="1"/>
          </p:cNvSpPr>
          <p:nvPr>
            <p:ph type="body" idx="1"/>
          </p:nvPr>
        </p:nvSpPr>
        <p:spPr>
          <a:xfrm>
            <a:off x="415600" y="1188291"/>
            <a:ext cx="11360800" cy="4903542"/>
          </a:xfrm>
        </p:spPr>
        <p:txBody>
          <a:bodyPr/>
          <a:lstStyle/>
          <a:p>
            <a:pPr marL="152400" indent="0">
              <a:buNone/>
            </a:pPr>
            <a:endParaRPr lang="en-US"/>
          </a:p>
        </p:txBody>
      </p:sp>
      <p:pic>
        <p:nvPicPr>
          <p:cNvPr id="4" name="Picture 4" descr="A picture containing text, screenshot, font, line&#10;&#10;Description automatically generated">
            <a:extLst>
              <a:ext uri="{FF2B5EF4-FFF2-40B4-BE49-F238E27FC236}">
                <a16:creationId xmlns:a16="http://schemas.microsoft.com/office/drawing/2014/main" id="{8140E1B0-EB3A-5E0C-F4E4-356DBDD5192D}"/>
              </a:ext>
            </a:extLst>
          </p:cNvPr>
          <p:cNvPicPr>
            <a:picLocks noChangeAspect="1"/>
          </p:cNvPicPr>
          <p:nvPr/>
        </p:nvPicPr>
        <p:blipFill>
          <a:blip r:embed="rId2"/>
          <a:stretch>
            <a:fillRect/>
          </a:stretch>
        </p:blipFill>
        <p:spPr>
          <a:xfrm>
            <a:off x="413657" y="1236306"/>
            <a:ext cx="6934199" cy="3988058"/>
          </a:xfrm>
          <a:prstGeom prst="rect">
            <a:avLst/>
          </a:prstGeom>
          <a:ln>
            <a:solidFill>
              <a:schemeClr val="accent1">
                <a:lumMod val="75000"/>
              </a:schemeClr>
            </a:solidFill>
          </a:ln>
        </p:spPr>
      </p:pic>
      <p:sp>
        <p:nvSpPr>
          <p:cNvPr id="5" name="TextBox 4">
            <a:extLst>
              <a:ext uri="{FF2B5EF4-FFF2-40B4-BE49-F238E27FC236}">
                <a16:creationId xmlns:a16="http://schemas.microsoft.com/office/drawing/2014/main" id="{EFB02E97-48C6-E7EE-090E-7E7C27FB6BE3}"/>
              </a:ext>
            </a:extLst>
          </p:cNvPr>
          <p:cNvSpPr txBox="1"/>
          <p:nvPr/>
        </p:nvSpPr>
        <p:spPr>
          <a:xfrm>
            <a:off x="7707085" y="1556657"/>
            <a:ext cx="390797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Idea: label examples, train a classifier (SVM, Naïve bayes, CRF)</a:t>
            </a:r>
            <a:endParaRPr lang="en-US"/>
          </a:p>
        </p:txBody>
      </p:sp>
      <p:sp>
        <p:nvSpPr>
          <p:cNvPr id="6" name="TextBox 5">
            <a:extLst>
              <a:ext uri="{FF2B5EF4-FFF2-40B4-BE49-F238E27FC236}">
                <a16:creationId xmlns:a16="http://schemas.microsoft.com/office/drawing/2014/main" id="{FBD5C39F-8787-652D-F719-60FF86BEE314}"/>
              </a:ext>
            </a:extLst>
          </p:cNvPr>
          <p:cNvSpPr txBox="1"/>
          <p:nvPr/>
        </p:nvSpPr>
        <p:spPr>
          <a:xfrm>
            <a:off x="7761514" y="2852056"/>
            <a:ext cx="3755571"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Success! Better generalizability Problem: require feature engineering:-(</a:t>
            </a:r>
            <a:endParaRPr lang="en-US"/>
          </a:p>
        </p:txBody>
      </p:sp>
    </p:spTree>
    <p:extLst>
      <p:ext uri="{BB962C8B-B14F-4D97-AF65-F5344CB8AC3E}">
        <p14:creationId xmlns:p14="http://schemas.microsoft.com/office/powerpoint/2010/main" val="7099338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453F0-4156-26BA-B85D-A5DD31A74A29}"/>
              </a:ext>
            </a:extLst>
          </p:cNvPr>
          <p:cNvSpPr>
            <a:spLocks noGrp="1"/>
          </p:cNvSpPr>
          <p:nvPr>
            <p:ph type="title"/>
          </p:nvPr>
        </p:nvSpPr>
        <p:spPr/>
        <p:txBody>
          <a:bodyPr/>
          <a:lstStyle/>
          <a:p>
            <a:r>
              <a:rPr lang="en-US"/>
              <a:t>Features</a:t>
            </a:r>
          </a:p>
        </p:txBody>
      </p:sp>
      <p:sp>
        <p:nvSpPr>
          <p:cNvPr id="3" name="Text Placeholder 2">
            <a:extLst>
              <a:ext uri="{FF2B5EF4-FFF2-40B4-BE49-F238E27FC236}">
                <a16:creationId xmlns:a16="http://schemas.microsoft.com/office/drawing/2014/main" id="{D97AA67C-48DF-C426-FE09-0C9495B742B7}"/>
              </a:ext>
            </a:extLst>
          </p:cNvPr>
          <p:cNvSpPr>
            <a:spLocks noGrp="1"/>
          </p:cNvSpPr>
          <p:nvPr>
            <p:ph type="body" idx="1"/>
          </p:nvPr>
        </p:nvSpPr>
        <p:spPr/>
        <p:txBody>
          <a:bodyPr/>
          <a:lstStyle/>
          <a:p>
            <a:pPr marL="608965" indent="-456565"/>
            <a:r>
              <a:rPr lang="en-US" b="1">
                <a:solidFill>
                  <a:srgbClr val="0070C0"/>
                </a:solidFill>
              </a:rPr>
              <a:t>Semantic features</a:t>
            </a:r>
          </a:p>
          <a:p>
            <a:pPr marL="1218565" lvl="1" indent="-422910">
              <a:lnSpc>
                <a:spcPct val="114999"/>
              </a:lnSpc>
              <a:buSzPts val="1800"/>
            </a:pPr>
            <a:r>
              <a:rPr lang="en-US" sz="1850">
                <a:solidFill>
                  <a:schemeClr val="tx1"/>
                </a:solidFill>
              </a:rPr>
              <a:t>path between the two entities in the dependency parse</a:t>
            </a:r>
            <a:br>
              <a:rPr lang="en-US" sz="1850">
                <a:solidFill>
                  <a:schemeClr val="tx1"/>
                </a:solidFill>
              </a:rPr>
            </a:br>
            <a:endParaRPr lang="en-US" sz="1850">
              <a:solidFill>
                <a:schemeClr val="tx1"/>
              </a:solidFill>
            </a:endParaRPr>
          </a:p>
          <a:p>
            <a:pPr marL="608965" indent="-456565">
              <a:lnSpc>
                <a:spcPct val="114999"/>
              </a:lnSpc>
            </a:pPr>
            <a:r>
              <a:rPr lang="en-US" b="1">
                <a:solidFill>
                  <a:srgbClr val="0070C0"/>
                </a:solidFill>
              </a:rPr>
              <a:t>Syntactic features </a:t>
            </a:r>
          </a:p>
          <a:p>
            <a:pPr marL="1218565" lvl="1" indent="-422910">
              <a:lnSpc>
                <a:spcPct val="114999"/>
              </a:lnSpc>
            </a:pPr>
            <a:r>
              <a:rPr lang="en-US" sz="1850">
                <a:solidFill>
                  <a:schemeClr val="tx1"/>
                </a:solidFill>
              </a:rPr>
              <a:t>the entities themselves</a:t>
            </a:r>
          </a:p>
          <a:p>
            <a:pPr marL="1218565" lvl="1" indent="-422910">
              <a:lnSpc>
                <a:spcPct val="114999"/>
              </a:lnSpc>
            </a:pPr>
            <a:r>
              <a:rPr lang="en-US" sz="1850">
                <a:solidFill>
                  <a:schemeClr val="tx1"/>
                </a:solidFill>
              </a:rPr>
              <a:t>the types of the two entities</a:t>
            </a:r>
          </a:p>
          <a:p>
            <a:pPr marL="1218565" lvl="1" indent="-422910">
              <a:lnSpc>
                <a:spcPct val="114999"/>
              </a:lnSpc>
            </a:pPr>
            <a:r>
              <a:rPr lang="en-US" sz="1850">
                <a:solidFill>
                  <a:schemeClr val="tx1"/>
                </a:solidFill>
              </a:rPr>
              <a:t>word sequence between the entities</a:t>
            </a:r>
          </a:p>
          <a:p>
            <a:pPr marL="1218565" lvl="1" indent="-422910">
              <a:lnSpc>
                <a:spcPct val="114999"/>
              </a:lnSpc>
            </a:pPr>
            <a:r>
              <a:rPr lang="en-US" sz="1850">
                <a:solidFill>
                  <a:schemeClr val="tx1"/>
                </a:solidFill>
              </a:rPr>
              <a:t>number of words between the entities </a:t>
            </a:r>
          </a:p>
          <a:p>
            <a:pPr marL="1218565" lvl="1" indent="-422910">
              <a:lnSpc>
                <a:spcPct val="114999"/>
              </a:lnSpc>
            </a:pPr>
            <a:r>
              <a:rPr lang="en-US" sz="1850">
                <a:solidFill>
                  <a:schemeClr val="tx1"/>
                </a:solidFill>
              </a:rPr>
              <a:t>path in the parse tree containing the two entities</a:t>
            </a:r>
          </a:p>
        </p:txBody>
      </p:sp>
    </p:spTree>
    <p:extLst>
      <p:ext uri="{BB962C8B-B14F-4D97-AF65-F5344CB8AC3E}">
        <p14:creationId xmlns:p14="http://schemas.microsoft.com/office/powerpoint/2010/main" val="2873263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D0AB7-5610-9A05-CAA6-B859AE53ABF8}"/>
              </a:ext>
            </a:extLst>
          </p:cNvPr>
          <p:cNvSpPr>
            <a:spLocks noGrp="1"/>
          </p:cNvSpPr>
          <p:nvPr>
            <p:ph type="title"/>
          </p:nvPr>
        </p:nvSpPr>
        <p:spPr>
          <a:xfrm>
            <a:off x="415600" y="255910"/>
            <a:ext cx="11360800" cy="763600"/>
          </a:xfrm>
        </p:spPr>
        <p:txBody>
          <a:bodyPr/>
          <a:lstStyle/>
          <a:p>
            <a:r>
              <a:rPr lang="en-US" b="1">
                <a:solidFill>
                  <a:srgbClr val="0070C0"/>
                </a:solidFill>
              </a:rPr>
              <a:t>Existing Work on Biomedical Relation Extraction</a:t>
            </a:r>
            <a:endParaRPr lang="en-US">
              <a:solidFill>
                <a:srgbClr val="0070C0"/>
              </a:solidFill>
            </a:endParaRPr>
          </a:p>
          <a:p>
            <a:endParaRPr lang="en-US"/>
          </a:p>
        </p:txBody>
      </p:sp>
      <p:sp>
        <p:nvSpPr>
          <p:cNvPr id="3" name="Text Placeholder 2">
            <a:extLst>
              <a:ext uri="{FF2B5EF4-FFF2-40B4-BE49-F238E27FC236}">
                <a16:creationId xmlns:a16="http://schemas.microsoft.com/office/drawing/2014/main" id="{6FC26871-46CF-BA3B-74DA-98E86D2B4305}"/>
              </a:ext>
            </a:extLst>
          </p:cNvPr>
          <p:cNvSpPr>
            <a:spLocks noGrp="1"/>
          </p:cNvSpPr>
          <p:nvPr>
            <p:ph type="body" idx="1"/>
          </p:nvPr>
        </p:nvSpPr>
        <p:spPr>
          <a:xfrm>
            <a:off x="415600" y="1188291"/>
            <a:ext cx="11360800" cy="4903542"/>
          </a:xfrm>
        </p:spPr>
        <p:txBody>
          <a:bodyPr/>
          <a:lstStyle/>
          <a:p>
            <a:pPr marL="152400" indent="0">
              <a:buNone/>
            </a:pPr>
            <a:endParaRPr lang="en-US"/>
          </a:p>
        </p:txBody>
      </p:sp>
      <p:sp>
        <p:nvSpPr>
          <p:cNvPr id="5" name="TextBox 4">
            <a:extLst>
              <a:ext uri="{FF2B5EF4-FFF2-40B4-BE49-F238E27FC236}">
                <a16:creationId xmlns:a16="http://schemas.microsoft.com/office/drawing/2014/main" id="{EFB02E97-48C6-E7EE-090E-7E7C27FB6BE3}"/>
              </a:ext>
            </a:extLst>
          </p:cNvPr>
          <p:cNvSpPr txBox="1"/>
          <p:nvPr/>
        </p:nvSpPr>
        <p:spPr>
          <a:xfrm>
            <a:off x="7707085" y="1556657"/>
            <a:ext cx="390797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Idea: label examples, train a deep learning model (LSTM, RNN, GRU)</a:t>
            </a:r>
            <a:endParaRPr lang="en-US"/>
          </a:p>
        </p:txBody>
      </p:sp>
      <p:sp>
        <p:nvSpPr>
          <p:cNvPr id="6" name="TextBox 5">
            <a:extLst>
              <a:ext uri="{FF2B5EF4-FFF2-40B4-BE49-F238E27FC236}">
                <a16:creationId xmlns:a16="http://schemas.microsoft.com/office/drawing/2014/main" id="{FBD5C39F-8787-652D-F719-60FF86BEE314}"/>
              </a:ext>
            </a:extLst>
          </p:cNvPr>
          <p:cNvSpPr txBox="1"/>
          <p:nvPr/>
        </p:nvSpPr>
        <p:spPr>
          <a:xfrm>
            <a:off x="7761514" y="2852056"/>
            <a:ext cx="3755571" cy="1200329"/>
          </a:xfrm>
          <a:prstGeom prst="rect">
            <a:avLst/>
          </a:prstGeom>
          <a:solidFill>
            <a:schemeClr val="accent2">
              <a:lumMod val="10000"/>
              <a:lumOff val="90000"/>
            </a:schemeClr>
          </a:solidFill>
          <a:ln>
            <a:solidFill>
              <a:schemeClr val="accent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Success! Much better generalizability </a:t>
            </a:r>
          </a:p>
          <a:p>
            <a:endParaRPr lang="en-US">
              <a:ea typeface="+mn-lt"/>
              <a:cs typeface="+mn-lt"/>
            </a:endParaRPr>
          </a:p>
          <a:p>
            <a:r>
              <a:rPr lang="en-US">
                <a:ea typeface="+mn-lt"/>
                <a:cs typeface="+mn-lt"/>
              </a:rPr>
              <a:t>Problem: require labelled data:-(</a:t>
            </a:r>
            <a:endParaRPr lang="en-US">
              <a:cs typeface="Arial"/>
            </a:endParaRPr>
          </a:p>
        </p:txBody>
      </p:sp>
      <p:pic>
        <p:nvPicPr>
          <p:cNvPr id="7" name="Picture 7" descr="A picture containing text, screenshot, diagram, font&#10;&#10;Description automatically generated">
            <a:extLst>
              <a:ext uri="{FF2B5EF4-FFF2-40B4-BE49-F238E27FC236}">
                <a16:creationId xmlns:a16="http://schemas.microsoft.com/office/drawing/2014/main" id="{867FFBF6-8C73-D58B-0194-B36FD109E657}"/>
              </a:ext>
            </a:extLst>
          </p:cNvPr>
          <p:cNvPicPr>
            <a:picLocks noChangeAspect="1"/>
          </p:cNvPicPr>
          <p:nvPr/>
        </p:nvPicPr>
        <p:blipFill>
          <a:blip r:embed="rId2"/>
          <a:stretch>
            <a:fillRect/>
          </a:stretch>
        </p:blipFill>
        <p:spPr>
          <a:xfrm>
            <a:off x="413658" y="1142002"/>
            <a:ext cx="7108370" cy="3561625"/>
          </a:xfrm>
          <a:prstGeom prst="rect">
            <a:avLst/>
          </a:prstGeom>
          <a:ln>
            <a:solidFill>
              <a:schemeClr val="accent1">
                <a:lumMod val="50000"/>
              </a:schemeClr>
            </a:solidFill>
          </a:ln>
        </p:spPr>
      </p:pic>
    </p:spTree>
    <p:extLst>
      <p:ext uri="{BB962C8B-B14F-4D97-AF65-F5344CB8AC3E}">
        <p14:creationId xmlns:p14="http://schemas.microsoft.com/office/powerpoint/2010/main" val="7248042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A6ABC-A9EE-FE86-98AB-59B82CD21310}"/>
              </a:ext>
            </a:extLst>
          </p:cNvPr>
          <p:cNvSpPr>
            <a:spLocks noGrp="1"/>
          </p:cNvSpPr>
          <p:nvPr>
            <p:ph type="title"/>
          </p:nvPr>
        </p:nvSpPr>
        <p:spPr>
          <a:xfrm>
            <a:off x="415600" y="364767"/>
            <a:ext cx="11360800" cy="763600"/>
          </a:xfrm>
        </p:spPr>
        <p:txBody>
          <a:bodyPr>
            <a:normAutofit fontScale="90000"/>
          </a:bodyPr>
          <a:lstStyle/>
          <a:p>
            <a:r>
              <a:rPr lang="en-US" b="1">
                <a:solidFill>
                  <a:srgbClr val="0070C0"/>
                </a:solidFill>
              </a:rPr>
              <a:t>Existing Work on Biomedical Relation Extraction- Distant Supervision</a:t>
            </a:r>
            <a:endParaRPr lang="en-US">
              <a:solidFill>
                <a:srgbClr val="0070C0"/>
              </a:solidFill>
            </a:endParaRPr>
          </a:p>
        </p:txBody>
      </p:sp>
      <p:sp>
        <p:nvSpPr>
          <p:cNvPr id="3" name="Text Placeholder 2">
            <a:extLst>
              <a:ext uri="{FF2B5EF4-FFF2-40B4-BE49-F238E27FC236}">
                <a16:creationId xmlns:a16="http://schemas.microsoft.com/office/drawing/2014/main" id="{2C04296B-2AE5-93AA-46F4-1FE165016203}"/>
              </a:ext>
            </a:extLst>
          </p:cNvPr>
          <p:cNvSpPr>
            <a:spLocks noGrp="1"/>
          </p:cNvSpPr>
          <p:nvPr>
            <p:ph type="body" idx="1"/>
          </p:nvPr>
        </p:nvSpPr>
        <p:spPr>
          <a:xfrm>
            <a:off x="415600" y="1057662"/>
            <a:ext cx="11360800" cy="4555200"/>
          </a:xfrm>
        </p:spPr>
        <p:txBody>
          <a:bodyPr/>
          <a:lstStyle/>
          <a:p>
            <a:pPr marL="608965" indent="-456565"/>
            <a:endParaRPr lang="en-US"/>
          </a:p>
          <a:p>
            <a:pPr marL="608965" indent="-456565">
              <a:lnSpc>
                <a:spcPct val="114999"/>
              </a:lnSpc>
            </a:pPr>
            <a:r>
              <a:rPr lang="en-US"/>
              <a:t>Idea: derive labels from an existing knowledge base (KB)</a:t>
            </a:r>
          </a:p>
          <a:p>
            <a:pPr marL="608965" indent="-456565">
              <a:lnSpc>
                <a:spcPct val="114999"/>
              </a:lnSpc>
            </a:pPr>
            <a:r>
              <a:rPr lang="en-US"/>
              <a:t>Assume sentences with related entities are positive examples </a:t>
            </a:r>
          </a:p>
          <a:p>
            <a:pPr marL="608965" indent="-456565">
              <a:lnSpc>
                <a:spcPct val="114999"/>
              </a:lnSpc>
            </a:pPr>
            <a:r>
              <a:rPr lang="en-US"/>
              <a:t>Assume sentences with unrelated entities are negative examples</a:t>
            </a:r>
          </a:p>
        </p:txBody>
      </p:sp>
      <p:pic>
        <p:nvPicPr>
          <p:cNvPr id="4" name="Picture 4">
            <a:extLst>
              <a:ext uri="{FF2B5EF4-FFF2-40B4-BE49-F238E27FC236}">
                <a16:creationId xmlns:a16="http://schemas.microsoft.com/office/drawing/2014/main" id="{26164209-A8DC-195E-EA5D-C69683EBBE87}"/>
              </a:ext>
            </a:extLst>
          </p:cNvPr>
          <p:cNvPicPr>
            <a:picLocks noChangeAspect="1"/>
          </p:cNvPicPr>
          <p:nvPr/>
        </p:nvPicPr>
        <p:blipFill>
          <a:blip r:embed="rId3"/>
          <a:stretch>
            <a:fillRect/>
          </a:stretch>
        </p:blipFill>
        <p:spPr>
          <a:xfrm>
            <a:off x="1458686" y="2591061"/>
            <a:ext cx="8779327" cy="4108835"/>
          </a:xfrm>
          <a:prstGeom prst="rect">
            <a:avLst/>
          </a:prstGeom>
        </p:spPr>
      </p:pic>
    </p:spTree>
    <p:extLst>
      <p:ext uri="{BB962C8B-B14F-4D97-AF65-F5344CB8AC3E}">
        <p14:creationId xmlns:p14="http://schemas.microsoft.com/office/powerpoint/2010/main" val="15075188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17B90-4AA8-B4D6-40DB-4D1F20749ED7}"/>
              </a:ext>
            </a:extLst>
          </p:cNvPr>
          <p:cNvSpPr>
            <a:spLocks noGrp="1"/>
          </p:cNvSpPr>
          <p:nvPr>
            <p:ph type="title"/>
          </p:nvPr>
        </p:nvSpPr>
        <p:spPr/>
        <p:txBody>
          <a:bodyPr/>
          <a:lstStyle/>
          <a:p>
            <a:r>
              <a:rPr lang="en-US" b="1">
                <a:solidFill>
                  <a:srgbClr val="0070C0"/>
                </a:solidFill>
              </a:rPr>
              <a:t>Distant supervision: limitations</a:t>
            </a:r>
          </a:p>
          <a:p>
            <a:endParaRPr lang="en-US"/>
          </a:p>
        </p:txBody>
      </p:sp>
      <p:sp>
        <p:nvSpPr>
          <p:cNvPr id="3" name="Text Placeholder 2">
            <a:extLst>
              <a:ext uri="{FF2B5EF4-FFF2-40B4-BE49-F238E27FC236}">
                <a16:creationId xmlns:a16="http://schemas.microsoft.com/office/drawing/2014/main" id="{CE97A9F1-211D-3CCA-3FAD-39D7C3A4CE55}"/>
              </a:ext>
            </a:extLst>
          </p:cNvPr>
          <p:cNvSpPr>
            <a:spLocks noGrp="1"/>
          </p:cNvSpPr>
          <p:nvPr>
            <p:ph type="body" idx="1"/>
          </p:nvPr>
        </p:nvSpPr>
        <p:spPr/>
        <p:txBody>
          <a:bodyPr/>
          <a:lstStyle/>
          <a:p>
            <a:pPr marL="608965" indent="-456565"/>
            <a:r>
              <a:rPr lang="en-US"/>
              <a:t>Distant supervision is a powerful idea — but it has two limitations:</a:t>
            </a:r>
          </a:p>
          <a:p>
            <a:pPr marL="1252855" lvl="1" indent="-457200">
              <a:lnSpc>
                <a:spcPct val="114999"/>
              </a:lnSpc>
              <a:buAutoNum type="arabicPeriod"/>
            </a:pPr>
            <a:r>
              <a:rPr lang="en-US" sz="1850"/>
              <a:t>Not all sentences with related entities are truly positive examples</a:t>
            </a:r>
          </a:p>
          <a:p>
            <a:pPr marL="1252855" lvl="1" indent="-457200">
              <a:lnSpc>
                <a:spcPct val="114999"/>
              </a:lnSpc>
              <a:buAutoNum type="arabicPeriod"/>
            </a:pPr>
            <a:r>
              <a:rPr lang="en-US" sz="1850"/>
              <a:t>Need an existing KB to start from — can’t start from scratch</a:t>
            </a:r>
          </a:p>
          <a:p>
            <a:pPr marL="152400" indent="0">
              <a:lnSpc>
                <a:spcPct val="114999"/>
              </a:lnSpc>
              <a:buNone/>
            </a:pPr>
            <a:endParaRPr lang="en-US"/>
          </a:p>
        </p:txBody>
      </p:sp>
    </p:spTree>
    <p:extLst>
      <p:ext uri="{BB962C8B-B14F-4D97-AF65-F5344CB8AC3E}">
        <p14:creationId xmlns:p14="http://schemas.microsoft.com/office/powerpoint/2010/main" val="37400272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576A9-EF1A-394B-4C10-33998457C5AA}"/>
              </a:ext>
            </a:extLst>
          </p:cNvPr>
          <p:cNvSpPr>
            <a:spLocks noGrp="1"/>
          </p:cNvSpPr>
          <p:nvPr>
            <p:ph type="ctrTitle"/>
          </p:nvPr>
        </p:nvSpPr>
        <p:spPr>
          <a:xfrm>
            <a:off x="5352288" y="4434840"/>
            <a:ext cx="6327648" cy="1122202"/>
          </a:xfrm>
        </p:spPr>
        <p:txBody>
          <a:bodyPr/>
          <a:lstStyle/>
          <a:p>
            <a:r>
              <a:rPr lang="en-IT" dirty="0"/>
              <a:t>TEMPORAL RELATIONS in CLINICAL TEXT</a:t>
            </a:r>
          </a:p>
        </p:txBody>
      </p:sp>
      <p:sp>
        <p:nvSpPr>
          <p:cNvPr id="3" name="Subtitle 2">
            <a:extLst>
              <a:ext uri="{FF2B5EF4-FFF2-40B4-BE49-F238E27FC236}">
                <a16:creationId xmlns:a16="http://schemas.microsoft.com/office/drawing/2014/main" id="{30943B8B-C5D1-5139-D423-0B1A0065A1B0}"/>
              </a:ext>
            </a:extLst>
          </p:cNvPr>
          <p:cNvSpPr>
            <a:spLocks noGrp="1"/>
          </p:cNvSpPr>
          <p:nvPr>
            <p:ph type="subTitle" idx="1"/>
          </p:nvPr>
        </p:nvSpPr>
        <p:spPr/>
        <p:txBody>
          <a:bodyPr>
            <a:normAutofit fontScale="85000" lnSpcReduction="20000"/>
          </a:bodyPr>
          <a:lstStyle/>
          <a:p>
            <a:r>
              <a:rPr lang="en-IT" dirty="0"/>
              <a:t>(again, thanks to Shweta Yadav &amp; Rochana Chaturvedi)</a:t>
            </a:r>
          </a:p>
        </p:txBody>
      </p:sp>
    </p:spTree>
    <p:extLst>
      <p:ext uri="{BB962C8B-B14F-4D97-AF65-F5344CB8AC3E}">
        <p14:creationId xmlns:p14="http://schemas.microsoft.com/office/powerpoint/2010/main" val="5501336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89"/>
        <p:cNvGrpSpPr/>
        <p:nvPr/>
      </p:nvGrpSpPr>
      <p:grpSpPr>
        <a:xfrm>
          <a:off x="0" y="0"/>
          <a:ext cx="0" cy="0"/>
          <a:chOff x="0" y="0"/>
          <a:chExt cx="0" cy="0"/>
        </a:xfrm>
      </p:grpSpPr>
      <p:sp>
        <p:nvSpPr>
          <p:cNvPr id="1490" name="Google Shape;1490;p189"/>
          <p:cNvSpPr txBox="1"/>
          <p:nvPr/>
        </p:nvSpPr>
        <p:spPr>
          <a:xfrm>
            <a:off x="222533" y="186100"/>
            <a:ext cx="11562000" cy="635968"/>
          </a:xfrm>
          <a:prstGeom prst="rect">
            <a:avLst/>
          </a:prstGeom>
          <a:noFill/>
          <a:ln>
            <a:noFill/>
          </a:ln>
        </p:spPr>
        <p:txBody>
          <a:bodyPr spcFirstLastPara="1" wrap="square" lIns="121900" tIns="121900" rIns="121900" bIns="121900" anchor="t" anchorCtr="0">
            <a:spAutoFit/>
          </a:bodyPr>
          <a:lstStyle/>
          <a:p>
            <a:endParaRPr sz="2533"/>
          </a:p>
        </p:txBody>
      </p:sp>
      <p:sp>
        <p:nvSpPr>
          <p:cNvPr id="1491" name="Google Shape;1491;p189"/>
          <p:cNvSpPr txBox="1"/>
          <p:nvPr/>
        </p:nvSpPr>
        <p:spPr>
          <a:xfrm>
            <a:off x="358400" y="1606668"/>
            <a:ext cx="11426000" cy="615513"/>
          </a:xfrm>
          <a:prstGeom prst="rect">
            <a:avLst/>
          </a:prstGeom>
          <a:noFill/>
          <a:ln>
            <a:noFill/>
          </a:ln>
        </p:spPr>
        <p:txBody>
          <a:bodyPr spcFirstLastPara="1" wrap="square" lIns="121900" tIns="121900" rIns="121900" bIns="121900" anchor="t" anchorCtr="0">
            <a:spAutoFit/>
          </a:bodyPr>
          <a:lstStyle/>
          <a:p>
            <a:r>
              <a:rPr lang="en" sz="2400">
                <a:highlight>
                  <a:srgbClr val="FCE5CD"/>
                </a:highlight>
              </a:rPr>
              <a:t>Knee pain has increased</a:t>
            </a:r>
            <a:r>
              <a:rPr lang="en" sz="2400"/>
              <a:t> over the last two or three weeks prior to the </a:t>
            </a:r>
            <a:r>
              <a:rPr lang="en" sz="2400">
                <a:highlight>
                  <a:srgbClr val="FCE5CD"/>
                </a:highlight>
              </a:rPr>
              <a:t>admission</a:t>
            </a:r>
            <a:endParaRPr sz="2400">
              <a:highlight>
                <a:srgbClr val="FCE5CD"/>
              </a:highlight>
            </a:endParaRPr>
          </a:p>
        </p:txBody>
      </p:sp>
    </p:spTree>
    <p:extLst>
      <p:ext uri="{BB962C8B-B14F-4D97-AF65-F5344CB8AC3E}">
        <p14:creationId xmlns:p14="http://schemas.microsoft.com/office/powerpoint/2010/main" val="31540977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95"/>
        <p:cNvGrpSpPr/>
        <p:nvPr/>
      </p:nvGrpSpPr>
      <p:grpSpPr>
        <a:xfrm>
          <a:off x="0" y="0"/>
          <a:ext cx="0" cy="0"/>
          <a:chOff x="0" y="0"/>
          <a:chExt cx="0" cy="0"/>
        </a:xfrm>
      </p:grpSpPr>
      <p:sp>
        <p:nvSpPr>
          <p:cNvPr id="1496" name="Google Shape;1496;p190"/>
          <p:cNvSpPr txBox="1"/>
          <p:nvPr/>
        </p:nvSpPr>
        <p:spPr>
          <a:xfrm>
            <a:off x="222533" y="186100"/>
            <a:ext cx="11562000" cy="635968"/>
          </a:xfrm>
          <a:prstGeom prst="rect">
            <a:avLst/>
          </a:prstGeom>
          <a:noFill/>
          <a:ln>
            <a:noFill/>
          </a:ln>
        </p:spPr>
        <p:txBody>
          <a:bodyPr spcFirstLastPara="1" wrap="square" lIns="121900" tIns="121900" rIns="121900" bIns="121900" anchor="t" anchorCtr="0">
            <a:spAutoFit/>
          </a:bodyPr>
          <a:lstStyle/>
          <a:p>
            <a:endParaRPr sz="2533"/>
          </a:p>
        </p:txBody>
      </p:sp>
      <p:sp>
        <p:nvSpPr>
          <p:cNvPr id="1497" name="Google Shape;1497;p190"/>
          <p:cNvSpPr txBox="1"/>
          <p:nvPr/>
        </p:nvSpPr>
        <p:spPr>
          <a:xfrm>
            <a:off x="700400" y="418668"/>
            <a:ext cx="11084000" cy="615513"/>
          </a:xfrm>
          <a:prstGeom prst="rect">
            <a:avLst/>
          </a:prstGeom>
          <a:noFill/>
          <a:ln>
            <a:noFill/>
          </a:ln>
        </p:spPr>
        <p:txBody>
          <a:bodyPr spcFirstLastPara="1" wrap="square" lIns="121900" tIns="121900" rIns="121900" bIns="121900" anchor="t" anchorCtr="0">
            <a:spAutoFit/>
          </a:bodyPr>
          <a:lstStyle/>
          <a:p>
            <a:r>
              <a:rPr lang="en" sz="2400">
                <a:highlight>
                  <a:srgbClr val="FCE5CD"/>
                </a:highlight>
              </a:rPr>
              <a:t>Knee pain has increased</a:t>
            </a:r>
            <a:r>
              <a:rPr lang="en" sz="2400"/>
              <a:t> over the last two or three weeks prior to the </a:t>
            </a:r>
            <a:r>
              <a:rPr lang="en" sz="2400">
                <a:highlight>
                  <a:srgbClr val="FCE5CD"/>
                </a:highlight>
              </a:rPr>
              <a:t>admission</a:t>
            </a:r>
            <a:endParaRPr sz="2400">
              <a:highlight>
                <a:srgbClr val="FCE5CD"/>
              </a:highlight>
            </a:endParaRPr>
          </a:p>
        </p:txBody>
      </p:sp>
      <p:sp>
        <p:nvSpPr>
          <p:cNvPr id="1498" name="Google Shape;1498;p190"/>
          <p:cNvSpPr txBox="1"/>
          <p:nvPr/>
        </p:nvSpPr>
        <p:spPr>
          <a:xfrm>
            <a:off x="1220967" y="879700"/>
            <a:ext cx="2262800" cy="553957"/>
          </a:xfrm>
          <a:prstGeom prst="rect">
            <a:avLst/>
          </a:prstGeom>
          <a:noFill/>
          <a:ln>
            <a:noFill/>
          </a:ln>
        </p:spPr>
        <p:txBody>
          <a:bodyPr spcFirstLastPara="1" wrap="square" lIns="121900" tIns="121900" rIns="121900" bIns="121900" anchor="t" anchorCtr="0">
            <a:spAutoFit/>
          </a:bodyPr>
          <a:lstStyle/>
          <a:p>
            <a:r>
              <a:rPr lang="en" sz="2000" b="1"/>
              <a:t>EVENT</a:t>
            </a:r>
            <a:endParaRPr sz="2000" b="1"/>
          </a:p>
        </p:txBody>
      </p:sp>
      <p:sp>
        <p:nvSpPr>
          <p:cNvPr id="1499" name="Google Shape;1499;p190"/>
          <p:cNvSpPr txBox="1"/>
          <p:nvPr/>
        </p:nvSpPr>
        <p:spPr>
          <a:xfrm>
            <a:off x="10161767" y="879700"/>
            <a:ext cx="2262800" cy="553957"/>
          </a:xfrm>
          <a:prstGeom prst="rect">
            <a:avLst/>
          </a:prstGeom>
          <a:noFill/>
          <a:ln>
            <a:noFill/>
          </a:ln>
        </p:spPr>
        <p:txBody>
          <a:bodyPr spcFirstLastPara="1" wrap="square" lIns="121900" tIns="121900" rIns="121900" bIns="121900" anchor="t" anchorCtr="0">
            <a:spAutoFit/>
          </a:bodyPr>
          <a:lstStyle/>
          <a:p>
            <a:r>
              <a:rPr lang="en" sz="2000" b="1">
                <a:solidFill>
                  <a:schemeClr val="dk1"/>
                </a:solidFill>
              </a:rPr>
              <a:t>EVENT</a:t>
            </a:r>
            <a:endParaRPr sz="2000" b="1">
              <a:solidFill>
                <a:schemeClr val="dk1"/>
              </a:solidFill>
            </a:endParaRPr>
          </a:p>
        </p:txBody>
      </p:sp>
      <p:sp>
        <p:nvSpPr>
          <p:cNvPr id="1500" name="Google Shape;1500;p190"/>
          <p:cNvSpPr txBox="1"/>
          <p:nvPr/>
        </p:nvSpPr>
        <p:spPr>
          <a:xfrm>
            <a:off x="572233" y="1841334"/>
            <a:ext cx="11397805" cy="3290540"/>
          </a:xfrm>
          <a:prstGeom prst="rect">
            <a:avLst/>
          </a:prstGeom>
          <a:solidFill>
            <a:srgbClr val="D0E0E3"/>
          </a:solidFill>
          <a:ln>
            <a:noFill/>
          </a:ln>
        </p:spPr>
        <p:txBody>
          <a:bodyPr spcFirstLastPara="1" wrap="square" lIns="121900" tIns="121900" rIns="121900" bIns="121900" anchor="t" anchorCtr="0">
            <a:spAutoFit/>
          </a:bodyPr>
          <a:lstStyle/>
          <a:p>
            <a:pPr marL="3047365" indent="608965"/>
            <a:r>
              <a:rPr lang="en" sz="2250" b="1" dirty="0"/>
              <a:t>EVENT</a:t>
            </a:r>
            <a:endParaRPr lang="en-US" sz="2250" b="1" dirty="0">
              <a:cs typeface="Arial"/>
            </a:endParaRPr>
          </a:p>
          <a:p>
            <a:pPr algn="ctr"/>
            <a:endParaRPr sz="2533" b="1" dirty="0"/>
          </a:p>
          <a:p>
            <a:pPr marL="608965" indent="-422910">
              <a:buSzPts val="1400"/>
              <a:buChar char="●"/>
            </a:pPr>
            <a:r>
              <a:rPr lang="en" sz="2500" b="1" dirty="0"/>
              <a:t>PROBLEM           </a:t>
            </a:r>
            <a:r>
              <a:rPr lang="en" sz="2500" dirty="0"/>
              <a:t>(e.g., disease, injury) </a:t>
            </a:r>
            <a:endParaRPr sz="2533" dirty="0">
              <a:cs typeface="Arial"/>
            </a:endParaRPr>
          </a:p>
          <a:p>
            <a:pPr marL="608965" indent="-422910">
              <a:buSzPts val="1400"/>
              <a:buChar char="●"/>
            </a:pPr>
            <a:r>
              <a:rPr lang="en" sz="2500" b="1" dirty="0"/>
              <a:t>TREATMENT       </a:t>
            </a:r>
            <a:r>
              <a:rPr lang="en" sz="2500" dirty="0"/>
              <a:t>(e.g., medication, therapeutic procedure)</a:t>
            </a:r>
            <a:endParaRPr sz="2500" dirty="0">
              <a:cs typeface="Arial"/>
            </a:endParaRPr>
          </a:p>
          <a:p>
            <a:pPr marL="608965" indent="-422910">
              <a:buSzPts val="1400"/>
              <a:buChar char="●"/>
            </a:pPr>
            <a:r>
              <a:rPr lang="en" sz="2500" b="1" dirty="0"/>
              <a:t>TEST                    </a:t>
            </a:r>
            <a:r>
              <a:rPr lang="en" sz="2500" dirty="0"/>
              <a:t>(e.g., diagnostic procedure, laboratory test)</a:t>
            </a:r>
            <a:endParaRPr sz="2500" dirty="0">
              <a:cs typeface="Arial"/>
            </a:endParaRPr>
          </a:p>
          <a:p>
            <a:pPr marL="608965" indent="-422910">
              <a:buSzPts val="1400"/>
              <a:buChar char="●"/>
            </a:pPr>
            <a:r>
              <a:rPr lang="en" sz="2500" b="1" dirty="0"/>
              <a:t>CLINICAL_DEPT </a:t>
            </a:r>
            <a:r>
              <a:rPr lang="en" sz="2500" dirty="0"/>
              <a:t>(i.e., the event of being transferred to a department)</a:t>
            </a:r>
            <a:endParaRPr sz="2500" dirty="0">
              <a:cs typeface="Arial"/>
            </a:endParaRPr>
          </a:p>
          <a:p>
            <a:pPr marL="608965" indent="-422910">
              <a:buSzPts val="1400"/>
              <a:buChar char="●"/>
            </a:pPr>
            <a:r>
              <a:rPr lang="en" sz="2500" b="1" dirty="0"/>
              <a:t>EVIDENTIAL        </a:t>
            </a:r>
            <a:r>
              <a:rPr lang="en" sz="2500" dirty="0"/>
              <a:t>(e.g., report, show)</a:t>
            </a:r>
            <a:endParaRPr sz="2500" dirty="0">
              <a:cs typeface="Arial"/>
            </a:endParaRPr>
          </a:p>
          <a:p>
            <a:pPr marL="608965" indent="-422910">
              <a:buSzPts val="1400"/>
              <a:buChar char="●"/>
            </a:pPr>
            <a:r>
              <a:rPr lang="en" sz="2500" b="1" dirty="0"/>
              <a:t>OCCURRENCE    </a:t>
            </a:r>
            <a:r>
              <a:rPr lang="en" sz="2500" dirty="0"/>
              <a:t>(i.e., all other events)</a:t>
            </a:r>
            <a:endParaRPr sz="2500" dirty="0">
              <a:cs typeface="Arial"/>
            </a:endParaRPr>
          </a:p>
        </p:txBody>
      </p:sp>
    </p:spTree>
    <p:extLst>
      <p:ext uri="{BB962C8B-B14F-4D97-AF65-F5344CB8AC3E}">
        <p14:creationId xmlns:p14="http://schemas.microsoft.com/office/powerpoint/2010/main" val="42617777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04"/>
        <p:cNvGrpSpPr/>
        <p:nvPr/>
      </p:nvGrpSpPr>
      <p:grpSpPr>
        <a:xfrm>
          <a:off x="0" y="0"/>
          <a:ext cx="0" cy="0"/>
          <a:chOff x="0" y="0"/>
          <a:chExt cx="0" cy="0"/>
        </a:xfrm>
      </p:grpSpPr>
      <p:sp>
        <p:nvSpPr>
          <p:cNvPr id="1505" name="Google Shape;1505;p191"/>
          <p:cNvSpPr txBox="1"/>
          <p:nvPr/>
        </p:nvSpPr>
        <p:spPr>
          <a:xfrm>
            <a:off x="222533" y="186100"/>
            <a:ext cx="11562000" cy="635968"/>
          </a:xfrm>
          <a:prstGeom prst="rect">
            <a:avLst/>
          </a:prstGeom>
          <a:noFill/>
          <a:ln>
            <a:noFill/>
          </a:ln>
        </p:spPr>
        <p:txBody>
          <a:bodyPr spcFirstLastPara="1" wrap="square" lIns="121900" tIns="121900" rIns="121900" bIns="121900" anchor="t" anchorCtr="0">
            <a:spAutoFit/>
          </a:bodyPr>
          <a:lstStyle/>
          <a:p>
            <a:endParaRPr sz="2533"/>
          </a:p>
        </p:txBody>
      </p:sp>
      <p:sp>
        <p:nvSpPr>
          <p:cNvPr id="1506" name="Google Shape;1506;p191"/>
          <p:cNvSpPr txBox="1"/>
          <p:nvPr/>
        </p:nvSpPr>
        <p:spPr>
          <a:xfrm>
            <a:off x="358400" y="1606668"/>
            <a:ext cx="11426000" cy="615513"/>
          </a:xfrm>
          <a:prstGeom prst="rect">
            <a:avLst/>
          </a:prstGeom>
          <a:noFill/>
          <a:ln>
            <a:noFill/>
          </a:ln>
        </p:spPr>
        <p:txBody>
          <a:bodyPr spcFirstLastPara="1" wrap="square" lIns="121900" tIns="121900" rIns="121900" bIns="121900" anchor="t" anchorCtr="0">
            <a:spAutoFit/>
          </a:bodyPr>
          <a:lstStyle/>
          <a:p>
            <a:r>
              <a:rPr lang="en" sz="2400">
                <a:highlight>
                  <a:srgbClr val="FCE5CD"/>
                </a:highlight>
              </a:rPr>
              <a:t>Knee pain has increased</a:t>
            </a:r>
            <a:r>
              <a:rPr lang="en" sz="2400"/>
              <a:t> over </a:t>
            </a:r>
            <a:r>
              <a:rPr lang="en" sz="2400">
                <a:solidFill>
                  <a:schemeClr val="dk1"/>
                </a:solidFill>
                <a:highlight>
                  <a:srgbClr val="D9EAD3"/>
                </a:highlight>
              </a:rPr>
              <a:t>the last two or three weeks</a:t>
            </a:r>
            <a:r>
              <a:rPr lang="en" sz="2400"/>
              <a:t> prior to the </a:t>
            </a:r>
            <a:r>
              <a:rPr lang="en" sz="2400">
                <a:highlight>
                  <a:srgbClr val="FCE5CD"/>
                </a:highlight>
              </a:rPr>
              <a:t>admission</a:t>
            </a:r>
            <a:endParaRPr sz="2400">
              <a:highlight>
                <a:srgbClr val="FCE5CD"/>
              </a:highlight>
            </a:endParaRPr>
          </a:p>
        </p:txBody>
      </p:sp>
      <p:sp>
        <p:nvSpPr>
          <p:cNvPr id="1507" name="Google Shape;1507;p191"/>
          <p:cNvSpPr txBox="1"/>
          <p:nvPr/>
        </p:nvSpPr>
        <p:spPr>
          <a:xfrm>
            <a:off x="1148967" y="2067700"/>
            <a:ext cx="2334800" cy="553957"/>
          </a:xfrm>
          <a:prstGeom prst="rect">
            <a:avLst/>
          </a:prstGeom>
          <a:noFill/>
          <a:ln>
            <a:noFill/>
          </a:ln>
        </p:spPr>
        <p:txBody>
          <a:bodyPr spcFirstLastPara="1" wrap="square" lIns="121900" tIns="121900" rIns="121900" bIns="121900" anchor="t" anchorCtr="0">
            <a:spAutoFit/>
          </a:bodyPr>
          <a:lstStyle/>
          <a:p>
            <a:r>
              <a:rPr lang="en" sz="2000" b="1"/>
              <a:t>EVENT</a:t>
            </a:r>
            <a:endParaRPr sz="2000" b="1"/>
          </a:p>
        </p:txBody>
      </p:sp>
      <p:sp>
        <p:nvSpPr>
          <p:cNvPr id="1508" name="Google Shape;1508;p191"/>
          <p:cNvSpPr txBox="1"/>
          <p:nvPr/>
        </p:nvSpPr>
        <p:spPr>
          <a:xfrm>
            <a:off x="10089767" y="2067700"/>
            <a:ext cx="2334800" cy="553957"/>
          </a:xfrm>
          <a:prstGeom prst="rect">
            <a:avLst/>
          </a:prstGeom>
          <a:noFill/>
          <a:ln>
            <a:noFill/>
          </a:ln>
        </p:spPr>
        <p:txBody>
          <a:bodyPr spcFirstLastPara="1" wrap="square" lIns="121900" tIns="121900" rIns="121900" bIns="121900" anchor="t" anchorCtr="0">
            <a:spAutoFit/>
          </a:bodyPr>
          <a:lstStyle/>
          <a:p>
            <a:r>
              <a:rPr lang="en" sz="2000" b="1">
                <a:solidFill>
                  <a:schemeClr val="dk1"/>
                </a:solidFill>
              </a:rPr>
              <a:t>EVENT</a:t>
            </a:r>
            <a:endParaRPr sz="2000" b="1">
              <a:solidFill>
                <a:schemeClr val="dk1"/>
              </a:solidFill>
            </a:endParaRPr>
          </a:p>
        </p:txBody>
      </p:sp>
      <p:sp>
        <p:nvSpPr>
          <p:cNvPr id="1509" name="Google Shape;1509;p191"/>
          <p:cNvSpPr txBox="1"/>
          <p:nvPr/>
        </p:nvSpPr>
        <p:spPr>
          <a:xfrm>
            <a:off x="5822567" y="2067700"/>
            <a:ext cx="2334800" cy="553957"/>
          </a:xfrm>
          <a:prstGeom prst="rect">
            <a:avLst/>
          </a:prstGeom>
          <a:noFill/>
          <a:ln>
            <a:noFill/>
          </a:ln>
        </p:spPr>
        <p:txBody>
          <a:bodyPr spcFirstLastPara="1" wrap="square" lIns="121900" tIns="121900" rIns="121900" bIns="121900" anchor="t" anchorCtr="0">
            <a:spAutoFit/>
          </a:bodyPr>
          <a:lstStyle/>
          <a:p>
            <a:r>
              <a:rPr lang="en" sz="2000" b="1"/>
              <a:t>TIMEX</a:t>
            </a:r>
            <a:endParaRPr sz="2000" b="1"/>
          </a:p>
        </p:txBody>
      </p:sp>
      <p:sp>
        <p:nvSpPr>
          <p:cNvPr id="1510" name="Google Shape;1510;p191"/>
          <p:cNvSpPr txBox="1"/>
          <p:nvPr/>
        </p:nvSpPr>
        <p:spPr>
          <a:xfrm>
            <a:off x="4675800" y="2804834"/>
            <a:ext cx="3094000" cy="1805326"/>
          </a:xfrm>
          <a:prstGeom prst="rect">
            <a:avLst/>
          </a:prstGeom>
          <a:solidFill>
            <a:srgbClr val="CFE2F3"/>
          </a:solidFill>
          <a:ln>
            <a:noFill/>
          </a:ln>
        </p:spPr>
        <p:txBody>
          <a:bodyPr spcFirstLastPara="1" wrap="square" lIns="121900" tIns="121900" rIns="121900" bIns="121900" anchor="t" anchorCtr="0">
            <a:spAutoFit/>
          </a:bodyPr>
          <a:lstStyle/>
          <a:p>
            <a:pPr marL="609585" indent="-423323">
              <a:buSzPts val="1400"/>
              <a:buChar char="●"/>
            </a:pPr>
            <a:r>
              <a:rPr lang="en" sz="2533"/>
              <a:t>DATE</a:t>
            </a:r>
            <a:endParaRPr sz="2533"/>
          </a:p>
          <a:p>
            <a:pPr marL="609585" indent="-423323">
              <a:buSzPts val="1400"/>
              <a:buChar char="●"/>
            </a:pPr>
            <a:r>
              <a:rPr lang="en" sz="2533"/>
              <a:t>TIME</a:t>
            </a:r>
            <a:endParaRPr sz="2533"/>
          </a:p>
          <a:p>
            <a:pPr marL="609585" indent="-423323">
              <a:buSzPts val="1400"/>
              <a:buChar char="●"/>
            </a:pPr>
            <a:r>
              <a:rPr lang="en" sz="2533"/>
              <a:t>DURATION</a:t>
            </a:r>
            <a:endParaRPr sz="2533"/>
          </a:p>
          <a:p>
            <a:pPr marL="609585" indent="-423323">
              <a:buSzPts val="1400"/>
              <a:buChar char="●"/>
            </a:pPr>
            <a:r>
              <a:rPr lang="en" sz="2533"/>
              <a:t>FREQUENCY</a:t>
            </a:r>
            <a:endParaRPr sz="2533"/>
          </a:p>
        </p:txBody>
      </p:sp>
    </p:spTree>
    <p:extLst>
      <p:ext uri="{BB962C8B-B14F-4D97-AF65-F5344CB8AC3E}">
        <p14:creationId xmlns:p14="http://schemas.microsoft.com/office/powerpoint/2010/main" val="12491001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514"/>
        <p:cNvGrpSpPr/>
        <p:nvPr/>
      </p:nvGrpSpPr>
      <p:grpSpPr>
        <a:xfrm>
          <a:off x="0" y="0"/>
          <a:ext cx="0" cy="0"/>
          <a:chOff x="0" y="0"/>
          <a:chExt cx="0" cy="0"/>
        </a:xfrm>
      </p:grpSpPr>
      <p:sp>
        <p:nvSpPr>
          <p:cNvPr id="1515" name="Google Shape;1515;p192"/>
          <p:cNvSpPr txBox="1"/>
          <p:nvPr/>
        </p:nvSpPr>
        <p:spPr>
          <a:xfrm>
            <a:off x="222533" y="186100"/>
            <a:ext cx="11562000" cy="635968"/>
          </a:xfrm>
          <a:prstGeom prst="rect">
            <a:avLst/>
          </a:prstGeom>
          <a:noFill/>
          <a:ln>
            <a:noFill/>
          </a:ln>
        </p:spPr>
        <p:txBody>
          <a:bodyPr spcFirstLastPara="1" wrap="square" lIns="121900" tIns="121900" rIns="121900" bIns="121900" anchor="t" anchorCtr="0">
            <a:spAutoFit/>
          </a:bodyPr>
          <a:lstStyle/>
          <a:p>
            <a:endParaRPr sz="2533"/>
          </a:p>
        </p:txBody>
      </p:sp>
      <p:sp>
        <p:nvSpPr>
          <p:cNvPr id="1516" name="Google Shape;1516;p192"/>
          <p:cNvSpPr txBox="1"/>
          <p:nvPr/>
        </p:nvSpPr>
        <p:spPr>
          <a:xfrm>
            <a:off x="358400" y="1606668"/>
            <a:ext cx="11426000" cy="615513"/>
          </a:xfrm>
          <a:prstGeom prst="rect">
            <a:avLst/>
          </a:prstGeom>
          <a:noFill/>
          <a:ln>
            <a:noFill/>
          </a:ln>
        </p:spPr>
        <p:txBody>
          <a:bodyPr spcFirstLastPara="1" wrap="square" lIns="121900" tIns="121900" rIns="121900" bIns="121900" anchor="t" anchorCtr="0">
            <a:spAutoFit/>
          </a:bodyPr>
          <a:lstStyle/>
          <a:p>
            <a:r>
              <a:rPr lang="en" sz="2400">
                <a:highlight>
                  <a:srgbClr val="FCE5CD"/>
                </a:highlight>
              </a:rPr>
              <a:t>Knee pain has increased</a:t>
            </a:r>
            <a:r>
              <a:rPr lang="en" sz="2400"/>
              <a:t> over </a:t>
            </a:r>
            <a:r>
              <a:rPr lang="en" sz="2400">
                <a:solidFill>
                  <a:schemeClr val="dk1"/>
                </a:solidFill>
                <a:highlight>
                  <a:srgbClr val="D9EAD3"/>
                </a:highlight>
              </a:rPr>
              <a:t>the last two or three weeks</a:t>
            </a:r>
            <a:r>
              <a:rPr lang="en" sz="2400"/>
              <a:t> prior to the </a:t>
            </a:r>
            <a:r>
              <a:rPr lang="en" sz="2400">
                <a:highlight>
                  <a:srgbClr val="FCE5CD"/>
                </a:highlight>
              </a:rPr>
              <a:t>admission</a:t>
            </a:r>
            <a:endParaRPr sz="2400">
              <a:highlight>
                <a:srgbClr val="FCE5CD"/>
              </a:highlight>
            </a:endParaRPr>
          </a:p>
        </p:txBody>
      </p:sp>
      <p:sp>
        <p:nvSpPr>
          <p:cNvPr id="1517" name="Google Shape;1517;p192"/>
          <p:cNvSpPr txBox="1"/>
          <p:nvPr/>
        </p:nvSpPr>
        <p:spPr>
          <a:xfrm>
            <a:off x="1148967" y="2067700"/>
            <a:ext cx="2334800" cy="553957"/>
          </a:xfrm>
          <a:prstGeom prst="rect">
            <a:avLst/>
          </a:prstGeom>
          <a:noFill/>
          <a:ln>
            <a:noFill/>
          </a:ln>
        </p:spPr>
        <p:txBody>
          <a:bodyPr spcFirstLastPara="1" wrap="square" lIns="121900" tIns="121900" rIns="121900" bIns="121900" anchor="t" anchorCtr="0">
            <a:spAutoFit/>
          </a:bodyPr>
          <a:lstStyle/>
          <a:p>
            <a:r>
              <a:rPr lang="en" sz="2000" b="1"/>
              <a:t>EVENT</a:t>
            </a:r>
            <a:endParaRPr sz="2000" b="1"/>
          </a:p>
        </p:txBody>
      </p:sp>
      <p:sp>
        <p:nvSpPr>
          <p:cNvPr id="1518" name="Google Shape;1518;p192"/>
          <p:cNvSpPr txBox="1"/>
          <p:nvPr/>
        </p:nvSpPr>
        <p:spPr>
          <a:xfrm>
            <a:off x="10089767" y="2067700"/>
            <a:ext cx="2334800" cy="553957"/>
          </a:xfrm>
          <a:prstGeom prst="rect">
            <a:avLst/>
          </a:prstGeom>
          <a:noFill/>
          <a:ln>
            <a:noFill/>
          </a:ln>
        </p:spPr>
        <p:txBody>
          <a:bodyPr spcFirstLastPara="1" wrap="square" lIns="121900" tIns="121900" rIns="121900" bIns="121900" anchor="t" anchorCtr="0">
            <a:spAutoFit/>
          </a:bodyPr>
          <a:lstStyle/>
          <a:p>
            <a:r>
              <a:rPr lang="en" sz="2000" b="1">
                <a:solidFill>
                  <a:schemeClr val="dk1"/>
                </a:solidFill>
              </a:rPr>
              <a:t>EVENT</a:t>
            </a:r>
            <a:endParaRPr sz="2000" b="1">
              <a:solidFill>
                <a:schemeClr val="dk1"/>
              </a:solidFill>
            </a:endParaRPr>
          </a:p>
        </p:txBody>
      </p:sp>
      <p:sp>
        <p:nvSpPr>
          <p:cNvPr id="1519" name="Google Shape;1519;p192"/>
          <p:cNvSpPr txBox="1"/>
          <p:nvPr/>
        </p:nvSpPr>
        <p:spPr>
          <a:xfrm>
            <a:off x="5822567" y="2067700"/>
            <a:ext cx="2334800" cy="553957"/>
          </a:xfrm>
          <a:prstGeom prst="rect">
            <a:avLst/>
          </a:prstGeom>
          <a:noFill/>
          <a:ln>
            <a:noFill/>
          </a:ln>
        </p:spPr>
        <p:txBody>
          <a:bodyPr spcFirstLastPara="1" wrap="square" lIns="121900" tIns="121900" rIns="121900" bIns="121900" anchor="t" anchorCtr="0">
            <a:spAutoFit/>
          </a:bodyPr>
          <a:lstStyle/>
          <a:p>
            <a:r>
              <a:rPr lang="en" sz="2000" b="1"/>
              <a:t>TIMEX</a:t>
            </a:r>
            <a:endParaRPr sz="2000" b="1"/>
          </a:p>
        </p:txBody>
      </p:sp>
      <p:sp>
        <p:nvSpPr>
          <p:cNvPr id="1520" name="Google Shape;1520;p192"/>
          <p:cNvSpPr txBox="1"/>
          <p:nvPr/>
        </p:nvSpPr>
        <p:spPr>
          <a:xfrm>
            <a:off x="4965900" y="2891300"/>
            <a:ext cx="3396800" cy="3754257"/>
          </a:xfrm>
          <a:prstGeom prst="rect">
            <a:avLst/>
          </a:prstGeom>
          <a:solidFill>
            <a:srgbClr val="C9DAF8"/>
          </a:solidFill>
          <a:ln>
            <a:noFill/>
          </a:ln>
        </p:spPr>
        <p:txBody>
          <a:bodyPr spcFirstLastPara="1" wrap="square" lIns="121900" tIns="121900" rIns="121900" bIns="121900" anchor="t" anchorCtr="0">
            <a:spAutoFit/>
          </a:bodyPr>
          <a:lstStyle/>
          <a:p>
            <a:pPr marL="609585" indent="-423323">
              <a:buSzPts val="1400"/>
              <a:buChar char="●"/>
            </a:pPr>
            <a:r>
              <a:rPr lang="en" sz="2533"/>
              <a:t>BEFORE</a:t>
            </a:r>
            <a:endParaRPr sz="2533"/>
          </a:p>
          <a:p>
            <a:pPr marL="609585" indent="-423323">
              <a:buSzPts val="1400"/>
              <a:buChar char="●"/>
            </a:pPr>
            <a:r>
              <a:rPr lang="en" sz="2533"/>
              <a:t>AFTER</a:t>
            </a:r>
            <a:endParaRPr sz="2533"/>
          </a:p>
          <a:p>
            <a:pPr marL="609585" indent="-423323">
              <a:buSzPts val="1400"/>
              <a:buChar char="●"/>
            </a:pPr>
            <a:r>
              <a:rPr lang="en" sz="2533"/>
              <a:t>SIMULTANEOUS</a:t>
            </a:r>
            <a:endParaRPr sz="2533"/>
          </a:p>
          <a:p>
            <a:pPr marL="609585" indent="-423323">
              <a:buSzPts val="1400"/>
              <a:buChar char="●"/>
            </a:pPr>
            <a:r>
              <a:rPr lang="en" sz="2533"/>
              <a:t>OVERLAP</a:t>
            </a:r>
            <a:endParaRPr sz="2533"/>
          </a:p>
          <a:p>
            <a:pPr marL="609585" indent="-423323">
              <a:buSzPts val="1400"/>
              <a:buChar char="●"/>
            </a:pPr>
            <a:r>
              <a:rPr lang="en" sz="2533"/>
              <a:t>BEGUN_BY</a:t>
            </a:r>
            <a:endParaRPr sz="2533"/>
          </a:p>
          <a:p>
            <a:pPr marL="609585" indent="-423323">
              <a:buSzPts val="1400"/>
              <a:buChar char="●"/>
            </a:pPr>
            <a:r>
              <a:rPr lang="en" sz="2533"/>
              <a:t>ENDED_BY</a:t>
            </a:r>
            <a:endParaRPr sz="2533"/>
          </a:p>
          <a:p>
            <a:pPr marL="609585" indent="-423323">
              <a:buSzPts val="1400"/>
              <a:buChar char="●"/>
            </a:pPr>
            <a:r>
              <a:rPr lang="en" sz="2533"/>
              <a:t>DURING</a:t>
            </a:r>
            <a:endParaRPr sz="2533"/>
          </a:p>
          <a:p>
            <a:pPr marL="609585" indent="-423323">
              <a:buSzPts val="1400"/>
              <a:buChar char="●"/>
            </a:pPr>
            <a:r>
              <a:rPr lang="en" sz="2533"/>
              <a:t>BEFORE_OVERLAP</a:t>
            </a:r>
            <a:endParaRPr sz="2533"/>
          </a:p>
        </p:txBody>
      </p:sp>
    </p:spTree>
    <p:extLst>
      <p:ext uri="{BB962C8B-B14F-4D97-AF65-F5344CB8AC3E}">
        <p14:creationId xmlns:p14="http://schemas.microsoft.com/office/powerpoint/2010/main" val="10437275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2BCE3-5BCA-4291-481C-69FD3B434B7C}"/>
              </a:ext>
            </a:extLst>
          </p:cNvPr>
          <p:cNvSpPr>
            <a:spLocks noGrp="1"/>
          </p:cNvSpPr>
          <p:nvPr>
            <p:ph type="title"/>
          </p:nvPr>
        </p:nvSpPr>
        <p:spPr/>
        <p:txBody>
          <a:bodyPr/>
          <a:lstStyle/>
          <a:p>
            <a:r>
              <a:rPr lang="en-IT" dirty="0"/>
              <a:t>Relazioni temporali</a:t>
            </a:r>
          </a:p>
        </p:txBody>
      </p:sp>
      <p:pic>
        <p:nvPicPr>
          <p:cNvPr id="7" name="Picture 6">
            <a:extLst>
              <a:ext uri="{FF2B5EF4-FFF2-40B4-BE49-F238E27FC236}">
                <a16:creationId xmlns:a16="http://schemas.microsoft.com/office/drawing/2014/main" id="{5613BA9B-64C8-5A81-2CDD-74BFC0A6D3D8}"/>
              </a:ext>
            </a:extLst>
          </p:cNvPr>
          <p:cNvPicPr>
            <a:picLocks noChangeAspect="1"/>
          </p:cNvPicPr>
          <p:nvPr/>
        </p:nvPicPr>
        <p:blipFill>
          <a:blip r:embed="rId3"/>
          <a:stretch>
            <a:fillRect/>
          </a:stretch>
        </p:blipFill>
        <p:spPr>
          <a:xfrm>
            <a:off x="1589384" y="1282769"/>
            <a:ext cx="8054346" cy="4847482"/>
          </a:xfrm>
          <a:prstGeom prst="rect">
            <a:avLst/>
          </a:prstGeom>
        </p:spPr>
      </p:pic>
      <p:sp>
        <p:nvSpPr>
          <p:cNvPr id="8" name="TextBox 7">
            <a:extLst>
              <a:ext uri="{FF2B5EF4-FFF2-40B4-BE49-F238E27FC236}">
                <a16:creationId xmlns:a16="http://schemas.microsoft.com/office/drawing/2014/main" id="{EB504305-3598-113D-C78B-B6250E339EA7}"/>
              </a:ext>
            </a:extLst>
          </p:cNvPr>
          <p:cNvSpPr txBox="1"/>
          <p:nvPr/>
        </p:nvSpPr>
        <p:spPr>
          <a:xfrm>
            <a:off x="415600" y="6119336"/>
            <a:ext cx="9457204" cy="738664"/>
          </a:xfrm>
          <a:prstGeom prst="rect">
            <a:avLst/>
          </a:prstGeom>
          <a:noFill/>
        </p:spPr>
        <p:txBody>
          <a:bodyPr wrap="none" rtlCol="0">
            <a:spAutoFit/>
          </a:bodyPr>
          <a:lstStyle/>
          <a:p>
            <a:r>
              <a:rPr lang="en-IT" sz="1400" dirty="0"/>
              <a:t>Credit: Y. Bonescki Gumiel, L. Silva e Oliveira, V. Claveau, N. Grabar, E. Cabrera Paraiso, C. Moro, </a:t>
            </a:r>
          </a:p>
          <a:p>
            <a:r>
              <a:rPr lang="en-IT" sz="1400" dirty="0"/>
              <a:t> D. Ribeiro Carvalho. 2021. </a:t>
            </a:r>
            <a:r>
              <a:rPr lang="en-IT" sz="1400" i="1" dirty="0"/>
              <a:t>Temporal Relation Extraction in Clinical Texts: A Systematic Review. ACM Comput. Surv.</a:t>
            </a:r>
            <a:r>
              <a:rPr lang="en-IT" sz="1400" dirty="0"/>
              <a:t> </a:t>
            </a:r>
          </a:p>
          <a:p>
            <a:r>
              <a:rPr lang="en-IT" sz="1400" dirty="0"/>
              <a:t>54, 7 </a:t>
            </a:r>
            <a:r>
              <a:rPr lang="en-GB" sz="1400" dirty="0">
                <a:hlinkClick r:id="rId4"/>
              </a:rPr>
              <a:t>https://doi.org/10.1145/3462475</a:t>
            </a:r>
            <a:endParaRPr lang="en-IT" sz="1400" dirty="0"/>
          </a:p>
        </p:txBody>
      </p:sp>
    </p:spTree>
    <p:extLst>
      <p:ext uri="{BB962C8B-B14F-4D97-AF65-F5344CB8AC3E}">
        <p14:creationId xmlns:p14="http://schemas.microsoft.com/office/powerpoint/2010/main" val="38637382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F09A5E2-2B70-1998-D166-FC2E0B35E455}"/>
              </a:ext>
            </a:extLst>
          </p:cNvPr>
          <p:cNvSpPr txBox="1"/>
          <p:nvPr/>
        </p:nvSpPr>
        <p:spPr>
          <a:xfrm>
            <a:off x="8688000" y="6360000"/>
            <a:ext cx="33180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dirty="0">
                <a:cs typeface="Arial"/>
              </a:rPr>
              <a:t>Image: </a:t>
            </a:r>
            <a:r>
              <a:rPr lang="en-US" sz="1000" dirty="0">
                <a:ea typeface="+mn-lt"/>
                <a:cs typeface="+mn-lt"/>
              </a:rPr>
              <a:t>https://</a:t>
            </a:r>
            <a:r>
              <a:rPr lang="en-US" sz="1000" dirty="0" err="1">
                <a:ea typeface="+mn-lt"/>
                <a:cs typeface="+mn-lt"/>
              </a:rPr>
              <a:t>dl.acm.org</a:t>
            </a:r>
            <a:r>
              <a:rPr lang="en-US" sz="1000" dirty="0">
                <a:ea typeface="+mn-lt"/>
                <a:cs typeface="+mn-lt"/>
              </a:rPr>
              <a:t>/</a:t>
            </a:r>
            <a:r>
              <a:rPr lang="en-US" sz="1000" dirty="0" err="1">
                <a:ea typeface="+mn-lt"/>
                <a:cs typeface="+mn-lt"/>
              </a:rPr>
              <a:t>doi</a:t>
            </a:r>
            <a:r>
              <a:rPr lang="en-US" sz="1000" dirty="0">
                <a:ea typeface="+mn-lt"/>
                <a:cs typeface="+mn-lt"/>
              </a:rPr>
              <a:t>/</a:t>
            </a:r>
            <a:r>
              <a:rPr lang="en-US" sz="1000" dirty="0" err="1">
                <a:ea typeface="+mn-lt"/>
                <a:cs typeface="+mn-lt"/>
              </a:rPr>
              <a:t>fullHtml</a:t>
            </a:r>
            <a:r>
              <a:rPr lang="en-US" sz="1000" dirty="0">
                <a:ea typeface="+mn-lt"/>
                <a:cs typeface="+mn-lt"/>
              </a:rPr>
              <a:t>/10.1145/3462475</a:t>
            </a:r>
            <a:endParaRPr lang="en-US" sz="1000" dirty="0"/>
          </a:p>
        </p:txBody>
      </p:sp>
      <p:pic>
        <p:nvPicPr>
          <p:cNvPr id="2" name="Picture 1">
            <a:extLst>
              <a:ext uri="{FF2B5EF4-FFF2-40B4-BE49-F238E27FC236}">
                <a16:creationId xmlns:a16="http://schemas.microsoft.com/office/drawing/2014/main" id="{81D497EC-1B4F-50B9-ED14-333E97D6BBF7}"/>
              </a:ext>
            </a:extLst>
          </p:cNvPr>
          <p:cNvPicPr>
            <a:picLocks noChangeAspect="1"/>
          </p:cNvPicPr>
          <p:nvPr/>
        </p:nvPicPr>
        <p:blipFill>
          <a:blip r:embed="rId3"/>
          <a:stretch>
            <a:fillRect/>
          </a:stretch>
        </p:blipFill>
        <p:spPr>
          <a:xfrm>
            <a:off x="923738" y="92136"/>
            <a:ext cx="7350685" cy="6511241"/>
          </a:xfrm>
          <a:prstGeom prst="rect">
            <a:avLst/>
          </a:prstGeom>
        </p:spPr>
      </p:pic>
    </p:spTree>
    <p:extLst>
      <p:ext uri="{BB962C8B-B14F-4D97-AF65-F5344CB8AC3E}">
        <p14:creationId xmlns:p14="http://schemas.microsoft.com/office/powerpoint/2010/main" val="26025713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629CA-8896-026A-46D7-674C7A1268AC}"/>
              </a:ext>
            </a:extLst>
          </p:cNvPr>
          <p:cNvSpPr>
            <a:spLocks noGrp="1"/>
          </p:cNvSpPr>
          <p:nvPr>
            <p:ph type="title"/>
          </p:nvPr>
        </p:nvSpPr>
        <p:spPr/>
        <p:txBody>
          <a:bodyPr>
            <a:normAutofit fontScale="90000"/>
          </a:bodyPr>
          <a:lstStyle/>
          <a:p>
            <a:r>
              <a:rPr lang="en-IT" dirty="0"/>
              <a:t>RICONOSCERE RELAZIONI TEMPORALI IN FREE TEXT CLINICAL NOTES</a:t>
            </a:r>
          </a:p>
        </p:txBody>
      </p:sp>
      <p:pic>
        <p:nvPicPr>
          <p:cNvPr id="5" name="Picture 4">
            <a:extLst>
              <a:ext uri="{FF2B5EF4-FFF2-40B4-BE49-F238E27FC236}">
                <a16:creationId xmlns:a16="http://schemas.microsoft.com/office/drawing/2014/main" id="{9A68BCE8-C27A-0166-495F-188551CF3879}"/>
              </a:ext>
            </a:extLst>
          </p:cNvPr>
          <p:cNvPicPr>
            <a:picLocks noChangeAspect="1"/>
          </p:cNvPicPr>
          <p:nvPr/>
        </p:nvPicPr>
        <p:blipFill>
          <a:blip r:embed="rId2"/>
          <a:stretch>
            <a:fillRect/>
          </a:stretch>
        </p:blipFill>
        <p:spPr>
          <a:xfrm>
            <a:off x="415600" y="1722474"/>
            <a:ext cx="10258564" cy="2785730"/>
          </a:xfrm>
          <a:prstGeom prst="rect">
            <a:avLst/>
          </a:prstGeom>
        </p:spPr>
      </p:pic>
    </p:spTree>
    <p:extLst>
      <p:ext uri="{BB962C8B-B14F-4D97-AF65-F5344CB8AC3E}">
        <p14:creationId xmlns:p14="http://schemas.microsoft.com/office/powerpoint/2010/main" val="374453916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0.2"/>
</p:tagLst>
</file>

<file path=ppt/tags/tag2.xml><?xml version="1.0" encoding="utf-8"?>
<p:tagLst xmlns:a="http://schemas.openxmlformats.org/drawingml/2006/main" xmlns:r="http://schemas.openxmlformats.org/officeDocument/2006/relationships" xmlns:p="http://schemas.openxmlformats.org/presentationml/2006/main">
  <p:tag name="TIMING" val="|0.3|0.8|0.2|0.4|0.2|0.2|0.2|0.2|0.4"/>
</p:tagLst>
</file>

<file path=ppt/theme/theme1.xml><?xml version="1.0" encoding="utf-8"?>
<a:theme xmlns:a="http://schemas.openxmlformats.org/drawingml/2006/main" name="Office Theme">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erene">
  <a:themeElements>
    <a:clrScheme name="">
      <a:dk1>
        <a:srgbClr val="75BAFF"/>
      </a:dk1>
      <a:lt1>
        <a:srgbClr val="FFFFFF"/>
      </a:lt1>
      <a:dk2>
        <a:srgbClr val="FFCC99"/>
      </a:dk2>
      <a:lt2>
        <a:srgbClr val="FFFFFF"/>
      </a:lt2>
      <a:accent1>
        <a:srgbClr val="66FF33"/>
      </a:accent1>
      <a:accent2>
        <a:srgbClr val="FFFF00"/>
      </a:accent2>
      <a:accent3>
        <a:srgbClr val="FFE2CA"/>
      </a:accent3>
      <a:accent4>
        <a:srgbClr val="DADADA"/>
      </a:accent4>
      <a:accent5>
        <a:srgbClr val="B8FFAD"/>
      </a:accent5>
      <a:accent6>
        <a:srgbClr val="E7E700"/>
      </a:accent6>
      <a:hlink>
        <a:srgbClr val="BDD7E5"/>
      </a:hlink>
      <a:folHlink>
        <a:srgbClr val="FF66FF"/>
      </a:folHlink>
    </a:clrScheme>
    <a:fontScheme name="Serene">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w="12700" cap="flat" cmpd="sng" algn="ctr">
          <a:solidFill>
            <a:schemeClr val="accent1"/>
          </a:solidFill>
          <a:prstDash val="solid"/>
          <a:round/>
          <a:headEnd type="none" w="med" len="med"/>
          <a:tailEnd type="none" w="med" len="med"/>
        </a:ln>
        <a:effectLst/>
        <a:extLst>
          <a:ext uri="{909E8E84-426E-40DD-AFC4-6F175D3DCCD1}">
            <a14:hiddenFill xmlns:a14="http://schemas.microsoft.com/office/drawing/2010/main">
              <a:solidFill>
                <a:srgbClr val="00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91440" rIns="91440" bIns="91440" numCol="1" anchor="ctr"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tab pos="569913" algn="l"/>
          </a:tabLst>
          <a:defRPr kumimoji="0" lang="en-US" altLang="en-IT" sz="2400" b="1" i="0" u="none" strike="noStrike" cap="none" normalizeH="0" baseline="0" smtClean="0">
            <a:ln>
              <a:noFill/>
            </a:ln>
            <a:solidFill>
              <a:schemeClr val="accent2"/>
            </a:solidFill>
            <a:effectLst/>
            <a:latin typeface="Tahoma" panose="020B0604030504040204" pitchFamily="34" charset="0"/>
          </a:defRPr>
        </a:defPPr>
      </a:lstStyle>
    </a:spDef>
    <a:lnDef>
      <a:spPr bwMode="auto">
        <a:xfrm>
          <a:off x="0" y="0"/>
          <a:ext cx="1" cy="1"/>
        </a:xfrm>
        <a:custGeom>
          <a:avLst/>
          <a:gdLst/>
          <a:ahLst/>
          <a:cxnLst/>
          <a:rect l="0" t="0" r="0" b="0"/>
          <a:pathLst/>
        </a:custGeom>
        <a:noFill/>
        <a:ln w="12700" cap="flat" cmpd="sng" algn="ctr">
          <a:solidFill>
            <a:schemeClr val="accent1"/>
          </a:solidFill>
          <a:prstDash val="solid"/>
          <a:round/>
          <a:headEnd type="none" w="med" len="med"/>
          <a:tailEnd type="none" w="med" len="med"/>
        </a:ln>
        <a:effectLst/>
        <a:extLst>
          <a:ext uri="{909E8E84-426E-40DD-AFC4-6F175D3DCCD1}">
            <a14:hiddenFill xmlns:a14="http://schemas.microsoft.com/office/drawing/2010/main">
              <a:solidFill>
                <a:srgbClr val="000000"/>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91440" rIns="91440" bIns="91440" numCol="1" anchor="ctr" anchorCtr="0" compatLnSpc="1">
        <a:prstTxWarp prst="textNoShape">
          <a:avLst/>
        </a:prstTxWarp>
        <a:spAutoFit/>
      </a:bodyPr>
      <a:lstStyle>
        <a:defPPr marL="0" marR="0" indent="0" algn="l" defTabSz="914400" rtl="0" eaLnBrk="0" fontAlgn="base" latinLnBrk="0" hangingPunct="0">
          <a:lnSpc>
            <a:spcPct val="100000"/>
          </a:lnSpc>
          <a:spcBef>
            <a:spcPct val="0"/>
          </a:spcBef>
          <a:spcAft>
            <a:spcPct val="0"/>
          </a:spcAft>
          <a:buClrTx/>
          <a:buSzTx/>
          <a:buFontTx/>
          <a:buNone/>
          <a:tabLst>
            <a:tab pos="569913" algn="l"/>
          </a:tabLst>
          <a:defRPr kumimoji="0" lang="en-US" altLang="en-IT" sz="2400" b="1" i="0" u="none" strike="noStrike" cap="none" normalizeH="0" baseline="0" smtClean="0">
            <a:ln>
              <a:noFill/>
            </a:ln>
            <a:solidFill>
              <a:schemeClr val="accent2"/>
            </a:solidFill>
            <a:effectLst/>
            <a:latin typeface="Tahoma" panose="020B0604030504040204" pitchFamily="34" charset="0"/>
          </a:defRPr>
        </a:defPPr>
      </a:lstStyle>
    </a:lnDef>
  </a:objectDefaults>
  <a:extraClrSchemeLst>
    <a:extraClrScheme>
      <a:clrScheme name="Serene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Serene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Serene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CC7F809-A434-4A8D-A127-1C50C2DB3890}">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2.xml><?xml version="1.0" encoding="utf-8"?>
<ds:datastoreItem xmlns:ds="http://schemas.openxmlformats.org/officeDocument/2006/customXml" ds:itemID="{4DC6F004-8F9D-4F40-8394-6C4C67F70915}">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D5826B4-4DD2-4A9B-8D6D-E91CF9C2316C}">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Gallery</Template>
  <TotalTime>10373</TotalTime>
  <Words>2712</Words>
  <Application>Microsoft Macintosh PowerPoint</Application>
  <PresentationFormat>Widescreen</PresentationFormat>
  <Paragraphs>389</Paragraphs>
  <Slides>30</Slides>
  <Notes>18</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30</vt:i4>
      </vt:variant>
    </vt:vector>
  </HeadingPairs>
  <TitlesOfParts>
    <vt:vector size="42" baseType="lpstr">
      <vt:lpstr>Arial Unicode MS</vt:lpstr>
      <vt:lpstr>Arial</vt:lpstr>
      <vt:lpstr>Calibri</vt:lpstr>
      <vt:lpstr>Courier New</vt:lpstr>
      <vt:lpstr>Roboto</vt:lpstr>
      <vt:lpstr>Tahoma</vt:lpstr>
      <vt:lpstr>Tenorite</vt:lpstr>
      <vt:lpstr>Times New Roman</vt:lpstr>
      <vt:lpstr>Wingdings</vt:lpstr>
      <vt:lpstr>Office Theme</vt:lpstr>
      <vt:lpstr>Simple Light</vt:lpstr>
      <vt:lpstr>Serene</vt:lpstr>
      <vt:lpstr>Biomedical/ Healthcare NER  &amp; Relation Extraction</vt:lpstr>
      <vt:lpstr>Tools for Biomedical Entity Extraction</vt:lpstr>
      <vt:lpstr>PowerPoint Presentation</vt:lpstr>
      <vt:lpstr>UMLS: Unified Medical Language System </vt:lpstr>
      <vt:lpstr>UMLS consists of</vt:lpstr>
      <vt:lpstr>UMLS Objectives</vt:lpstr>
      <vt:lpstr>Metathesaurus: clusters terms by meaning</vt:lpstr>
      <vt:lpstr>Organization of Concepts</vt:lpstr>
      <vt:lpstr>Semantic Network</vt:lpstr>
      <vt:lpstr>54 Semantic Relationships</vt:lpstr>
      <vt:lpstr>Semantic Network Relationships</vt:lpstr>
      <vt:lpstr>Why have a Semantic Network?</vt:lpstr>
      <vt:lpstr>Common Biomedical Relation Extraction Tasks</vt:lpstr>
      <vt:lpstr>Chemical-protein interactions (CHEMPROT)  </vt:lpstr>
      <vt:lpstr> </vt:lpstr>
      <vt:lpstr>Medical Relation Extraction</vt:lpstr>
      <vt:lpstr>Existing Work on Biomedical Relation Extraction</vt:lpstr>
      <vt:lpstr>Existing Work on Biomedical Relation Extraction- Supervised Learning </vt:lpstr>
      <vt:lpstr>Features</vt:lpstr>
      <vt:lpstr>Existing Work on Biomedical Relation Extraction </vt:lpstr>
      <vt:lpstr>Existing Work on Biomedical Relation Extraction- Distant Supervision</vt:lpstr>
      <vt:lpstr>Distant supervision: limitations </vt:lpstr>
      <vt:lpstr>TEMPORAL RELATIONS in CLINICAL TEXT</vt:lpstr>
      <vt:lpstr>PowerPoint Presentation</vt:lpstr>
      <vt:lpstr>PowerPoint Presentation</vt:lpstr>
      <vt:lpstr>PowerPoint Presentation</vt:lpstr>
      <vt:lpstr>PowerPoint Presentation</vt:lpstr>
      <vt:lpstr>Relazioni temporali</vt:lpstr>
      <vt:lpstr>PowerPoint Presentation</vt:lpstr>
      <vt:lpstr>RICONOSCERE RELAZIONI TEMPORALI IN FREE TEXT CLINICAL NOTES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
  <cp:lastModifiedBy>Di Eugenio, Barbara</cp:lastModifiedBy>
  <cp:revision>127</cp:revision>
  <dcterms:created xsi:type="dcterms:W3CDTF">2023-06-09T17:18:05Z</dcterms:created>
  <dcterms:modified xsi:type="dcterms:W3CDTF">2026-05-11T20:20:20Z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