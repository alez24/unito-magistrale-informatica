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1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12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15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90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9" r:id="rId4"/>
    <p:sldId id="262" r:id="rId5"/>
    <p:sldId id="274" r:id="rId6"/>
    <p:sldId id="275" r:id="rId7"/>
    <p:sldId id="330" r:id="rId8"/>
    <p:sldId id="331" r:id="rId9"/>
    <p:sldId id="316" r:id="rId10"/>
    <p:sldId id="277" r:id="rId11"/>
    <p:sldId id="276" r:id="rId12"/>
    <p:sldId id="332" r:id="rId13"/>
    <p:sldId id="333" r:id="rId14"/>
    <p:sldId id="278" r:id="rId15"/>
    <p:sldId id="280" r:id="rId16"/>
    <p:sldId id="282" r:id="rId17"/>
    <p:sldId id="283" r:id="rId18"/>
    <p:sldId id="284" r:id="rId19"/>
    <p:sldId id="285" r:id="rId20"/>
    <p:sldId id="298" r:id="rId21"/>
    <p:sldId id="299" r:id="rId22"/>
    <p:sldId id="279" r:id="rId23"/>
    <p:sldId id="325" r:id="rId24"/>
    <p:sldId id="288" r:id="rId25"/>
    <p:sldId id="289" r:id="rId26"/>
    <p:sldId id="293" r:id="rId27"/>
    <p:sldId id="294" r:id="rId28"/>
    <p:sldId id="292" r:id="rId29"/>
    <p:sldId id="326" r:id="rId30"/>
    <p:sldId id="301" r:id="rId31"/>
    <p:sldId id="303" r:id="rId32"/>
    <p:sldId id="304" r:id="rId33"/>
    <p:sldId id="335" r:id="rId34"/>
    <p:sldId id="328" r:id="rId35"/>
    <p:sldId id="307" r:id="rId36"/>
    <p:sldId id="321" r:id="rId37"/>
    <p:sldId id="329" r:id="rId38"/>
    <p:sldId id="323" r:id="rId39"/>
    <p:sldId id="319" r:id="rId40"/>
    <p:sldId id="260" r:id="rId41"/>
    <p:sldId id="297" r:id="rId42"/>
    <p:sldId id="295" r:id="rId43"/>
    <p:sldId id="290" r:id="rId44"/>
    <p:sldId id="287" r:id="rId45"/>
    <p:sldId id="315" r:id="rId46"/>
    <p:sldId id="302" r:id="rId47"/>
    <p:sldId id="327" r:id="rId48"/>
    <p:sldId id="306" r:id="rId49"/>
    <p:sldId id="318" r:id="rId50"/>
    <p:sldId id="314" r:id="rId51"/>
    <p:sldId id="308" r:id="rId52"/>
    <p:sldId id="309" r:id="rId53"/>
    <p:sldId id="310" r:id="rId54"/>
    <p:sldId id="311" r:id="rId55"/>
    <p:sldId id="312" r:id="rId56"/>
    <p:sldId id="317" r:id="rId57"/>
    <p:sldId id="320" r:id="rId58"/>
    <p:sldId id="322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49"/>
    <p:restoredTop sz="96400"/>
  </p:normalViewPr>
  <p:slideViewPr>
    <p:cSldViewPr snapToGrid="0">
      <p:cViewPr varScale="1">
        <p:scale>
          <a:sx n="101" d="100"/>
          <a:sy n="101" d="100"/>
        </p:scale>
        <p:origin x="20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400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CR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Groung Modality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7D6-1646-B1A1-75EA1933EB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E7D6-1646-B1A1-75EA1933EB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E7D6-1646-B1A1-75EA1933EBC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8648537367740695"/>
                      <c:h val="0.406079897547021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7D6-1646-B1A1-75EA1933EBC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3644531686375895"/>
                      <c:h val="0.406079897547021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E7D6-1646-B1A1-75EA1933EBC7}"/>
                </c:ext>
              </c:extLst>
            </c:dLbl>
            <c:dLbl>
              <c:idx val="2"/>
              <c:layout>
                <c:manualLayout>
                  <c:x val="4.6615917396785875E-2"/>
                  <c:y val="0.1060724734181385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43545331226759865"/>
                      <c:h val="0.3046927454660612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7D6-1646-B1A1-75EA1933EB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Visual</c:v>
                </c:pt>
                <c:pt idx="1">
                  <c:v>Auditory</c:v>
                </c:pt>
                <c:pt idx="2">
                  <c:v>Kinesthetic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49.3</c:v>
                </c:pt>
                <c:pt idx="1">
                  <c:v>28.2</c:v>
                </c:pt>
                <c:pt idx="2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D6-1646-B1A1-75EA1933EBC7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4" Type="http://schemas.openxmlformats.org/officeDocument/2006/relationships/image" Target="../media/image39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svg"/><Relationship Id="rId1" Type="http://schemas.openxmlformats.org/officeDocument/2006/relationships/image" Target="../media/image56.svg"/><Relationship Id="rId4" Type="http://schemas.openxmlformats.org/officeDocument/2006/relationships/image" Target="../media/image59.sv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svg"/><Relationship Id="rId1" Type="http://schemas.openxmlformats.org/officeDocument/2006/relationships/image" Target="../media/image61.svg"/><Relationship Id="rId4" Type="http://schemas.openxmlformats.org/officeDocument/2006/relationships/image" Target="../media/image64.svg"/></Relationships>
</file>

<file path=ppt/diagrams/_rels/data2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690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4" Type="http://schemas.openxmlformats.org/officeDocument/2006/relationships/image" Target="../media/image39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svg"/><Relationship Id="rId1" Type="http://schemas.openxmlformats.org/officeDocument/2006/relationships/image" Target="../media/image56.svg"/><Relationship Id="rId4" Type="http://schemas.openxmlformats.org/officeDocument/2006/relationships/image" Target="../media/image59.sv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svg"/><Relationship Id="rId1" Type="http://schemas.openxmlformats.org/officeDocument/2006/relationships/image" Target="../media/image61.svg"/><Relationship Id="rId4" Type="http://schemas.openxmlformats.org/officeDocument/2006/relationships/image" Target="../media/image6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21E1E2-9DB0-4DF9-8D2C-AC8D0223B964}" type="doc">
      <dgm:prSet loTypeId="urn:microsoft.com/office/officeart/2018/2/layout/IconVerticalSolidList" loCatId="icon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6855C9C-B842-4F73-B2A1-E6E829E9CF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Method for analyzing data predominantly using graphical techniques </a:t>
          </a:r>
        </a:p>
      </dgm:t>
    </dgm:pt>
    <dgm:pt modelId="{D7B6C5DC-2C2A-4EB0-93AC-DF4B2AC1D339}" type="parTrans" cxnId="{713F6D62-5CAB-4E3A-8DA2-1A7A58935E58}">
      <dgm:prSet/>
      <dgm:spPr/>
      <dgm:t>
        <a:bodyPr/>
        <a:lstStyle/>
        <a:p>
          <a:endParaRPr lang="en-US"/>
        </a:p>
      </dgm:t>
    </dgm:pt>
    <dgm:pt modelId="{0CBD9B9C-E97A-4EDF-B22C-F71FAE94B874}" type="sibTrans" cxnId="{713F6D62-5CAB-4E3A-8DA2-1A7A58935E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1990DC-B69E-4415-8E30-A66720EA322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Gain valuable insights into the information that can be gathered from the data</a:t>
          </a:r>
        </a:p>
      </dgm:t>
    </dgm:pt>
    <dgm:pt modelId="{16C077DA-85A8-4631-9009-3A9314FE44B8}" type="parTrans" cxnId="{9B12847A-9023-457F-B2E6-1DE4E65D71E5}">
      <dgm:prSet/>
      <dgm:spPr/>
      <dgm:t>
        <a:bodyPr/>
        <a:lstStyle/>
        <a:p>
          <a:endParaRPr lang="en-US"/>
        </a:p>
      </dgm:t>
    </dgm:pt>
    <dgm:pt modelId="{59768152-699C-4C53-A53D-8908AF164ACF}" type="sibTrans" cxnId="{9B12847A-9023-457F-B2E6-1DE4E65D71E5}">
      <dgm:prSet/>
      <dgm:spPr/>
      <dgm:t>
        <a:bodyPr/>
        <a:lstStyle/>
        <a:p>
          <a:endParaRPr lang="en-US"/>
        </a:p>
      </dgm:t>
    </dgm:pt>
    <dgm:pt modelId="{FE0FA744-22B5-47FF-A8AB-0E1284E8B4FC}" type="pres">
      <dgm:prSet presAssocID="{3921E1E2-9DB0-4DF9-8D2C-AC8D0223B964}" presName="root" presStyleCnt="0">
        <dgm:presLayoutVars>
          <dgm:dir/>
          <dgm:resizeHandles val="exact"/>
        </dgm:presLayoutVars>
      </dgm:prSet>
      <dgm:spPr/>
    </dgm:pt>
    <dgm:pt modelId="{43998CC5-E57A-47A2-9945-65C1A7E3BDA7}" type="pres">
      <dgm:prSet presAssocID="{86855C9C-B842-4F73-B2A1-E6E829E9CF58}" presName="compNode" presStyleCnt="0"/>
      <dgm:spPr/>
    </dgm:pt>
    <dgm:pt modelId="{86C49BE3-615B-4D90-9908-9E62FC84FD89}" type="pres">
      <dgm:prSet presAssocID="{86855C9C-B842-4F73-B2A1-E6E829E9CF58}" presName="bgRect" presStyleLbl="bgShp" presStyleIdx="0" presStyleCnt="2"/>
      <dgm:spPr/>
    </dgm:pt>
    <dgm:pt modelId="{67913C45-352A-435D-8786-103BDF2355D5}" type="pres">
      <dgm:prSet presAssocID="{86855C9C-B842-4F73-B2A1-E6E829E9CF5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9F105C0-C2D6-4807-AE6C-8ECE4330EDE9}" type="pres">
      <dgm:prSet presAssocID="{86855C9C-B842-4F73-B2A1-E6E829E9CF58}" presName="spaceRect" presStyleCnt="0"/>
      <dgm:spPr/>
    </dgm:pt>
    <dgm:pt modelId="{3F4CE5D8-0E51-4586-8580-F49F99E3EF47}" type="pres">
      <dgm:prSet presAssocID="{86855C9C-B842-4F73-B2A1-E6E829E9CF58}" presName="parTx" presStyleLbl="revTx" presStyleIdx="0" presStyleCnt="2">
        <dgm:presLayoutVars>
          <dgm:chMax val="0"/>
          <dgm:chPref val="0"/>
        </dgm:presLayoutVars>
      </dgm:prSet>
      <dgm:spPr/>
    </dgm:pt>
    <dgm:pt modelId="{00129CC5-0E86-4A4F-B846-ECCF4ED0FAB3}" type="pres">
      <dgm:prSet presAssocID="{0CBD9B9C-E97A-4EDF-B22C-F71FAE94B874}" presName="sibTrans" presStyleCnt="0"/>
      <dgm:spPr/>
    </dgm:pt>
    <dgm:pt modelId="{9FA0D93F-3016-4598-875B-E966BC3AA96C}" type="pres">
      <dgm:prSet presAssocID="{D41990DC-B69E-4415-8E30-A66720EA3228}" presName="compNode" presStyleCnt="0"/>
      <dgm:spPr/>
    </dgm:pt>
    <dgm:pt modelId="{9B163529-F240-4094-82AF-90392CD17497}" type="pres">
      <dgm:prSet presAssocID="{D41990DC-B69E-4415-8E30-A66720EA3228}" presName="bgRect" presStyleLbl="bgShp" presStyleIdx="1" presStyleCnt="2"/>
      <dgm:spPr/>
    </dgm:pt>
    <dgm:pt modelId="{5DBDC3CC-50A9-4F54-953B-AB148CD1ECB9}" type="pres">
      <dgm:prSet presAssocID="{D41990DC-B69E-4415-8E30-A66720EA322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678C09A-C356-48D4-ABC0-3409126F2FF2}" type="pres">
      <dgm:prSet presAssocID="{D41990DC-B69E-4415-8E30-A66720EA3228}" presName="spaceRect" presStyleCnt="0"/>
      <dgm:spPr/>
    </dgm:pt>
    <dgm:pt modelId="{AF0CE5BD-EF94-4C9D-BC61-4F19D2D4FB2B}" type="pres">
      <dgm:prSet presAssocID="{D41990DC-B69E-4415-8E30-A66720EA322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CCA7A4C-0488-0D44-813B-5DA7F4D87CB3}" type="presOf" srcId="{3921E1E2-9DB0-4DF9-8D2C-AC8D0223B964}" destId="{FE0FA744-22B5-47FF-A8AB-0E1284E8B4FC}" srcOrd="0" destOrd="0" presId="urn:microsoft.com/office/officeart/2018/2/layout/IconVerticalSolidList"/>
    <dgm:cxn modelId="{713F6D62-5CAB-4E3A-8DA2-1A7A58935E58}" srcId="{3921E1E2-9DB0-4DF9-8D2C-AC8D0223B964}" destId="{86855C9C-B842-4F73-B2A1-E6E829E9CF58}" srcOrd="0" destOrd="0" parTransId="{D7B6C5DC-2C2A-4EB0-93AC-DF4B2AC1D339}" sibTransId="{0CBD9B9C-E97A-4EDF-B22C-F71FAE94B874}"/>
    <dgm:cxn modelId="{9B12847A-9023-457F-B2E6-1DE4E65D71E5}" srcId="{3921E1E2-9DB0-4DF9-8D2C-AC8D0223B964}" destId="{D41990DC-B69E-4415-8E30-A66720EA3228}" srcOrd="1" destOrd="0" parTransId="{16C077DA-85A8-4631-9009-3A9314FE44B8}" sibTransId="{59768152-699C-4C53-A53D-8908AF164ACF}"/>
    <dgm:cxn modelId="{39B6D17A-58C8-924E-AEEE-EBD889CCE274}" type="presOf" srcId="{D41990DC-B69E-4415-8E30-A66720EA3228}" destId="{AF0CE5BD-EF94-4C9D-BC61-4F19D2D4FB2B}" srcOrd="0" destOrd="0" presId="urn:microsoft.com/office/officeart/2018/2/layout/IconVerticalSolidList"/>
    <dgm:cxn modelId="{F5F54DBD-D4E6-C24E-970D-4B0E423809D9}" type="presOf" srcId="{86855C9C-B842-4F73-B2A1-E6E829E9CF58}" destId="{3F4CE5D8-0E51-4586-8580-F49F99E3EF47}" srcOrd="0" destOrd="0" presId="urn:microsoft.com/office/officeart/2018/2/layout/IconVerticalSolidList"/>
    <dgm:cxn modelId="{FB9F58C5-6CC7-C64E-8F54-1D2497165599}" type="presParOf" srcId="{FE0FA744-22B5-47FF-A8AB-0E1284E8B4FC}" destId="{43998CC5-E57A-47A2-9945-65C1A7E3BDA7}" srcOrd="0" destOrd="0" presId="urn:microsoft.com/office/officeart/2018/2/layout/IconVerticalSolidList"/>
    <dgm:cxn modelId="{A9CA00C2-C6C8-4042-BBC9-150CFAD09389}" type="presParOf" srcId="{43998CC5-E57A-47A2-9945-65C1A7E3BDA7}" destId="{86C49BE3-615B-4D90-9908-9E62FC84FD89}" srcOrd="0" destOrd="0" presId="urn:microsoft.com/office/officeart/2018/2/layout/IconVerticalSolidList"/>
    <dgm:cxn modelId="{F6BCC0F9-98BF-7542-8BAE-F2A7F1B4C4CD}" type="presParOf" srcId="{43998CC5-E57A-47A2-9945-65C1A7E3BDA7}" destId="{67913C45-352A-435D-8786-103BDF2355D5}" srcOrd="1" destOrd="0" presId="urn:microsoft.com/office/officeart/2018/2/layout/IconVerticalSolidList"/>
    <dgm:cxn modelId="{254C8A5C-72E4-FC44-8C81-EF1B30A89CBB}" type="presParOf" srcId="{43998CC5-E57A-47A2-9945-65C1A7E3BDA7}" destId="{C9F105C0-C2D6-4807-AE6C-8ECE4330EDE9}" srcOrd="2" destOrd="0" presId="urn:microsoft.com/office/officeart/2018/2/layout/IconVerticalSolidList"/>
    <dgm:cxn modelId="{3F7F8D84-778F-6A47-A23C-3BCCB4EEA127}" type="presParOf" srcId="{43998CC5-E57A-47A2-9945-65C1A7E3BDA7}" destId="{3F4CE5D8-0E51-4586-8580-F49F99E3EF47}" srcOrd="3" destOrd="0" presId="urn:microsoft.com/office/officeart/2018/2/layout/IconVerticalSolidList"/>
    <dgm:cxn modelId="{267A1649-D171-7244-80CA-509A05C64BEE}" type="presParOf" srcId="{FE0FA744-22B5-47FF-A8AB-0E1284E8B4FC}" destId="{00129CC5-0E86-4A4F-B846-ECCF4ED0FAB3}" srcOrd="1" destOrd="0" presId="urn:microsoft.com/office/officeart/2018/2/layout/IconVerticalSolidList"/>
    <dgm:cxn modelId="{2F174679-828C-DC44-958E-AE08EAEC7FAE}" type="presParOf" srcId="{FE0FA744-22B5-47FF-A8AB-0E1284E8B4FC}" destId="{9FA0D93F-3016-4598-875B-E966BC3AA96C}" srcOrd="2" destOrd="0" presId="urn:microsoft.com/office/officeart/2018/2/layout/IconVerticalSolidList"/>
    <dgm:cxn modelId="{6F088BA4-9D27-5342-B7DB-FBAE9BEBE5B5}" type="presParOf" srcId="{9FA0D93F-3016-4598-875B-E966BC3AA96C}" destId="{9B163529-F240-4094-82AF-90392CD17497}" srcOrd="0" destOrd="0" presId="urn:microsoft.com/office/officeart/2018/2/layout/IconVerticalSolidList"/>
    <dgm:cxn modelId="{F201A631-0A0D-724A-9D02-1103560FBE09}" type="presParOf" srcId="{9FA0D93F-3016-4598-875B-E966BC3AA96C}" destId="{5DBDC3CC-50A9-4F54-953B-AB148CD1ECB9}" srcOrd="1" destOrd="0" presId="urn:microsoft.com/office/officeart/2018/2/layout/IconVerticalSolidList"/>
    <dgm:cxn modelId="{89B2E946-A2FC-2E4E-99C8-0524CA6802C2}" type="presParOf" srcId="{9FA0D93F-3016-4598-875B-E966BC3AA96C}" destId="{8678C09A-C356-48D4-ABC0-3409126F2FF2}" srcOrd="2" destOrd="0" presId="urn:microsoft.com/office/officeart/2018/2/layout/IconVerticalSolidList"/>
    <dgm:cxn modelId="{226A38B0-9ECA-9240-A2AF-6A3A46C60D68}" type="presParOf" srcId="{9FA0D93F-3016-4598-875B-E966BC3AA96C}" destId="{AF0CE5BD-EF94-4C9D-BC61-4F19D2D4FB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CC4E9D-E168-4345-B51F-6CCCB96DB06C}" type="doc">
      <dgm:prSet loTypeId="urn:microsoft.com/office/officeart/2005/8/layout/process4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8C5BF01-652C-0A44-B790-740957471535}">
      <dgm:prSet custT="1"/>
      <dgm:spPr/>
      <dgm:t>
        <a:bodyPr/>
        <a:lstStyle/>
        <a:p>
          <a:r>
            <a:rPr lang="en-US" sz="2000" dirty="0"/>
            <a:t>Multiple people work together to interpret data </a:t>
          </a:r>
        </a:p>
      </dgm:t>
    </dgm:pt>
    <dgm:pt modelId="{EFA3B7E5-1A47-714C-A252-7BBB76C533D7}" type="parTrans" cxnId="{45F95708-E3EF-8149-B056-1FE2DFEFA718}">
      <dgm:prSet/>
      <dgm:spPr/>
      <dgm:t>
        <a:bodyPr/>
        <a:lstStyle/>
        <a:p>
          <a:endParaRPr lang="en-US" sz="2000"/>
        </a:p>
      </dgm:t>
    </dgm:pt>
    <dgm:pt modelId="{E5FD666E-EEC4-2246-A039-293E18F73432}" type="sibTrans" cxnId="{45F95708-E3EF-8149-B056-1FE2DFEFA718}">
      <dgm:prSet/>
      <dgm:spPr/>
      <dgm:t>
        <a:bodyPr/>
        <a:lstStyle/>
        <a:p>
          <a:endParaRPr lang="en-US" sz="2000"/>
        </a:p>
      </dgm:t>
    </dgm:pt>
    <dgm:pt modelId="{E42A37FA-B8B3-9140-8D51-71B96BC5C4FA}">
      <dgm:prSet custT="1"/>
      <dgm:spPr/>
      <dgm:t>
        <a:bodyPr/>
        <a:lstStyle/>
        <a:p>
          <a:r>
            <a:rPr lang="en-US" sz="2000" dirty="0"/>
            <a:t>Leverage the diverse perspectives</a:t>
          </a:r>
        </a:p>
      </dgm:t>
    </dgm:pt>
    <dgm:pt modelId="{76729C1A-E222-C14D-9484-8C307ACE35EE}" type="parTrans" cxnId="{805D8C6A-BE2E-2B4B-B248-7D79FFAA2391}">
      <dgm:prSet/>
      <dgm:spPr/>
      <dgm:t>
        <a:bodyPr/>
        <a:lstStyle/>
        <a:p>
          <a:endParaRPr lang="en-US" sz="2000"/>
        </a:p>
      </dgm:t>
    </dgm:pt>
    <dgm:pt modelId="{AF48F54D-3A58-8A4C-8F9C-C0C1F2FF0AE9}" type="sibTrans" cxnId="{805D8C6A-BE2E-2B4B-B248-7D79FFAA2391}">
      <dgm:prSet/>
      <dgm:spPr/>
      <dgm:t>
        <a:bodyPr/>
        <a:lstStyle/>
        <a:p>
          <a:endParaRPr lang="en-US" sz="2000"/>
        </a:p>
      </dgm:t>
    </dgm:pt>
    <dgm:pt modelId="{41A07798-B61E-4C4B-916E-7AE1AA984519}">
      <dgm:prSet custT="1"/>
      <dgm:spPr/>
      <dgm:t>
        <a:bodyPr/>
        <a:lstStyle/>
        <a:p>
          <a:r>
            <a:rPr lang="en-US" sz="2000" dirty="0"/>
            <a:t>Enhance sense-making and discover insights</a:t>
          </a:r>
        </a:p>
      </dgm:t>
    </dgm:pt>
    <dgm:pt modelId="{CF6F3D2E-A256-EF4C-99A3-41667BD8D300}" type="parTrans" cxnId="{292A1018-BBF1-AF49-A035-1DF34F90BE68}">
      <dgm:prSet/>
      <dgm:spPr/>
      <dgm:t>
        <a:bodyPr/>
        <a:lstStyle/>
        <a:p>
          <a:endParaRPr lang="en-US" sz="2000"/>
        </a:p>
      </dgm:t>
    </dgm:pt>
    <dgm:pt modelId="{4616EFB3-284A-D249-895B-04D42E012E73}" type="sibTrans" cxnId="{292A1018-BBF1-AF49-A035-1DF34F90BE68}">
      <dgm:prSet/>
      <dgm:spPr/>
      <dgm:t>
        <a:bodyPr/>
        <a:lstStyle/>
        <a:p>
          <a:endParaRPr lang="en-US" sz="2000"/>
        </a:p>
      </dgm:t>
    </dgm:pt>
    <dgm:pt modelId="{88257A7F-26C2-6E49-AD5E-4B0D80C8E902}">
      <dgm:prSet custT="1"/>
      <dgm:spPr/>
      <dgm:t>
        <a:bodyPr/>
        <a:lstStyle/>
        <a:p>
          <a:r>
            <a:rPr lang="en-US" sz="2000" dirty="0"/>
            <a:t>Traditional tools (Tableau , MS Excel , Plotly etc.) </a:t>
          </a:r>
          <a:r>
            <a:rPr lang="en-US" sz="2000" dirty="0">
              <a:sym typeface="Wingdings" pitchFamily="2" charset="2"/>
            </a:rPr>
            <a:t></a:t>
          </a:r>
          <a:r>
            <a:rPr lang="en-US" sz="2000" dirty="0"/>
            <a:t>designed typically for single user</a:t>
          </a:r>
        </a:p>
      </dgm:t>
    </dgm:pt>
    <dgm:pt modelId="{F558E5E9-7397-724E-9913-1C9DAFF43955}" type="parTrans" cxnId="{E449DB02-4B2A-6246-BE27-D190DBA7BCAA}">
      <dgm:prSet/>
      <dgm:spPr/>
      <dgm:t>
        <a:bodyPr/>
        <a:lstStyle/>
        <a:p>
          <a:endParaRPr lang="en-US" sz="2000"/>
        </a:p>
      </dgm:t>
    </dgm:pt>
    <dgm:pt modelId="{4E0234C3-6F5A-6C42-8877-7AB2FEA06E4E}" type="sibTrans" cxnId="{E449DB02-4B2A-6246-BE27-D190DBA7BCAA}">
      <dgm:prSet/>
      <dgm:spPr/>
      <dgm:t>
        <a:bodyPr/>
        <a:lstStyle/>
        <a:p>
          <a:endParaRPr lang="en-US" sz="2000"/>
        </a:p>
      </dgm:t>
    </dgm:pt>
    <dgm:pt modelId="{4E9312AF-B5D9-A940-9A62-0A603E3DBC47}">
      <dgm:prSet custT="1"/>
      <dgm:spPr/>
      <dgm:t>
        <a:bodyPr/>
        <a:lstStyle/>
        <a:p>
          <a:r>
            <a:rPr lang="en-US" sz="2000" dirty="0"/>
            <a:t>Challenge for collaborative exploratory analysis of data through visualizations</a:t>
          </a:r>
          <a:r>
            <a:rPr lang="en-US" sz="2000" baseline="30000" dirty="0"/>
            <a:t>[3,4,5]</a:t>
          </a:r>
          <a:endParaRPr lang="en-US" sz="2000" dirty="0"/>
        </a:p>
      </dgm:t>
    </dgm:pt>
    <dgm:pt modelId="{9D29B713-FD68-F243-BC3E-C8F976FE4814}" type="parTrans" cxnId="{8271B770-B14B-0B44-A8AB-CB86DF565A11}">
      <dgm:prSet/>
      <dgm:spPr/>
      <dgm:t>
        <a:bodyPr/>
        <a:lstStyle/>
        <a:p>
          <a:endParaRPr lang="en-US" sz="2000"/>
        </a:p>
      </dgm:t>
    </dgm:pt>
    <dgm:pt modelId="{7E468834-8D0C-D14C-BD9B-D1680993D9C2}" type="sibTrans" cxnId="{8271B770-B14B-0B44-A8AB-CB86DF565A11}">
      <dgm:prSet/>
      <dgm:spPr/>
      <dgm:t>
        <a:bodyPr/>
        <a:lstStyle/>
        <a:p>
          <a:endParaRPr lang="en-US" sz="2000"/>
        </a:p>
      </dgm:t>
    </dgm:pt>
    <dgm:pt modelId="{E56223CF-1EFF-054F-8943-204104A6B0A9}" type="pres">
      <dgm:prSet presAssocID="{5ECC4E9D-E168-4345-B51F-6CCCB96DB06C}" presName="Name0" presStyleCnt="0">
        <dgm:presLayoutVars>
          <dgm:dir/>
          <dgm:animLvl val="lvl"/>
          <dgm:resizeHandles val="exact"/>
        </dgm:presLayoutVars>
      </dgm:prSet>
      <dgm:spPr/>
    </dgm:pt>
    <dgm:pt modelId="{172B51C3-DBAE-0C47-B75B-EAA2ECF58946}" type="pres">
      <dgm:prSet presAssocID="{4E9312AF-B5D9-A940-9A62-0A603E3DBC47}" presName="boxAndChildren" presStyleCnt="0"/>
      <dgm:spPr/>
    </dgm:pt>
    <dgm:pt modelId="{72F87878-5A8A-E345-A5D4-8A11CD110DEA}" type="pres">
      <dgm:prSet presAssocID="{4E9312AF-B5D9-A940-9A62-0A603E3DBC47}" presName="parentTextBox" presStyleLbl="node1" presStyleIdx="0" presStyleCnt="5"/>
      <dgm:spPr/>
    </dgm:pt>
    <dgm:pt modelId="{855B8CAE-51BC-6941-88E2-1B8D9B82C992}" type="pres">
      <dgm:prSet presAssocID="{4E0234C3-6F5A-6C42-8877-7AB2FEA06E4E}" presName="sp" presStyleCnt="0"/>
      <dgm:spPr/>
    </dgm:pt>
    <dgm:pt modelId="{BE032DEE-7690-B34D-9DB8-0D9D2F64EE61}" type="pres">
      <dgm:prSet presAssocID="{88257A7F-26C2-6E49-AD5E-4B0D80C8E902}" presName="arrowAndChildren" presStyleCnt="0"/>
      <dgm:spPr/>
    </dgm:pt>
    <dgm:pt modelId="{3EA17D0E-15EE-4C44-842E-435EB814AA2A}" type="pres">
      <dgm:prSet presAssocID="{88257A7F-26C2-6E49-AD5E-4B0D80C8E902}" presName="parentTextArrow" presStyleLbl="node1" presStyleIdx="1" presStyleCnt="5"/>
      <dgm:spPr/>
    </dgm:pt>
    <dgm:pt modelId="{C41D6F5B-A05B-1F49-B880-E840B4F08D83}" type="pres">
      <dgm:prSet presAssocID="{4616EFB3-284A-D249-895B-04D42E012E73}" presName="sp" presStyleCnt="0"/>
      <dgm:spPr/>
    </dgm:pt>
    <dgm:pt modelId="{61542C09-303D-3D40-A861-98532A4BB459}" type="pres">
      <dgm:prSet presAssocID="{41A07798-B61E-4C4B-916E-7AE1AA984519}" presName="arrowAndChildren" presStyleCnt="0"/>
      <dgm:spPr/>
    </dgm:pt>
    <dgm:pt modelId="{31A4DF1B-A863-6D48-B564-C57E365F1E3F}" type="pres">
      <dgm:prSet presAssocID="{41A07798-B61E-4C4B-916E-7AE1AA984519}" presName="parentTextArrow" presStyleLbl="node1" presStyleIdx="2" presStyleCnt="5"/>
      <dgm:spPr/>
    </dgm:pt>
    <dgm:pt modelId="{6DF18E90-1DB6-8F46-9B03-7678E43D28AD}" type="pres">
      <dgm:prSet presAssocID="{AF48F54D-3A58-8A4C-8F9C-C0C1F2FF0AE9}" presName="sp" presStyleCnt="0"/>
      <dgm:spPr/>
    </dgm:pt>
    <dgm:pt modelId="{03A57715-4F96-BE47-909B-5406B58761DA}" type="pres">
      <dgm:prSet presAssocID="{E42A37FA-B8B3-9140-8D51-71B96BC5C4FA}" presName="arrowAndChildren" presStyleCnt="0"/>
      <dgm:spPr/>
    </dgm:pt>
    <dgm:pt modelId="{F45AC4A4-0641-6B40-BD7D-7DBFFD9767EC}" type="pres">
      <dgm:prSet presAssocID="{E42A37FA-B8B3-9140-8D51-71B96BC5C4FA}" presName="parentTextArrow" presStyleLbl="node1" presStyleIdx="3" presStyleCnt="5"/>
      <dgm:spPr/>
    </dgm:pt>
    <dgm:pt modelId="{AE391761-28E2-6947-AD08-A117BF741F84}" type="pres">
      <dgm:prSet presAssocID="{E5FD666E-EEC4-2246-A039-293E18F73432}" presName="sp" presStyleCnt="0"/>
      <dgm:spPr/>
    </dgm:pt>
    <dgm:pt modelId="{86897845-C50B-5643-A7B3-A00296F64260}" type="pres">
      <dgm:prSet presAssocID="{A8C5BF01-652C-0A44-B790-740957471535}" presName="arrowAndChildren" presStyleCnt="0"/>
      <dgm:spPr/>
    </dgm:pt>
    <dgm:pt modelId="{544A742C-6245-3A49-9847-622B1092E0B4}" type="pres">
      <dgm:prSet presAssocID="{A8C5BF01-652C-0A44-B790-740957471535}" presName="parentTextArrow" presStyleLbl="node1" presStyleIdx="4" presStyleCnt="5"/>
      <dgm:spPr/>
    </dgm:pt>
  </dgm:ptLst>
  <dgm:cxnLst>
    <dgm:cxn modelId="{E449DB02-4B2A-6246-BE27-D190DBA7BCAA}" srcId="{5ECC4E9D-E168-4345-B51F-6CCCB96DB06C}" destId="{88257A7F-26C2-6E49-AD5E-4B0D80C8E902}" srcOrd="3" destOrd="0" parTransId="{F558E5E9-7397-724E-9913-1C9DAFF43955}" sibTransId="{4E0234C3-6F5A-6C42-8877-7AB2FEA06E4E}"/>
    <dgm:cxn modelId="{45F95708-E3EF-8149-B056-1FE2DFEFA718}" srcId="{5ECC4E9D-E168-4345-B51F-6CCCB96DB06C}" destId="{A8C5BF01-652C-0A44-B790-740957471535}" srcOrd="0" destOrd="0" parTransId="{EFA3B7E5-1A47-714C-A252-7BBB76C533D7}" sibTransId="{E5FD666E-EEC4-2246-A039-293E18F73432}"/>
    <dgm:cxn modelId="{DD559A0E-3323-654E-A25F-CEF77D623807}" type="presOf" srcId="{41A07798-B61E-4C4B-916E-7AE1AA984519}" destId="{31A4DF1B-A863-6D48-B564-C57E365F1E3F}" srcOrd="0" destOrd="0" presId="urn:microsoft.com/office/officeart/2005/8/layout/process4"/>
    <dgm:cxn modelId="{292A1018-BBF1-AF49-A035-1DF34F90BE68}" srcId="{5ECC4E9D-E168-4345-B51F-6CCCB96DB06C}" destId="{41A07798-B61E-4C4B-916E-7AE1AA984519}" srcOrd="2" destOrd="0" parTransId="{CF6F3D2E-A256-EF4C-99A3-41667BD8D300}" sibTransId="{4616EFB3-284A-D249-895B-04D42E012E73}"/>
    <dgm:cxn modelId="{D45B2B51-C825-E64D-AB94-9AEC0615C218}" type="presOf" srcId="{A8C5BF01-652C-0A44-B790-740957471535}" destId="{544A742C-6245-3A49-9847-622B1092E0B4}" srcOrd="0" destOrd="0" presId="urn:microsoft.com/office/officeart/2005/8/layout/process4"/>
    <dgm:cxn modelId="{805D8C6A-BE2E-2B4B-B248-7D79FFAA2391}" srcId="{5ECC4E9D-E168-4345-B51F-6CCCB96DB06C}" destId="{E42A37FA-B8B3-9140-8D51-71B96BC5C4FA}" srcOrd="1" destOrd="0" parTransId="{76729C1A-E222-C14D-9484-8C307ACE35EE}" sibTransId="{AF48F54D-3A58-8A4C-8F9C-C0C1F2FF0AE9}"/>
    <dgm:cxn modelId="{8271B770-B14B-0B44-A8AB-CB86DF565A11}" srcId="{5ECC4E9D-E168-4345-B51F-6CCCB96DB06C}" destId="{4E9312AF-B5D9-A940-9A62-0A603E3DBC47}" srcOrd="4" destOrd="0" parTransId="{9D29B713-FD68-F243-BC3E-C8F976FE4814}" sibTransId="{7E468834-8D0C-D14C-BD9B-D1680993D9C2}"/>
    <dgm:cxn modelId="{64D6B870-ED15-CC4C-AD75-B4F143E807A1}" type="presOf" srcId="{4E9312AF-B5D9-A940-9A62-0A603E3DBC47}" destId="{72F87878-5A8A-E345-A5D4-8A11CD110DEA}" srcOrd="0" destOrd="0" presId="urn:microsoft.com/office/officeart/2005/8/layout/process4"/>
    <dgm:cxn modelId="{B11CB589-CD8F-7446-A4D5-FAA62FBC5020}" type="presOf" srcId="{5ECC4E9D-E168-4345-B51F-6CCCB96DB06C}" destId="{E56223CF-1EFF-054F-8943-204104A6B0A9}" srcOrd="0" destOrd="0" presId="urn:microsoft.com/office/officeart/2005/8/layout/process4"/>
    <dgm:cxn modelId="{094968D1-2660-6244-9D96-FCD610DA16EA}" type="presOf" srcId="{E42A37FA-B8B3-9140-8D51-71B96BC5C4FA}" destId="{F45AC4A4-0641-6B40-BD7D-7DBFFD9767EC}" srcOrd="0" destOrd="0" presId="urn:microsoft.com/office/officeart/2005/8/layout/process4"/>
    <dgm:cxn modelId="{C885A0EF-1724-C14C-88FA-F238D90B14EA}" type="presOf" srcId="{88257A7F-26C2-6E49-AD5E-4B0D80C8E902}" destId="{3EA17D0E-15EE-4C44-842E-435EB814AA2A}" srcOrd="0" destOrd="0" presId="urn:microsoft.com/office/officeart/2005/8/layout/process4"/>
    <dgm:cxn modelId="{4AA65096-AD56-5749-A984-CD321402BB59}" type="presParOf" srcId="{E56223CF-1EFF-054F-8943-204104A6B0A9}" destId="{172B51C3-DBAE-0C47-B75B-EAA2ECF58946}" srcOrd="0" destOrd="0" presId="urn:microsoft.com/office/officeart/2005/8/layout/process4"/>
    <dgm:cxn modelId="{5AB815DF-13C8-334C-85E7-00B3F47AD03E}" type="presParOf" srcId="{172B51C3-DBAE-0C47-B75B-EAA2ECF58946}" destId="{72F87878-5A8A-E345-A5D4-8A11CD110DEA}" srcOrd="0" destOrd="0" presId="urn:microsoft.com/office/officeart/2005/8/layout/process4"/>
    <dgm:cxn modelId="{23B81135-E220-D94F-BB58-40FD356F7922}" type="presParOf" srcId="{E56223CF-1EFF-054F-8943-204104A6B0A9}" destId="{855B8CAE-51BC-6941-88E2-1B8D9B82C992}" srcOrd="1" destOrd="0" presId="urn:microsoft.com/office/officeart/2005/8/layout/process4"/>
    <dgm:cxn modelId="{A819CBBA-6493-304C-B82E-53B82A103E1A}" type="presParOf" srcId="{E56223CF-1EFF-054F-8943-204104A6B0A9}" destId="{BE032DEE-7690-B34D-9DB8-0D9D2F64EE61}" srcOrd="2" destOrd="0" presId="urn:microsoft.com/office/officeart/2005/8/layout/process4"/>
    <dgm:cxn modelId="{2548098E-A480-A841-B23E-99E18BFB9508}" type="presParOf" srcId="{BE032DEE-7690-B34D-9DB8-0D9D2F64EE61}" destId="{3EA17D0E-15EE-4C44-842E-435EB814AA2A}" srcOrd="0" destOrd="0" presId="urn:microsoft.com/office/officeart/2005/8/layout/process4"/>
    <dgm:cxn modelId="{A1C83A59-D30B-7A4B-B182-30ADB43CE130}" type="presParOf" srcId="{E56223CF-1EFF-054F-8943-204104A6B0A9}" destId="{C41D6F5B-A05B-1F49-B880-E840B4F08D83}" srcOrd="3" destOrd="0" presId="urn:microsoft.com/office/officeart/2005/8/layout/process4"/>
    <dgm:cxn modelId="{37EE3FEF-33B4-A940-AF46-6E270630427A}" type="presParOf" srcId="{E56223CF-1EFF-054F-8943-204104A6B0A9}" destId="{61542C09-303D-3D40-A861-98532A4BB459}" srcOrd="4" destOrd="0" presId="urn:microsoft.com/office/officeart/2005/8/layout/process4"/>
    <dgm:cxn modelId="{066D4377-943E-EA47-9F15-B1DA043978CE}" type="presParOf" srcId="{61542C09-303D-3D40-A861-98532A4BB459}" destId="{31A4DF1B-A863-6D48-B564-C57E365F1E3F}" srcOrd="0" destOrd="0" presId="urn:microsoft.com/office/officeart/2005/8/layout/process4"/>
    <dgm:cxn modelId="{70D2ACE6-74A2-8647-990B-D5614DAF430A}" type="presParOf" srcId="{E56223CF-1EFF-054F-8943-204104A6B0A9}" destId="{6DF18E90-1DB6-8F46-9B03-7678E43D28AD}" srcOrd="5" destOrd="0" presId="urn:microsoft.com/office/officeart/2005/8/layout/process4"/>
    <dgm:cxn modelId="{42085AF7-6E22-744F-BA42-9C802E04B60D}" type="presParOf" srcId="{E56223CF-1EFF-054F-8943-204104A6B0A9}" destId="{03A57715-4F96-BE47-909B-5406B58761DA}" srcOrd="6" destOrd="0" presId="urn:microsoft.com/office/officeart/2005/8/layout/process4"/>
    <dgm:cxn modelId="{AF6C8C5A-AC4D-4E49-9D0E-903AE2E49187}" type="presParOf" srcId="{03A57715-4F96-BE47-909B-5406B58761DA}" destId="{F45AC4A4-0641-6B40-BD7D-7DBFFD9767EC}" srcOrd="0" destOrd="0" presId="urn:microsoft.com/office/officeart/2005/8/layout/process4"/>
    <dgm:cxn modelId="{115B6317-3959-924C-B446-C5A91F071F71}" type="presParOf" srcId="{E56223CF-1EFF-054F-8943-204104A6B0A9}" destId="{AE391761-28E2-6947-AD08-A117BF741F84}" srcOrd="7" destOrd="0" presId="urn:microsoft.com/office/officeart/2005/8/layout/process4"/>
    <dgm:cxn modelId="{8A5FF1CA-ACA4-3245-869A-9339B3A89AD4}" type="presParOf" srcId="{E56223CF-1EFF-054F-8943-204104A6B0A9}" destId="{86897845-C50B-5643-A7B3-A00296F64260}" srcOrd="8" destOrd="0" presId="urn:microsoft.com/office/officeart/2005/8/layout/process4"/>
    <dgm:cxn modelId="{F40841DB-A940-4241-AAA2-69EAD3BC05A9}" type="presParOf" srcId="{86897845-C50B-5643-A7B3-A00296F64260}" destId="{544A742C-6245-3A49-9847-622B1092E0B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CCBC90-B88D-9E41-84E5-F819EA20626F}" type="doc">
      <dgm:prSet loTypeId="urn:microsoft.com/office/officeart/2005/8/layout/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FFD27C9-7F25-7D4F-BF5C-81F1AEBCD82A}">
      <dgm:prSet phldrT="[Text]"/>
      <dgm:spPr/>
      <dgm:t>
        <a:bodyPr/>
        <a:lstStyle/>
        <a:p>
          <a:r>
            <a:rPr lang="en-US" dirty="0"/>
            <a:t>Part </a:t>
          </a:r>
          <a:r>
            <a:rPr lang="en-US"/>
            <a:t>- 1</a:t>
          </a:r>
          <a:endParaRPr lang="en-US" dirty="0"/>
        </a:p>
      </dgm:t>
    </dgm:pt>
    <dgm:pt modelId="{5545978E-F7D9-4543-B58E-515453D2AA2B}" type="parTrans" cxnId="{25E50A57-5686-1A4B-A827-A0D9B1E0EA41}">
      <dgm:prSet/>
      <dgm:spPr/>
      <dgm:t>
        <a:bodyPr/>
        <a:lstStyle/>
        <a:p>
          <a:endParaRPr lang="en-US"/>
        </a:p>
      </dgm:t>
    </dgm:pt>
    <dgm:pt modelId="{E0190DE6-C8D1-AD43-B070-56BC41BE81F2}" type="sibTrans" cxnId="{25E50A57-5686-1A4B-A827-A0D9B1E0EA41}">
      <dgm:prSet/>
      <dgm:spPr/>
      <dgm:t>
        <a:bodyPr/>
        <a:lstStyle/>
        <a:p>
          <a:endParaRPr lang="en-US"/>
        </a:p>
      </dgm:t>
    </dgm:pt>
    <dgm:pt modelId="{14D0FFD3-00AC-8948-A773-18BD43DCCF15}">
      <dgm:prSet phldrT="[Text]" custT="1"/>
      <dgm:spPr/>
      <dgm:t>
        <a:bodyPr/>
        <a:lstStyle/>
        <a:p>
          <a:pPr>
            <a:buFont typeface="System Font Regular"/>
            <a:buNone/>
          </a:pPr>
          <a:r>
            <a:rPr lang="en-US" sz="3200" dirty="0"/>
            <a:t>   </a:t>
          </a:r>
          <a:r>
            <a:rPr lang="en-US" sz="3200" dirty="0">
              <a:solidFill>
                <a:schemeClr val="accent3"/>
              </a:solidFill>
              <a:effectLst/>
            </a:rPr>
            <a:t>Investigating the impacts of a CA on users in a collaborative EDA scenario.</a:t>
          </a:r>
          <a:endParaRPr lang="en-US" sz="3200" dirty="0">
            <a:solidFill>
              <a:schemeClr val="accent3"/>
            </a:solidFill>
          </a:endParaRPr>
        </a:p>
      </dgm:t>
    </dgm:pt>
    <dgm:pt modelId="{9121DA1C-F1E7-934A-9539-B6AD6D8B36C2}" type="sibTrans" cxnId="{575DD460-94CE-B64D-BD42-5FFAED38C455}">
      <dgm:prSet/>
      <dgm:spPr/>
      <dgm:t>
        <a:bodyPr/>
        <a:lstStyle/>
        <a:p>
          <a:endParaRPr lang="en-US"/>
        </a:p>
      </dgm:t>
    </dgm:pt>
    <dgm:pt modelId="{DE84667B-E73B-C441-A98E-402B96E9B828}" type="parTrans" cxnId="{575DD460-94CE-B64D-BD42-5FFAED38C455}">
      <dgm:prSet/>
      <dgm:spPr/>
      <dgm:t>
        <a:bodyPr/>
        <a:lstStyle/>
        <a:p>
          <a:endParaRPr lang="en-US"/>
        </a:p>
      </dgm:t>
    </dgm:pt>
    <dgm:pt modelId="{04425E19-CFCC-AF45-B061-AEECCD733C9C}" type="pres">
      <dgm:prSet presAssocID="{36CCBC90-B88D-9E41-84E5-F819EA20626F}" presName="linear" presStyleCnt="0">
        <dgm:presLayoutVars>
          <dgm:dir/>
          <dgm:animLvl val="lvl"/>
          <dgm:resizeHandles val="exact"/>
        </dgm:presLayoutVars>
      </dgm:prSet>
      <dgm:spPr/>
    </dgm:pt>
    <dgm:pt modelId="{D7DA8757-BF58-8046-88A3-D48DA0E3D61C}" type="pres">
      <dgm:prSet presAssocID="{0FFD27C9-7F25-7D4F-BF5C-81F1AEBCD82A}" presName="parentLin" presStyleCnt="0"/>
      <dgm:spPr/>
    </dgm:pt>
    <dgm:pt modelId="{685832FC-6B61-B04E-A3E6-9783154544FF}" type="pres">
      <dgm:prSet presAssocID="{0FFD27C9-7F25-7D4F-BF5C-81F1AEBCD82A}" presName="parentLeftMargin" presStyleLbl="node1" presStyleIdx="0" presStyleCnt="1"/>
      <dgm:spPr/>
    </dgm:pt>
    <dgm:pt modelId="{5467150C-A99F-9E43-882E-C439D5AEAC97}" type="pres">
      <dgm:prSet presAssocID="{0FFD27C9-7F25-7D4F-BF5C-81F1AEBCD82A}" presName="parentText" presStyleLbl="node1" presStyleIdx="0" presStyleCnt="1" custLinFactNeighborX="-13924" custLinFactNeighborY="-4335">
        <dgm:presLayoutVars>
          <dgm:chMax val="0"/>
          <dgm:bulletEnabled val="1"/>
        </dgm:presLayoutVars>
      </dgm:prSet>
      <dgm:spPr/>
    </dgm:pt>
    <dgm:pt modelId="{3481E77E-09B4-2343-AD7A-784D0CD92401}" type="pres">
      <dgm:prSet presAssocID="{0FFD27C9-7F25-7D4F-BF5C-81F1AEBCD82A}" presName="negativeSpace" presStyleCnt="0"/>
      <dgm:spPr/>
    </dgm:pt>
    <dgm:pt modelId="{0380495D-C6AD-8144-85C4-1B1C5776EA09}" type="pres">
      <dgm:prSet presAssocID="{0FFD27C9-7F25-7D4F-BF5C-81F1AEBCD82A}" presName="childText" presStyleLbl="conFgAcc1" presStyleIdx="0" presStyleCnt="1" custLinFactNeighborX="-1230" custLinFactNeighborY="1489">
        <dgm:presLayoutVars>
          <dgm:bulletEnabled val="1"/>
        </dgm:presLayoutVars>
      </dgm:prSet>
      <dgm:spPr/>
    </dgm:pt>
  </dgm:ptLst>
  <dgm:cxnLst>
    <dgm:cxn modelId="{CEB9E93D-8F87-344E-AC5A-96BFE38022FB}" type="presOf" srcId="{0FFD27C9-7F25-7D4F-BF5C-81F1AEBCD82A}" destId="{5467150C-A99F-9E43-882E-C439D5AEAC97}" srcOrd="1" destOrd="0" presId="urn:microsoft.com/office/officeart/2005/8/layout/list1"/>
    <dgm:cxn modelId="{25E50A57-5686-1A4B-A827-A0D9B1E0EA41}" srcId="{36CCBC90-B88D-9E41-84E5-F819EA20626F}" destId="{0FFD27C9-7F25-7D4F-BF5C-81F1AEBCD82A}" srcOrd="0" destOrd="0" parTransId="{5545978E-F7D9-4543-B58E-515453D2AA2B}" sibTransId="{E0190DE6-C8D1-AD43-B070-56BC41BE81F2}"/>
    <dgm:cxn modelId="{575DD460-94CE-B64D-BD42-5FFAED38C455}" srcId="{0FFD27C9-7F25-7D4F-BF5C-81F1AEBCD82A}" destId="{14D0FFD3-00AC-8948-A773-18BD43DCCF15}" srcOrd="0" destOrd="0" parTransId="{DE84667B-E73B-C441-A98E-402B96E9B828}" sibTransId="{9121DA1C-F1E7-934A-9539-B6AD6D8B36C2}"/>
    <dgm:cxn modelId="{99A51E79-0691-A949-B988-2CE592A2454A}" type="presOf" srcId="{14D0FFD3-00AC-8948-A773-18BD43DCCF15}" destId="{0380495D-C6AD-8144-85C4-1B1C5776EA09}" srcOrd="0" destOrd="0" presId="urn:microsoft.com/office/officeart/2005/8/layout/list1"/>
    <dgm:cxn modelId="{BFE4AEC6-81BA-C94E-8CC0-6101BB065626}" type="presOf" srcId="{36CCBC90-B88D-9E41-84E5-F819EA20626F}" destId="{04425E19-CFCC-AF45-B061-AEECCD733C9C}" srcOrd="0" destOrd="0" presId="urn:microsoft.com/office/officeart/2005/8/layout/list1"/>
    <dgm:cxn modelId="{34A88ECB-7705-5C48-BE50-01739FEF95A2}" type="presOf" srcId="{0FFD27C9-7F25-7D4F-BF5C-81F1AEBCD82A}" destId="{685832FC-6B61-B04E-A3E6-9783154544FF}" srcOrd="0" destOrd="0" presId="urn:microsoft.com/office/officeart/2005/8/layout/list1"/>
    <dgm:cxn modelId="{BAEB2FFD-43A7-754C-9111-0CFBEF3794B2}" type="presParOf" srcId="{04425E19-CFCC-AF45-B061-AEECCD733C9C}" destId="{D7DA8757-BF58-8046-88A3-D48DA0E3D61C}" srcOrd="0" destOrd="0" presId="urn:microsoft.com/office/officeart/2005/8/layout/list1"/>
    <dgm:cxn modelId="{E193D130-1556-4945-8C48-1A711F23EF3D}" type="presParOf" srcId="{D7DA8757-BF58-8046-88A3-D48DA0E3D61C}" destId="{685832FC-6B61-B04E-A3E6-9783154544FF}" srcOrd="0" destOrd="0" presId="urn:microsoft.com/office/officeart/2005/8/layout/list1"/>
    <dgm:cxn modelId="{A4FCFC86-00B2-9F41-A6C2-A3AF15FC5A55}" type="presParOf" srcId="{D7DA8757-BF58-8046-88A3-D48DA0E3D61C}" destId="{5467150C-A99F-9E43-882E-C439D5AEAC97}" srcOrd="1" destOrd="0" presId="urn:microsoft.com/office/officeart/2005/8/layout/list1"/>
    <dgm:cxn modelId="{EFED684B-7EEB-E94E-BE1F-2698B91AEE3E}" type="presParOf" srcId="{04425E19-CFCC-AF45-B061-AEECCD733C9C}" destId="{3481E77E-09B4-2343-AD7A-784D0CD92401}" srcOrd="1" destOrd="0" presId="urn:microsoft.com/office/officeart/2005/8/layout/list1"/>
    <dgm:cxn modelId="{B86D68D9-F862-2946-A141-00A822ED44B6}" type="presParOf" srcId="{04425E19-CFCC-AF45-B061-AEECCD733C9C}" destId="{0380495D-C6AD-8144-85C4-1B1C5776EA0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E8CF90-5775-4A5C-ADA4-21B4CAC209DB}" type="doc">
      <dgm:prSet loTypeId="urn:microsoft.com/office/officeart/2005/8/layout/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879A229-F1F2-4591-AF6C-5ACC849215AD}">
      <dgm:prSet custT="1"/>
      <dgm:spPr/>
      <dgm:t>
        <a:bodyPr/>
        <a:lstStyle/>
        <a:p>
          <a:r>
            <a:rPr lang="en-US" sz="1800" dirty="0"/>
            <a:t>A statistically significant difference between PE and DM in:</a:t>
          </a:r>
        </a:p>
      </dgm:t>
    </dgm:pt>
    <dgm:pt modelId="{C339A253-1A5D-497E-A7D8-699613EC55EC}" type="parTrans" cxnId="{49FF740E-EFD6-41F5-88B3-8686C690C397}">
      <dgm:prSet/>
      <dgm:spPr/>
      <dgm:t>
        <a:bodyPr/>
        <a:lstStyle/>
        <a:p>
          <a:endParaRPr lang="en-US" sz="1800"/>
        </a:p>
      </dgm:t>
    </dgm:pt>
    <dgm:pt modelId="{54586DAA-8098-445B-A6B2-199D80511220}" type="sibTrans" cxnId="{49FF740E-EFD6-41F5-88B3-8686C690C397}">
      <dgm:prSet/>
      <dgm:spPr/>
      <dgm:t>
        <a:bodyPr/>
        <a:lstStyle/>
        <a:p>
          <a:endParaRPr lang="en-US" sz="1800"/>
        </a:p>
      </dgm:t>
    </dgm:pt>
    <dgm:pt modelId="{9A706FB1-1170-460B-8EEE-F4FC937D2851}">
      <dgm:prSet custT="1"/>
      <dgm:spPr/>
      <dgm:t>
        <a:bodyPr/>
        <a:lstStyle/>
        <a:p>
          <a:r>
            <a:rPr lang="en-US" sz="1800" b="1" dirty="0"/>
            <a:t>#Utterances processed</a:t>
          </a:r>
          <a:endParaRPr lang="en-US" sz="1800" dirty="0"/>
        </a:p>
      </dgm:t>
    </dgm:pt>
    <dgm:pt modelId="{DB49BFA8-2A62-4779-8B7A-A9C81706ACF5}" type="parTrans" cxnId="{33976C1F-E714-496C-A34E-15A8459D026A}">
      <dgm:prSet/>
      <dgm:spPr/>
      <dgm:t>
        <a:bodyPr/>
        <a:lstStyle/>
        <a:p>
          <a:endParaRPr lang="en-US" sz="1800"/>
        </a:p>
      </dgm:t>
    </dgm:pt>
    <dgm:pt modelId="{2B91049E-D14D-4920-A789-B8CFDAA000A6}" type="sibTrans" cxnId="{33976C1F-E714-496C-A34E-15A8459D026A}">
      <dgm:prSet/>
      <dgm:spPr/>
      <dgm:t>
        <a:bodyPr/>
        <a:lstStyle/>
        <a:p>
          <a:endParaRPr lang="en-US" sz="1800"/>
        </a:p>
      </dgm:t>
    </dgm:pt>
    <dgm:pt modelId="{5385B482-8575-4A8D-B9BF-51950D103934}">
      <dgm:prSet custT="1"/>
      <dgm:spPr/>
      <dgm:t>
        <a:bodyPr/>
        <a:lstStyle/>
        <a:p>
          <a:r>
            <a:rPr lang="en-US" sz="1800" b="1" dirty="0"/>
            <a:t>#Charts generated</a:t>
          </a:r>
          <a:endParaRPr lang="en-US" sz="1800" dirty="0"/>
        </a:p>
      </dgm:t>
    </dgm:pt>
    <dgm:pt modelId="{A345EF01-F4A1-4B03-8A73-716BC78BED58}" type="parTrans" cxnId="{70129107-363D-4C18-98B5-B8A456C7F2B5}">
      <dgm:prSet/>
      <dgm:spPr/>
      <dgm:t>
        <a:bodyPr/>
        <a:lstStyle/>
        <a:p>
          <a:endParaRPr lang="en-US" sz="1800"/>
        </a:p>
      </dgm:t>
    </dgm:pt>
    <dgm:pt modelId="{B1039E6A-5807-4EF6-BA95-C84E8F5B3BEC}" type="sibTrans" cxnId="{70129107-363D-4C18-98B5-B8A456C7F2B5}">
      <dgm:prSet/>
      <dgm:spPr/>
      <dgm:t>
        <a:bodyPr/>
        <a:lstStyle/>
        <a:p>
          <a:endParaRPr lang="en-US" sz="1800"/>
        </a:p>
      </dgm:t>
    </dgm:pt>
    <dgm:pt modelId="{688D67B4-24E1-46C1-969D-65FCF747FFF1}">
      <dgm:prSet custT="1"/>
      <dgm:spPr/>
      <dgm:t>
        <a:bodyPr/>
        <a:lstStyle/>
        <a:p>
          <a:r>
            <a:rPr lang="en-US" sz="1800" b="1" dirty="0"/>
            <a:t>#Line charts generated</a:t>
          </a:r>
          <a:endParaRPr lang="en-US" sz="1800" dirty="0"/>
        </a:p>
      </dgm:t>
    </dgm:pt>
    <dgm:pt modelId="{E8BF5162-5CD4-40D6-AA41-D0109E14ED71}" type="parTrans" cxnId="{E83D927A-9A51-4E38-9E2A-71DD62AD5069}">
      <dgm:prSet/>
      <dgm:spPr/>
      <dgm:t>
        <a:bodyPr/>
        <a:lstStyle/>
        <a:p>
          <a:endParaRPr lang="en-US" sz="1800"/>
        </a:p>
      </dgm:t>
    </dgm:pt>
    <dgm:pt modelId="{5CF6A3FF-1104-4162-BF4E-0DF4FB19CF9F}" type="sibTrans" cxnId="{E83D927A-9A51-4E38-9E2A-71DD62AD5069}">
      <dgm:prSet/>
      <dgm:spPr/>
      <dgm:t>
        <a:bodyPr/>
        <a:lstStyle/>
        <a:p>
          <a:endParaRPr lang="en-US" sz="1800"/>
        </a:p>
      </dgm:t>
    </dgm:pt>
    <dgm:pt modelId="{5A39F31C-FB2D-4E59-93B1-DDF93E6EC96D}">
      <dgm:prSet custT="1"/>
      <dgm:spPr/>
      <dgm:t>
        <a:bodyPr/>
        <a:lstStyle/>
        <a:p>
          <a:r>
            <a:rPr lang="en-US" sz="1800" dirty="0"/>
            <a:t>PE positively associates COVID-19 cases (Tasks 1 &amp; 2) </a:t>
          </a:r>
        </a:p>
        <a:p>
          <a:r>
            <a:rPr lang="en-US" sz="1800" dirty="0"/>
            <a:t>-proactively generates charts  </a:t>
          </a:r>
        </a:p>
        <a:p>
          <a:r>
            <a:rPr lang="en-US" sz="1800" dirty="0"/>
            <a:t>Line charts of COVID-19 trends by date.</a:t>
          </a:r>
        </a:p>
      </dgm:t>
    </dgm:pt>
    <dgm:pt modelId="{2F086A8B-B9CB-4252-8726-3E19C94C99D8}" type="parTrans" cxnId="{E07E20EE-81B7-441B-9BC3-0E7B2A48800E}">
      <dgm:prSet/>
      <dgm:spPr/>
      <dgm:t>
        <a:bodyPr/>
        <a:lstStyle/>
        <a:p>
          <a:endParaRPr lang="en-US" sz="1800"/>
        </a:p>
      </dgm:t>
    </dgm:pt>
    <dgm:pt modelId="{EAB17937-BE93-4A0F-9037-748D44B7E2DF}" type="sibTrans" cxnId="{E07E20EE-81B7-441B-9BC3-0E7B2A48800E}">
      <dgm:prSet/>
      <dgm:spPr/>
      <dgm:t>
        <a:bodyPr/>
        <a:lstStyle/>
        <a:p>
          <a:endParaRPr lang="en-US" sz="1800"/>
        </a:p>
      </dgm:t>
    </dgm:pt>
    <dgm:pt modelId="{E9C1F633-2FA7-401E-8590-3DED5EB11C1A}">
      <dgm:prSet custT="1"/>
      <dgm:spPr/>
      <dgm:t>
        <a:bodyPr/>
        <a:lstStyle/>
        <a:p>
          <a:r>
            <a:rPr lang="en-US" sz="1800" dirty="0"/>
            <a:t>DM shows more significant positive associations with database properties in Task 2. </a:t>
          </a:r>
        </a:p>
      </dgm:t>
    </dgm:pt>
    <dgm:pt modelId="{5EE3C93B-9F2F-4A85-B01D-3D4664D2982B}" type="parTrans" cxnId="{24800839-0557-47D6-BAE2-6D17C6EDF6D6}">
      <dgm:prSet/>
      <dgm:spPr/>
      <dgm:t>
        <a:bodyPr/>
        <a:lstStyle/>
        <a:p>
          <a:endParaRPr lang="en-US" sz="1800"/>
        </a:p>
      </dgm:t>
    </dgm:pt>
    <dgm:pt modelId="{7CFDD207-0232-42A7-96BC-112284DE43D4}" type="sibTrans" cxnId="{24800839-0557-47D6-BAE2-6D17C6EDF6D6}">
      <dgm:prSet/>
      <dgm:spPr/>
      <dgm:t>
        <a:bodyPr/>
        <a:lstStyle/>
        <a:p>
          <a:endParaRPr lang="en-US" sz="1800"/>
        </a:p>
      </dgm:t>
    </dgm:pt>
    <dgm:pt modelId="{1FCFA70B-B881-491D-86A3-86009A5CF853}">
      <dgm:prSet custT="1"/>
      <dgm:spPr/>
      <dgm:t>
        <a:bodyPr/>
        <a:lstStyle/>
        <a:p>
          <a:r>
            <a:rPr lang="en-US" sz="1800"/>
            <a:t>DM’s slower pace allows for user reflection.</a:t>
          </a:r>
        </a:p>
      </dgm:t>
    </dgm:pt>
    <dgm:pt modelId="{4BC8D3D2-27FE-4FBD-9D6E-2BC1BA8F05CE}" type="parTrans" cxnId="{A2C2DA8E-1904-480F-92F2-21DF1B438DE7}">
      <dgm:prSet/>
      <dgm:spPr/>
      <dgm:t>
        <a:bodyPr/>
        <a:lstStyle/>
        <a:p>
          <a:endParaRPr lang="en-US" sz="1800"/>
        </a:p>
      </dgm:t>
    </dgm:pt>
    <dgm:pt modelId="{938C1A8C-F30A-47F8-AE70-C16995974436}" type="sibTrans" cxnId="{A2C2DA8E-1904-480F-92F2-21DF1B438DE7}">
      <dgm:prSet/>
      <dgm:spPr/>
      <dgm:t>
        <a:bodyPr/>
        <a:lstStyle/>
        <a:p>
          <a:endParaRPr lang="en-US" sz="1800"/>
        </a:p>
      </dgm:t>
    </dgm:pt>
    <dgm:pt modelId="{D2038E89-822F-4A7F-8E9A-25A803EA9356}">
      <dgm:prSet custT="1"/>
      <dgm:spPr/>
      <dgm:t>
        <a:bodyPr/>
        <a:lstStyle/>
        <a:p>
          <a:r>
            <a:rPr lang="en-US" sz="1800" dirty="0"/>
            <a:t>PE’s spontaneous chart generation drives focus on specific properties, potentially narrowing user exploration.</a:t>
          </a:r>
        </a:p>
      </dgm:t>
    </dgm:pt>
    <dgm:pt modelId="{6CA642C6-86C8-4D2F-945D-92E021BD8618}" type="parTrans" cxnId="{855E9B99-1FDB-4FB7-A5C1-10FDA2D99F7E}">
      <dgm:prSet/>
      <dgm:spPr/>
      <dgm:t>
        <a:bodyPr/>
        <a:lstStyle/>
        <a:p>
          <a:endParaRPr lang="en-US" sz="1800"/>
        </a:p>
      </dgm:t>
    </dgm:pt>
    <dgm:pt modelId="{9D548F92-CA65-431A-A883-69E1A1752875}" type="sibTrans" cxnId="{855E9B99-1FDB-4FB7-A5C1-10FDA2D99F7E}">
      <dgm:prSet/>
      <dgm:spPr/>
      <dgm:t>
        <a:bodyPr/>
        <a:lstStyle/>
        <a:p>
          <a:endParaRPr lang="en-US" sz="1800"/>
        </a:p>
      </dgm:t>
    </dgm:pt>
    <dgm:pt modelId="{A53AD1D3-EA3D-FB4D-B3A3-89E528A4E12B}" type="pres">
      <dgm:prSet presAssocID="{53E8CF90-5775-4A5C-ADA4-21B4CAC209DB}" presName="linear" presStyleCnt="0">
        <dgm:presLayoutVars>
          <dgm:dir/>
          <dgm:animLvl val="lvl"/>
          <dgm:resizeHandles val="exact"/>
        </dgm:presLayoutVars>
      </dgm:prSet>
      <dgm:spPr/>
    </dgm:pt>
    <dgm:pt modelId="{8EE2B29E-2EF3-AF43-BAEC-C683E6D86C7D}" type="pres">
      <dgm:prSet presAssocID="{7879A229-F1F2-4591-AF6C-5ACC849215AD}" presName="parentLin" presStyleCnt="0"/>
      <dgm:spPr/>
    </dgm:pt>
    <dgm:pt modelId="{845CB639-5834-4648-B49B-DD4984D57822}" type="pres">
      <dgm:prSet presAssocID="{7879A229-F1F2-4591-AF6C-5ACC849215AD}" presName="parentLeftMargin" presStyleLbl="node1" presStyleIdx="0" presStyleCnt="5"/>
      <dgm:spPr/>
    </dgm:pt>
    <dgm:pt modelId="{B5C652B7-24C4-AE4C-999C-C44AB8437239}" type="pres">
      <dgm:prSet presAssocID="{7879A229-F1F2-4591-AF6C-5ACC849215AD}" presName="parentText" presStyleLbl="node1" presStyleIdx="0" presStyleCnt="5" custScaleX="142326" custScaleY="189422" custLinFactNeighborX="1506" custLinFactNeighborY="-46081">
        <dgm:presLayoutVars>
          <dgm:chMax val="0"/>
          <dgm:bulletEnabled val="1"/>
        </dgm:presLayoutVars>
      </dgm:prSet>
      <dgm:spPr/>
    </dgm:pt>
    <dgm:pt modelId="{4D8A4E2D-1000-B141-8B8A-0BA64C1C0332}" type="pres">
      <dgm:prSet presAssocID="{7879A229-F1F2-4591-AF6C-5ACC849215AD}" presName="negativeSpace" presStyleCnt="0"/>
      <dgm:spPr/>
    </dgm:pt>
    <dgm:pt modelId="{D4835589-6BE3-704D-A979-2579026D6C56}" type="pres">
      <dgm:prSet presAssocID="{7879A229-F1F2-4591-AF6C-5ACC849215AD}" presName="childText" presStyleLbl="conFgAcc1" presStyleIdx="0" presStyleCnt="5">
        <dgm:presLayoutVars>
          <dgm:bulletEnabled val="1"/>
        </dgm:presLayoutVars>
      </dgm:prSet>
      <dgm:spPr/>
    </dgm:pt>
    <dgm:pt modelId="{7E60EE25-98B5-1A41-8EE0-70FFFE913930}" type="pres">
      <dgm:prSet presAssocID="{54586DAA-8098-445B-A6B2-199D80511220}" presName="spaceBetweenRectangles" presStyleCnt="0"/>
      <dgm:spPr/>
    </dgm:pt>
    <dgm:pt modelId="{897ACDD5-35A6-FF4B-AE3C-B4AC5E7316DD}" type="pres">
      <dgm:prSet presAssocID="{5A39F31C-FB2D-4E59-93B1-DDF93E6EC96D}" presName="parentLin" presStyleCnt="0"/>
      <dgm:spPr/>
    </dgm:pt>
    <dgm:pt modelId="{D8DCF98B-8436-BD40-B83C-8E1F190438E0}" type="pres">
      <dgm:prSet presAssocID="{5A39F31C-FB2D-4E59-93B1-DDF93E6EC96D}" presName="parentLeftMargin" presStyleLbl="node1" presStyleIdx="0" presStyleCnt="5"/>
      <dgm:spPr/>
    </dgm:pt>
    <dgm:pt modelId="{E73708E3-379D-CB46-B2D9-7D4D576384EF}" type="pres">
      <dgm:prSet presAssocID="{5A39F31C-FB2D-4E59-93B1-DDF93E6EC96D}" presName="parentText" presStyleLbl="node1" presStyleIdx="1" presStyleCnt="5" custScaleX="138484" custScaleY="597356" custLinFactNeighborX="-37215" custLinFactNeighborY="-42490">
        <dgm:presLayoutVars>
          <dgm:chMax val="0"/>
          <dgm:bulletEnabled val="1"/>
        </dgm:presLayoutVars>
      </dgm:prSet>
      <dgm:spPr/>
    </dgm:pt>
    <dgm:pt modelId="{DBFF8DDE-152D-A64B-8565-C6ECF902A97F}" type="pres">
      <dgm:prSet presAssocID="{5A39F31C-FB2D-4E59-93B1-DDF93E6EC96D}" presName="negativeSpace" presStyleCnt="0"/>
      <dgm:spPr/>
    </dgm:pt>
    <dgm:pt modelId="{835D363A-C153-3345-9086-00DCDB4A1E3E}" type="pres">
      <dgm:prSet presAssocID="{5A39F31C-FB2D-4E59-93B1-DDF93E6EC96D}" presName="childText" presStyleLbl="conFgAcc1" presStyleIdx="1" presStyleCnt="5">
        <dgm:presLayoutVars>
          <dgm:bulletEnabled val="1"/>
        </dgm:presLayoutVars>
      </dgm:prSet>
      <dgm:spPr/>
    </dgm:pt>
    <dgm:pt modelId="{D3E7FCC6-4926-9D4B-98A8-2325DE3A6E72}" type="pres">
      <dgm:prSet presAssocID="{EAB17937-BE93-4A0F-9037-748D44B7E2DF}" presName="spaceBetweenRectangles" presStyleCnt="0"/>
      <dgm:spPr/>
    </dgm:pt>
    <dgm:pt modelId="{1518CB4E-49D0-524D-BCE4-1E8E6E0DB00C}" type="pres">
      <dgm:prSet presAssocID="{E9C1F633-2FA7-401E-8590-3DED5EB11C1A}" presName="parentLin" presStyleCnt="0"/>
      <dgm:spPr/>
    </dgm:pt>
    <dgm:pt modelId="{29A4F6CE-97E1-6148-8FDC-4F9DCB8323EB}" type="pres">
      <dgm:prSet presAssocID="{E9C1F633-2FA7-401E-8590-3DED5EB11C1A}" presName="parentLeftMargin" presStyleLbl="node1" presStyleIdx="1" presStyleCnt="5"/>
      <dgm:spPr/>
    </dgm:pt>
    <dgm:pt modelId="{77D1344A-D9F7-4340-A943-5324F6028E23}" type="pres">
      <dgm:prSet presAssocID="{E9C1F633-2FA7-401E-8590-3DED5EB11C1A}" presName="parentText" presStyleLbl="node1" presStyleIdx="2" presStyleCnt="5" custScaleX="142997" custScaleY="394928" custLinFactNeighborX="19598" custLinFactNeighborY="-27522">
        <dgm:presLayoutVars>
          <dgm:chMax val="0"/>
          <dgm:bulletEnabled val="1"/>
        </dgm:presLayoutVars>
      </dgm:prSet>
      <dgm:spPr/>
    </dgm:pt>
    <dgm:pt modelId="{A6123C31-A782-1E48-8EE9-AB5DF2DC668E}" type="pres">
      <dgm:prSet presAssocID="{E9C1F633-2FA7-401E-8590-3DED5EB11C1A}" presName="negativeSpace" presStyleCnt="0"/>
      <dgm:spPr/>
    </dgm:pt>
    <dgm:pt modelId="{0D3615AC-F561-5941-ABDB-EE854E1D7B35}" type="pres">
      <dgm:prSet presAssocID="{E9C1F633-2FA7-401E-8590-3DED5EB11C1A}" presName="childText" presStyleLbl="conFgAcc1" presStyleIdx="2" presStyleCnt="5">
        <dgm:presLayoutVars>
          <dgm:bulletEnabled val="1"/>
        </dgm:presLayoutVars>
      </dgm:prSet>
      <dgm:spPr/>
    </dgm:pt>
    <dgm:pt modelId="{4C3889E3-13DD-8141-BCD4-3EEDB7B39915}" type="pres">
      <dgm:prSet presAssocID="{7CFDD207-0232-42A7-96BC-112284DE43D4}" presName="spaceBetweenRectangles" presStyleCnt="0"/>
      <dgm:spPr/>
    </dgm:pt>
    <dgm:pt modelId="{CAFE342D-60CF-1448-B284-BB73B4F2D269}" type="pres">
      <dgm:prSet presAssocID="{1FCFA70B-B881-491D-86A3-86009A5CF853}" presName="parentLin" presStyleCnt="0"/>
      <dgm:spPr/>
    </dgm:pt>
    <dgm:pt modelId="{50CEA218-8A9C-374E-80BB-6010256E4178}" type="pres">
      <dgm:prSet presAssocID="{1FCFA70B-B881-491D-86A3-86009A5CF853}" presName="parentLeftMargin" presStyleLbl="node1" presStyleIdx="2" presStyleCnt="5"/>
      <dgm:spPr/>
    </dgm:pt>
    <dgm:pt modelId="{30C3FA67-E479-504E-A989-462EE83FDDA2}" type="pres">
      <dgm:prSet presAssocID="{1FCFA70B-B881-491D-86A3-86009A5CF853}" presName="parentText" presStyleLbl="node1" presStyleIdx="3" presStyleCnt="5" custScaleX="141019" custScaleY="303333">
        <dgm:presLayoutVars>
          <dgm:chMax val="0"/>
          <dgm:bulletEnabled val="1"/>
        </dgm:presLayoutVars>
      </dgm:prSet>
      <dgm:spPr/>
    </dgm:pt>
    <dgm:pt modelId="{06682D08-2FF7-4243-A5F4-73A7D243D83B}" type="pres">
      <dgm:prSet presAssocID="{1FCFA70B-B881-491D-86A3-86009A5CF853}" presName="negativeSpace" presStyleCnt="0"/>
      <dgm:spPr/>
    </dgm:pt>
    <dgm:pt modelId="{D19CB2D0-359C-9E42-8645-0E9D1B087CC3}" type="pres">
      <dgm:prSet presAssocID="{1FCFA70B-B881-491D-86A3-86009A5CF853}" presName="childText" presStyleLbl="conFgAcc1" presStyleIdx="3" presStyleCnt="5">
        <dgm:presLayoutVars>
          <dgm:bulletEnabled val="1"/>
        </dgm:presLayoutVars>
      </dgm:prSet>
      <dgm:spPr/>
    </dgm:pt>
    <dgm:pt modelId="{33945F2E-61E1-D742-BC3D-10298AC0541B}" type="pres">
      <dgm:prSet presAssocID="{938C1A8C-F30A-47F8-AE70-C16995974436}" presName="spaceBetweenRectangles" presStyleCnt="0"/>
      <dgm:spPr/>
    </dgm:pt>
    <dgm:pt modelId="{DF69C4CF-1580-B24D-89B8-37A5298CCB30}" type="pres">
      <dgm:prSet presAssocID="{D2038E89-822F-4A7F-8E9A-25A803EA9356}" presName="parentLin" presStyleCnt="0"/>
      <dgm:spPr/>
    </dgm:pt>
    <dgm:pt modelId="{D5AF81B1-955E-0A49-AF5B-891E366579D4}" type="pres">
      <dgm:prSet presAssocID="{D2038E89-822F-4A7F-8E9A-25A803EA9356}" presName="parentLeftMargin" presStyleLbl="node1" presStyleIdx="3" presStyleCnt="5"/>
      <dgm:spPr/>
    </dgm:pt>
    <dgm:pt modelId="{827879D1-B06D-1F40-A937-4A51078B889B}" type="pres">
      <dgm:prSet presAssocID="{D2038E89-822F-4A7F-8E9A-25A803EA9356}" presName="parentText" presStyleLbl="node1" presStyleIdx="4" presStyleCnt="5" custScaleX="142997" custScaleY="363148">
        <dgm:presLayoutVars>
          <dgm:chMax val="0"/>
          <dgm:bulletEnabled val="1"/>
        </dgm:presLayoutVars>
      </dgm:prSet>
      <dgm:spPr/>
    </dgm:pt>
    <dgm:pt modelId="{BE005768-91BA-A340-85BE-10B0A1EDFDE8}" type="pres">
      <dgm:prSet presAssocID="{D2038E89-822F-4A7F-8E9A-25A803EA9356}" presName="negativeSpace" presStyleCnt="0"/>
      <dgm:spPr/>
    </dgm:pt>
    <dgm:pt modelId="{81FD67E0-66A5-EB47-9954-0C337CEED1F6}" type="pres">
      <dgm:prSet presAssocID="{D2038E89-822F-4A7F-8E9A-25A803EA9356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0A33BA03-0A1A-BA4A-87B0-3E3348EC49D7}" type="presOf" srcId="{7879A229-F1F2-4591-AF6C-5ACC849215AD}" destId="{845CB639-5834-4648-B49B-DD4984D57822}" srcOrd="0" destOrd="0" presId="urn:microsoft.com/office/officeart/2005/8/layout/list1"/>
    <dgm:cxn modelId="{70129107-363D-4C18-98B5-B8A456C7F2B5}" srcId="{7879A229-F1F2-4591-AF6C-5ACC849215AD}" destId="{5385B482-8575-4A8D-B9BF-51950D103934}" srcOrd="1" destOrd="0" parTransId="{A345EF01-F4A1-4B03-8A73-716BC78BED58}" sibTransId="{B1039E6A-5807-4EF6-BA95-C84E8F5B3BEC}"/>
    <dgm:cxn modelId="{49FF740E-EFD6-41F5-88B3-8686C690C397}" srcId="{53E8CF90-5775-4A5C-ADA4-21B4CAC209DB}" destId="{7879A229-F1F2-4591-AF6C-5ACC849215AD}" srcOrd="0" destOrd="0" parTransId="{C339A253-1A5D-497E-A7D8-699613EC55EC}" sibTransId="{54586DAA-8098-445B-A6B2-199D80511220}"/>
    <dgm:cxn modelId="{D1536811-C98E-814B-96CF-9E3FC7898BB1}" type="presOf" srcId="{9A706FB1-1170-460B-8EEE-F4FC937D2851}" destId="{D4835589-6BE3-704D-A979-2579026D6C56}" srcOrd="0" destOrd="0" presId="urn:microsoft.com/office/officeart/2005/8/layout/list1"/>
    <dgm:cxn modelId="{39950C1B-6008-BA47-B3A3-24AED3B3FADD}" type="presOf" srcId="{D2038E89-822F-4A7F-8E9A-25A803EA9356}" destId="{D5AF81B1-955E-0A49-AF5B-891E366579D4}" srcOrd="0" destOrd="0" presId="urn:microsoft.com/office/officeart/2005/8/layout/list1"/>
    <dgm:cxn modelId="{E52FE31B-360F-F248-A89B-416BFAD19EA3}" type="presOf" srcId="{E9C1F633-2FA7-401E-8590-3DED5EB11C1A}" destId="{29A4F6CE-97E1-6148-8FDC-4F9DCB8323EB}" srcOrd="0" destOrd="0" presId="urn:microsoft.com/office/officeart/2005/8/layout/list1"/>
    <dgm:cxn modelId="{33976C1F-E714-496C-A34E-15A8459D026A}" srcId="{7879A229-F1F2-4591-AF6C-5ACC849215AD}" destId="{9A706FB1-1170-460B-8EEE-F4FC937D2851}" srcOrd="0" destOrd="0" parTransId="{DB49BFA8-2A62-4779-8B7A-A9C81706ACF5}" sibTransId="{2B91049E-D14D-4920-A789-B8CFDAA000A6}"/>
    <dgm:cxn modelId="{D0018128-15BC-C047-B611-04318902EA43}" type="presOf" srcId="{688D67B4-24E1-46C1-969D-65FCF747FFF1}" destId="{D4835589-6BE3-704D-A979-2579026D6C56}" srcOrd="0" destOrd="2" presId="urn:microsoft.com/office/officeart/2005/8/layout/list1"/>
    <dgm:cxn modelId="{F72D112B-9629-F342-9987-A61A829353FE}" type="presOf" srcId="{7879A229-F1F2-4591-AF6C-5ACC849215AD}" destId="{B5C652B7-24C4-AE4C-999C-C44AB8437239}" srcOrd="1" destOrd="0" presId="urn:microsoft.com/office/officeart/2005/8/layout/list1"/>
    <dgm:cxn modelId="{C440EB32-2555-7845-9EFE-34E6249C177F}" type="presOf" srcId="{D2038E89-822F-4A7F-8E9A-25A803EA9356}" destId="{827879D1-B06D-1F40-A937-4A51078B889B}" srcOrd="1" destOrd="0" presId="urn:microsoft.com/office/officeart/2005/8/layout/list1"/>
    <dgm:cxn modelId="{24800839-0557-47D6-BAE2-6D17C6EDF6D6}" srcId="{53E8CF90-5775-4A5C-ADA4-21B4CAC209DB}" destId="{E9C1F633-2FA7-401E-8590-3DED5EB11C1A}" srcOrd="2" destOrd="0" parTransId="{5EE3C93B-9F2F-4A85-B01D-3D4664D2982B}" sibTransId="{7CFDD207-0232-42A7-96BC-112284DE43D4}"/>
    <dgm:cxn modelId="{A3ED2C5E-CC1A-054C-9490-9F526388EC39}" type="presOf" srcId="{1FCFA70B-B881-491D-86A3-86009A5CF853}" destId="{50CEA218-8A9C-374E-80BB-6010256E4178}" srcOrd="0" destOrd="0" presId="urn:microsoft.com/office/officeart/2005/8/layout/list1"/>
    <dgm:cxn modelId="{F852DC71-E59A-C044-A66D-1D9B919D5680}" type="presOf" srcId="{E9C1F633-2FA7-401E-8590-3DED5EB11C1A}" destId="{77D1344A-D9F7-4340-A943-5324F6028E23}" srcOrd="1" destOrd="0" presId="urn:microsoft.com/office/officeart/2005/8/layout/list1"/>
    <dgm:cxn modelId="{E83D927A-9A51-4E38-9E2A-71DD62AD5069}" srcId="{7879A229-F1F2-4591-AF6C-5ACC849215AD}" destId="{688D67B4-24E1-46C1-969D-65FCF747FFF1}" srcOrd="2" destOrd="0" parTransId="{E8BF5162-5CD4-40D6-AA41-D0109E14ED71}" sibTransId="{5CF6A3FF-1104-4162-BF4E-0DF4FB19CF9F}"/>
    <dgm:cxn modelId="{84275E8D-9EDD-2041-A670-D4E77A67FD44}" type="presOf" srcId="{53E8CF90-5775-4A5C-ADA4-21B4CAC209DB}" destId="{A53AD1D3-EA3D-FB4D-B3A3-89E528A4E12B}" srcOrd="0" destOrd="0" presId="urn:microsoft.com/office/officeart/2005/8/layout/list1"/>
    <dgm:cxn modelId="{A2C2DA8E-1904-480F-92F2-21DF1B438DE7}" srcId="{53E8CF90-5775-4A5C-ADA4-21B4CAC209DB}" destId="{1FCFA70B-B881-491D-86A3-86009A5CF853}" srcOrd="3" destOrd="0" parTransId="{4BC8D3D2-27FE-4FBD-9D6E-2BC1BA8F05CE}" sibTransId="{938C1A8C-F30A-47F8-AE70-C16995974436}"/>
    <dgm:cxn modelId="{855E9B99-1FDB-4FB7-A5C1-10FDA2D99F7E}" srcId="{53E8CF90-5775-4A5C-ADA4-21B4CAC209DB}" destId="{D2038E89-822F-4A7F-8E9A-25A803EA9356}" srcOrd="4" destOrd="0" parTransId="{6CA642C6-86C8-4D2F-945D-92E021BD8618}" sibTransId="{9D548F92-CA65-431A-A883-69E1A1752875}"/>
    <dgm:cxn modelId="{FE91969E-5ADB-724C-A66E-EA60DDB086D2}" type="presOf" srcId="{1FCFA70B-B881-491D-86A3-86009A5CF853}" destId="{30C3FA67-E479-504E-A989-462EE83FDDA2}" srcOrd="1" destOrd="0" presId="urn:microsoft.com/office/officeart/2005/8/layout/list1"/>
    <dgm:cxn modelId="{C9B50DAB-300C-DE40-AE8A-4445EB470783}" type="presOf" srcId="{5A39F31C-FB2D-4E59-93B1-DDF93E6EC96D}" destId="{E73708E3-379D-CB46-B2D9-7D4D576384EF}" srcOrd="1" destOrd="0" presId="urn:microsoft.com/office/officeart/2005/8/layout/list1"/>
    <dgm:cxn modelId="{9BDA82E7-8E1F-D049-B9BE-37F170A17C8D}" type="presOf" srcId="{5A39F31C-FB2D-4E59-93B1-DDF93E6EC96D}" destId="{D8DCF98B-8436-BD40-B83C-8E1F190438E0}" srcOrd="0" destOrd="0" presId="urn:microsoft.com/office/officeart/2005/8/layout/list1"/>
    <dgm:cxn modelId="{814EF8ED-BF4D-164D-8E45-1F01BB2927B0}" type="presOf" srcId="{5385B482-8575-4A8D-B9BF-51950D103934}" destId="{D4835589-6BE3-704D-A979-2579026D6C56}" srcOrd="0" destOrd="1" presId="urn:microsoft.com/office/officeart/2005/8/layout/list1"/>
    <dgm:cxn modelId="{E07E20EE-81B7-441B-9BC3-0E7B2A48800E}" srcId="{53E8CF90-5775-4A5C-ADA4-21B4CAC209DB}" destId="{5A39F31C-FB2D-4E59-93B1-DDF93E6EC96D}" srcOrd="1" destOrd="0" parTransId="{2F086A8B-B9CB-4252-8726-3E19C94C99D8}" sibTransId="{EAB17937-BE93-4A0F-9037-748D44B7E2DF}"/>
    <dgm:cxn modelId="{E4EA48D0-C450-4341-A638-387653AC5EC7}" type="presParOf" srcId="{A53AD1D3-EA3D-FB4D-B3A3-89E528A4E12B}" destId="{8EE2B29E-2EF3-AF43-BAEC-C683E6D86C7D}" srcOrd="0" destOrd="0" presId="urn:microsoft.com/office/officeart/2005/8/layout/list1"/>
    <dgm:cxn modelId="{2F8BED8F-038F-4A44-B046-25418614F9DC}" type="presParOf" srcId="{8EE2B29E-2EF3-AF43-BAEC-C683E6D86C7D}" destId="{845CB639-5834-4648-B49B-DD4984D57822}" srcOrd="0" destOrd="0" presId="urn:microsoft.com/office/officeart/2005/8/layout/list1"/>
    <dgm:cxn modelId="{DCED0A55-CEE7-8A4E-8FFE-C264AE553450}" type="presParOf" srcId="{8EE2B29E-2EF3-AF43-BAEC-C683E6D86C7D}" destId="{B5C652B7-24C4-AE4C-999C-C44AB8437239}" srcOrd="1" destOrd="0" presId="urn:microsoft.com/office/officeart/2005/8/layout/list1"/>
    <dgm:cxn modelId="{3B6CAD86-F128-9A42-9F13-F58039087F19}" type="presParOf" srcId="{A53AD1D3-EA3D-FB4D-B3A3-89E528A4E12B}" destId="{4D8A4E2D-1000-B141-8B8A-0BA64C1C0332}" srcOrd="1" destOrd="0" presId="urn:microsoft.com/office/officeart/2005/8/layout/list1"/>
    <dgm:cxn modelId="{28EFE2DF-808E-BF42-9AD8-AB3298DF840F}" type="presParOf" srcId="{A53AD1D3-EA3D-FB4D-B3A3-89E528A4E12B}" destId="{D4835589-6BE3-704D-A979-2579026D6C56}" srcOrd="2" destOrd="0" presId="urn:microsoft.com/office/officeart/2005/8/layout/list1"/>
    <dgm:cxn modelId="{F8611E8A-F80B-F740-B749-0E999E78785A}" type="presParOf" srcId="{A53AD1D3-EA3D-FB4D-B3A3-89E528A4E12B}" destId="{7E60EE25-98B5-1A41-8EE0-70FFFE913930}" srcOrd="3" destOrd="0" presId="urn:microsoft.com/office/officeart/2005/8/layout/list1"/>
    <dgm:cxn modelId="{0A7B8C86-0811-4447-9998-2C9DCC5F2DE0}" type="presParOf" srcId="{A53AD1D3-EA3D-FB4D-B3A3-89E528A4E12B}" destId="{897ACDD5-35A6-FF4B-AE3C-B4AC5E7316DD}" srcOrd="4" destOrd="0" presId="urn:microsoft.com/office/officeart/2005/8/layout/list1"/>
    <dgm:cxn modelId="{79E64181-1CF1-684B-996D-ABD367A972AD}" type="presParOf" srcId="{897ACDD5-35A6-FF4B-AE3C-B4AC5E7316DD}" destId="{D8DCF98B-8436-BD40-B83C-8E1F190438E0}" srcOrd="0" destOrd="0" presId="urn:microsoft.com/office/officeart/2005/8/layout/list1"/>
    <dgm:cxn modelId="{0D350B5E-9A3D-1842-9713-EC65D106FAD2}" type="presParOf" srcId="{897ACDD5-35A6-FF4B-AE3C-B4AC5E7316DD}" destId="{E73708E3-379D-CB46-B2D9-7D4D576384EF}" srcOrd="1" destOrd="0" presId="urn:microsoft.com/office/officeart/2005/8/layout/list1"/>
    <dgm:cxn modelId="{E1B225DD-865C-AB4F-BC56-8C9EC40D37A5}" type="presParOf" srcId="{A53AD1D3-EA3D-FB4D-B3A3-89E528A4E12B}" destId="{DBFF8DDE-152D-A64B-8565-C6ECF902A97F}" srcOrd="5" destOrd="0" presId="urn:microsoft.com/office/officeart/2005/8/layout/list1"/>
    <dgm:cxn modelId="{BB7D6D2F-253A-6B41-B555-05C0F61A70B8}" type="presParOf" srcId="{A53AD1D3-EA3D-FB4D-B3A3-89E528A4E12B}" destId="{835D363A-C153-3345-9086-00DCDB4A1E3E}" srcOrd="6" destOrd="0" presId="urn:microsoft.com/office/officeart/2005/8/layout/list1"/>
    <dgm:cxn modelId="{FB6A975C-47AC-C949-9F62-A9D0791C850E}" type="presParOf" srcId="{A53AD1D3-EA3D-FB4D-B3A3-89E528A4E12B}" destId="{D3E7FCC6-4926-9D4B-98A8-2325DE3A6E72}" srcOrd="7" destOrd="0" presId="urn:microsoft.com/office/officeart/2005/8/layout/list1"/>
    <dgm:cxn modelId="{C7FD1B14-E6D3-B34D-B44C-2F253E5E02C6}" type="presParOf" srcId="{A53AD1D3-EA3D-FB4D-B3A3-89E528A4E12B}" destId="{1518CB4E-49D0-524D-BCE4-1E8E6E0DB00C}" srcOrd="8" destOrd="0" presId="urn:microsoft.com/office/officeart/2005/8/layout/list1"/>
    <dgm:cxn modelId="{170270EF-0716-7C42-88DC-B8A5C2B5235F}" type="presParOf" srcId="{1518CB4E-49D0-524D-BCE4-1E8E6E0DB00C}" destId="{29A4F6CE-97E1-6148-8FDC-4F9DCB8323EB}" srcOrd="0" destOrd="0" presId="urn:microsoft.com/office/officeart/2005/8/layout/list1"/>
    <dgm:cxn modelId="{B9C731B1-F01C-274E-B95E-2D2AC3D5EDBC}" type="presParOf" srcId="{1518CB4E-49D0-524D-BCE4-1E8E6E0DB00C}" destId="{77D1344A-D9F7-4340-A943-5324F6028E23}" srcOrd="1" destOrd="0" presId="urn:microsoft.com/office/officeart/2005/8/layout/list1"/>
    <dgm:cxn modelId="{47B878B1-3DAD-994D-BFA7-9BB42DD59180}" type="presParOf" srcId="{A53AD1D3-EA3D-FB4D-B3A3-89E528A4E12B}" destId="{A6123C31-A782-1E48-8EE9-AB5DF2DC668E}" srcOrd="9" destOrd="0" presId="urn:microsoft.com/office/officeart/2005/8/layout/list1"/>
    <dgm:cxn modelId="{A8B2ED0A-E79A-9D4A-9C6E-E0ABD0C95EF3}" type="presParOf" srcId="{A53AD1D3-EA3D-FB4D-B3A3-89E528A4E12B}" destId="{0D3615AC-F561-5941-ABDB-EE854E1D7B35}" srcOrd="10" destOrd="0" presId="urn:microsoft.com/office/officeart/2005/8/layout/list1"/>
    <dgm:cxn modelId="{6B54C8AB-36F2-7240-855F-7E8B90384942}" type="presParOf" srcId="{A53AD1D3-EA3D-FB4D-B3A3-89E528A4E12B}" destId="{4C3889E3-13DD-8141-BCD4-3EEDB7B39915}" srcOrd="11" destOrd="0" presId="urn:microsoft.com/office/officeart/2005/8/layout/list1"/>
    <dgm:cxn modelId="{DF23C4A3-DC70-FF4A-AAC4-D6739193F041}" type="presParOf" srcId="{A53AD1D3-EA3D-FB4D-B3A3-89E528A4E12B}" destId="{CAFE342D-60CF-1448-B284-BB73B4F2D269}" srcOrd="12" destOrd="0" presId="urn:microsoft.com/office/officeart/2005/8/layout/list1"/>
    <dgm:cxn modelId="{47C63014-4981-E04E-8900-E5E7D6F05107}" type="presParOf" srcId="{CAFE342D-60CF-1448-B284-BB73B4F2D269}" destId="{50CEA218-8A9C-374E-80BB-6010256E4178}" srcOrd="0" destOrd="0" presId="urn:microsoft.com/office/officeart/2005/8/layout/list1"/>
    <dgm:cxn modelId="{D7C73F5B-974E-7348-B511-DBFE819CC177}" type="presParOf" srcId="{CAFE342D-60CF-1448-B284-BB73B4F2D269}" destId="{30C3FA67-E479-504E-A989-462EE83FDDA2}" srcOrd="1" destOrd="0" presId="urn:microsoft.com/office/officeart/2005/8/layout/list1"/>
    <dgm:cxn modelId="{1108EE79-D78C-E24F-81AF-3E4B118C9C4E}" type="presParOf" srcId="{A53AD1D3-EA3D-FB4D-B3A3-89E528A4E12B}" destId="{06682D08-2FF7-4243-A5F4-73A7D243D83B}" srcOrd="13" destOrd="0" presId="urn:microsoft.com/office/officeart/2005/8/layout/list1"/>
    <dgm:cxn modelId="{6AA82EDA-27CD-E34B-81D5-DE9964124DAC}" type="presParOf" srcId="{A53AD1D3-EA3D-FB4D-B3A3-89E528A4E12B}" destId="{D19CB2D0-359C-9E42-8645-0E9D1B087CC3}" srcOrd="14" destOrd="0" presId="urn:microsoft.com/office/officeart/2005/8/layout/list1"/>
    <dgm:cxn modelId="{A1613533-D7EF-C141-9945-34C2FABCCD25}" type="presParOf" srcId="{A53AD1D3-EA3D-FB4D-B3A3-89E528A4E12B}" destId="{33945F2E-61E1-D742-BC3D-10298AC0541B}" srcOrd="15" destOrd="0" presId="urn:microsoft.com/office/officeart/2005/8/layout/list1"/>
    <dgm:cxn modelId="{06A5DC52-E942-B54A-8A2A-5E68C10A4B45}" type="presParOf" srcId="{A53AD1D3-EA3D-FB4D-B3A3-89E528A4E12B}" destId="{DF69C4CF-1580-B24D-89B8-37A5298CCB30}" srcOrd="16" destOrd="0" presId="urn:microsoft.com/office/officeart/2005/8/layout/list1"/>
    <dgm:cxn modelId="{0D40C5DC-C4EC-C944-B2CF-ABD762CC8C2B}" type="presParOf" srcId="{DF69C4CF-1580-B24D-89B8-37A5298CCB30}" destId="{D5AF81B1-955E-0A49-AF5B-891E366579D4}" srcOrd="0" destOrd="0" presId="urn:microsoft.com/office/officeart/2005/8/layout/list1"/>
    <dgm:cxn modelId="{39F6C446-4B16-6642-ACE8-C8CBCDBA6500}" type="presParOf" srcId="{DF69C4CF-1580-B24D-89B8-37A5298CCB30}" destId="{827879D1-B06D-1F40-A937-4A51078B889B}" srcOrd="1" destOrd="0" presId="urn:microsoft.com/office/officeart/2005/8/layout/list1"/>
    <dgm:cxn modelId="{8DD117D6-7F65-0941-AA76-1BDD44B4A16F}" type="presParOf" srcId="{A53AD1D3-EA3D-FB4D-B3A3-89E528A4E12B}" destId="{BE005768-91BA-A340-85BE-10B0A1EDFDE8}" srcOrd="17" destOrd="0" presId="urn:microsoft.com/office/officeart/2005/8/layout/list1"/>
    <dgm:cxn modelId="{FA69DD23-0F13-F84B-B14B-A4632BBDB7C1}" type="presParOf" srcId="{A53AD1D3-EA3D-FB4D-B3A3-89E528A4E12B}" destId="{81FD67E0-66A5-EB47-9954-0C337CEED1F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6047E4-0C81-4EAB-8F76-9004DA3511AB}" type="doc">
      <dgm:prSet loTypeId="urn:microsoft.com/office/officeart/2005/8/layout/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BDD1EEE-0C7B-4385-9032-66973A3E4BE1}">
      <dgm:prSet custT="1"/>
      <dgm:spPr/>
      <dgm:t>
        <a:bodyPr/>
        <a:lstStyle/>
        <a:p>
          <a:r>
            <a:rPr lang="en-US" sz="1800" b="1" dirty="0"/>
            <a:t>Semantic overlap in conclusions</a:t>
          </a:r>
          <a:r>
            <a:rPr lang="en-US" sz="1800" dirty="0"/>
            <a:t> reveals differences in task takeaways and explored “topics” between PE and DM.</a:t>
          </a:r>
        </a:p>
      </dgm:t>
    </dgm:pt>
    <dgm:pt modelId="{0755488A-5552-4908-B65C-67F828603553}" type="parTrans" cxnId="{44598E0A-ECCF-4492-A887-D1E2324B0810}">
      <dgm:prSet/>
      <dgm:spPr/>
      <dgm:t>
        <a:bodyPr/>
        <a:lstStyle/>
        <a:p>
          <a:endParaRPr lang="en-US" sz="1800"/>
        </a:p>
      </dgm:t>
    </dgm:pt>
    <dgm:pt modelId="{379EEDF2-5DC6-41C6-8B07-4E192F991C1D}" type="sibTrans" cxnId="{44598E0A-ECCF-4492-A887-D1E2324B0810}">
      <dgm:prSet/>
      <dgm:spPr/>
      <dgm:t>
        <a:bodyPr/>
        <a:lstStyle/>
        <a:p>
          <a:endParaRPr lang="en-US" sz="1800"/>
        </a:p>
      </dgm:t>
    </dgm:pt>
    <dgm:pt modelId="{18F53473-AA60-40FF-BEAC-87774200171E}">
      <dgm:prSet custT="1"/>
      <dgm:spPr/>
      <dgm:t>
        <a:bodyPr/>
        <a:lstStyle/>
        <a:p>
          <a:r>
            <a:rPr lang="en-US" sz="1800" b="1" dirty="0"/>
            <a:t>PE</a:t>
          </a:r>
          <a:r>
            <a:rPr lang="en-US" sz="1800" dirty="0"/>
            <a:t>: Participants mainly focus on exploring COVID-19 case counts across U.S. counties.</a:t>
          </a:r>
        </a:p>
      </dgm:t>
    </dgm:pt>
    <dgm:pt modelId="{F0206BDF-3041-4A9B-99CF-E7742A9BDD5F}" type="parTrans" cxnId="{70748AC0-93DB-4EEF-9501-538422DB5A65}">
      <dgm:prSet/>
      <dgm:spPr/>
      <dgm:t>
        <a:bodyPr/>
        <a:lstStyle/>
        <a:p>
          <a:endParaRPr lang="en-US" sz="1800"/>
        </a:p>
      </dgm:t>
    </dgm:pt>
    <dgm:pt modelId="{0056B6E6-CAED-4646-890D-0418FA2CBBF7}" type="sibTrans" cxnId="{70748AC0-93DB-4EEF-9501-538422DB5A65}">
      <dgm:prSet/>
      <dgm:spPr/>
      <dgm:t>
        <a:bodyPr/>
        <a:lstStyle/>
        <a:p>
          <a:endParaRPr lang="en-US" sz="1800"/>
        </a:p>
      </dgm:t>
    </dgm:pt>
    <dgm:pt modelId="{BFA0E435-2313-4874-8BB7-5F760C442296}">
      <dgm:prSet custT="1"/>
      <dgm:spPr/>
      <dgm:t>
        <a:bodyPr/>
        <a:lstStyle/>
        <a:p>
          <a:r>
            <a:rPr lang="en-US" sz="1800" b="1" dirty="0"/>
            <a:t>DM</a:t>
          </a:r>
          <a:r>
            <a:rPr lang="en-US" sz="1800" dirty="0"/>
            <a:t>: Participants delve into other factors like diabetes risk and cardiovascular diseases.</a:t>
          </a:r>
        </a:p>
      </dgm:t>
    </dgm:pt>
    <dgm:pt modelId="{76C541E4-BA9D-45AD-8BF7-5FA0B6ECC06C}" type="parTrans" cxnId="{EAC06AFB-509F-4B3D-8658-1A7C61DA31AF}">
      <dgm:prSet/>
      <dgm:spPr/>
      <dgm:t>
        <a:bodyPr/>
        <a:lstStyle/>
        <a:p>
          <a:endParaRPr lang="en-US" sz="1800"/>
        </a:p>
      </dgm:t>
    </dgm:pt>
    <dgm:pt modelId="{784C7A44-D6B5-4D86-9755-CB46CC62ABD7}" type="sibTrans" cxnId="{EAC06AFB-509F-4B3D-8658-1A7C61DA31AF}">
      <dgm:prSet/>
      <dgm:spPr/>
      <dgm:t>
        <a:bodyPr/>
        <a:lstStyle/>
        <a:p>
          <a:endParaRPr lang="en-US" sz="1800"/>
        </a:p>
      </dgm:t>
    </dgm:pt>
    <dgm:pt modelId="{D40B867A-E0D3-42F5-B405-4544FB967C30}">
      <dgm:prSet custT="1"/>
      <dgm:spPr/>
      <dgm:t>
        <a:bodyPr/>
        <a:lstStyle/>
        <a:p>
          <a:r>
            <a:rPr lang="en-US" sz="1800" b="1" dirty="0"/>
            <a:t>Distinct conclusions</a:t>
          </a:r>
          <a:r>
            <a:rPr lang="en-US" sz="1800" dirty="0"/>
            <a:t> drawn by PE and DM users confirm our hypothesis: system architecture influences the nature of conclusions in open-ended exploratory tasks.</a:t>
          </a:r>
        </a:p>
      </dgm:t>
    </dgm:pt>
    <dgm:pt modelId="{A1501F27-F724-4FBA-9383-4AA6081CB86D}" type="parTrans" cxnId="{62143843-91DA-4BF0-ACC4-6E3E007E1BBE}">
      <dgm:prSet/>
      <dgm:spPr/>
      <dgm:t>
        <a:bodyPr/>
        <a:lstStyle/>
        <a:p>
          <a:endParaRPr lang="en-US" sz="1800"/>
        </a:p>
      </dgm:t>
    </dgm:pt>
    <dgm:pt modelId="{E2720B6A-56AD-4478-B68B-C1C36E4C6D52}" type="sibTrans" cxnId="{62143843-91DA-4BF0-ACC4-6E3E007E1BBE}">
      <dgm:prSet/>
      <dgm:spPr/>
      <dgm:t>
        <a:bodyPr/>
        <a:lstStyle/>
        <a:p>
          <a:endParaRPr lang="en-US" sz="1800"/>
        </a:p>
      </dgm:t>
    </dgm:pt>
    <dgm:pt modelId="{390E5272-A3A4-481D-8186-9E22296DA33C}">
      <dgm:prSet custT="1"/>
      <dgm:spPr/>
      <dgm:t>
        <a:bodyPr/>
        <a:lstStyle/>
        <a:p>
          <a:r>
            <a:rPr lang="en-US" sz="1800" b="1" dirty="0"/>
            <a:t>Implication</a:t>
          </a:r>
          <a:r>
            <a:rPr lang="en-US" sz="1800" dirty="0"/>
            <a:t>: Systems with tendencies toward specific visualizations shape users' exploration paths and conclusions.</a:t>
          </a:r>
        </a:p>
      </dgm:t>
    </dgm:pt>
    <dgm:pt modelId="{BA249E7F-D3AF-46A4-A5FE-56B9B7DBEB82}" type="parTrans" cxnId="{A1424027-30DD-4838-88EB-292D115FD05E}">
      <dgm:prSet/>
      <dgm:spPr/>
      <dgm:t>
        <a:bodyPr/>
        <a:lstStyle/>
        <a:p>
          <a:endParaRPr lang="en-US" sz="1800"/>
        </a:p>
      </dgm:t>
    </dgm:pt>
    <dgm:pt modelId="{5719E883-4668-4E36-9D95-17BFD197418E}" type="sibTrans" cxnId="{A1424027-30DD-4838-88EB-292D115FD05E}">
      <dgm:prSet/>
      <dgm:spPr/>
      <dgm:t>
        <a:bodyPr/>
        <a:lstStyle/>
        <a:p>
          <a:endParaRPr lang="en-US" sz="1800"/>
        </a:p>
      </dgm:t>
    </dgm:pt>
    <dgm:pt modelId="{CB75F4C0-5570-0745-A29C-C1B68F241660}" type="pres">
      <dgm:prSet presAssocID="{B86047E4-0C81-4EAB-8F76-9004DA3511AB}" presName="linear" presStyleCnt="0">
        <dgm:presLayoutVars>
          <dgm:dir/>
          <dgm:animLvl val="lvl"/>
          <dgm:resizeHandles val="exact"/>
        </dgm:presLayoutVars>
      </dgm:prSet>
      <dgm:spPr/>
    </dgm:pt>
    <dgm:pt modelId="{002AA9AF-DA0C-154C-A0E0-4A2D36F5776E}" type="pres">
      <dgm:prSet presAssocID="{3BDD1EEE-0C7B-4385-9032-66973A3E4BE1}" presName="parentLin" presStyleCnt="0"/>
      <dgm:spPr/>
    </dgm:pt>
    <dgm:pt modelId="{4DC2558C-25BF-F14D-A47F-ACFB82C589AB}" type="pres">
      <dgm:prSet presAssocID="{3BDD1EEE-0C7B-4385-9032-66973A3E4BE1}" presName="parentLeftMargin" presStyleLbl="node1" presStyleIdx="0" presStyleCnt="5"/>
      <dgm:spPr/>
    </dgm:pt>
    <dgm:pt modelId="{FFEDFB73-8600-7D4D-BF6E-26F1A964E41A}" type="pres">
      <dgm:prSet presAssocID="{3BDD1EEE-0C7B-4385-9032-66973A3E4BE1}" presName="parentText" presStyleLbl="node1" presStyleIdx="0" presStyleCnt="5" custScaleX="140434">
        <dgm:presLayoutVars>
          <dgm:chMax val="0"/>
          <dgm:bulletEnabled val="1"/>
        </dgm:presLayoutVars>
      </dgm:prSet>
      <dgm:spPr/>
    </dgm:pt>
    <dgm:pt modelId="{4BA3450F-84C5-6941-A516-469924D5938B}" type="pres">
      <dgm:prSet presAssocID="{3BDD1EEE-0C7B-4385-9032-66973A3E4BE1}" presName="negativeSpace" presStyleCnt="0"/>
      <dgm:spPr/>
    </dgm:pt>
    <dgm:pt modelId="{9F262F75-2B15-F347-99A1-94C3BE80CD96}" type="pres">
      <dgm:prSet presAssocID="{3BDD1EEE-0C7B-4385-9032-66973A3E4BE1}" presName="childText" presStyleLbl="conFgAcc1" presStyleIdx="0" presStyleCnt="5">
        <dgm:presLayoutVars>
          <dgm:bulletEnabled val="1"/>
        </dgm:presLayoutVars>
      </dgm:prSet>
      <dgm:spPr/>
    </dgm:pt>
    <dgm:pt modelId="{C168A889-D773-2248-A1C8-05EA6BADD967}" type="pres">
      <dgm:prSet presAssocID="{379EEDF2-5DC6-41C6-8B07-4E192F991C1D}" presName="spaceBetweenRectangles" presStyleCnt="0"/>
      <dgm:spPr/>
    </dgm:pt>
    <dgm:pt modelId="{6624923C-39EA-884E-ACD2-D1D2795AFC4E}" type="pres">
      <dgm:prSet presAssocID="{18F53473-AA60-40FF-BEAC-87774200171E}" presName="parentLin" presStyleCnt="0"/>
      <dgm:spPr/>
    </dgm:pt>
    <dgm:pt modelId="{84B48F84-6671-CF4B-885B-B178F19A655A}" type="pres">
      <dgm:prSet presAssocID="{18F53473-AA60-40FF-BEAC-87774200171E}" presName="parentLeftMargin" presStyleLbl="node1" presStyleIdx="0" presStyleCnt="5"/>
      <dgm:spPr/>
    </dgm:pt>
    <dgm:pt modelId="{DD2E9D8D-B785-5C4E-A36D-BFD90AE28F46}" type="pres">
      <dgm:prSet presAssocID="{18F53473-AA60-40FF-BEAC-87774200171E}" presName="parentText" presStyleLbl="node1" presStyleIdx="1" presStyleCnt="5" custScaleX="142857">
        <dgm:presLayoutVars>
          <dgm:chMax val="0"/>
          <dgm:bulletEnabled val="1"/>
        </dgm:presLayoutVars>
      </dgm:prSet>
      <dgm:spPr/>
    </dgm:pt>
    <dgm:pt modelId="{5B70FB9F-EC76-CC42-BD02-384ED767F581}" type="pres">
      <dgm:prSet presAssocID="{18F53473-AA60-40FF-BEAC-87774200171E}" presName="negativeSpace" presStyleCnt="0"/>
      <dgm:spPr/>
    </dgm:pt>
    <dgm:pt modelId="{6E2C1212-D4B0-2744-9199-2E58AE73D981}" type="pres">
      <dgm:prSet presAssocID="{18F53473-AA60-40FF-BEAC-87774200171E}" presName="childText" presStyleLbl="conFgAcc1" presStyleIdx="1" presStyleCnt="5">
        <dgm:presLayoutVars>
          <dgm:bulletEnabled val="1"/>
        </dgm:presLayoutVars>
      </dgm:prSet>
      <dgm:spPr/>
    </dgm:pt>
    <dgm:pt modelId="{8388CA2D-17A0-734E-8AAF-D10A0AC489A2}" type="pres">
      <dgm:prSet presAssocID="{0056B6E6-CAED-4646-890D-0418FA2CBBF7}" presName="spaceBetweenRectangles" presStyleCnt="0"/>
      <dgm:spPr/>
    </dgm:pt>
    <dgm:pt modelId="{A2D96567-22CE-3745-8564-5399F1CEC221}" type="pres">
      <dgm:prSet presAssocID="{BFA0E435-2313-4874-8BB7-5F760C442296}" presName="parentLin" presStyleCnt="0"/>
      <dgm:spPr/>
    </dgm:pt>
    <dgm:pt modelId="{ECE83874-DC7C-ED4E-81BF-782063327A0C}" type="pres">
      <dgm:prSet presAssocID="{BFA0E435-2313-4874-8BB7-5F760C442296}" presName="parentLeftMargin" presStyleLbl="node1" presStyleIdx="1" presStyleCnt="5"/>
      <dgm:spPr/>
    </dgm:pt>
    <dgm:pt modelId="{5167BF91-27B2-044C-A026-9E8606AFABB0}" type="pres">
      <dgm:prSet presAssocID="{BFA0E435-2313-4874-8BB7-5F760C442296}" presName="parentText" presStyleLbl="node1" presStyleIdx="2" presStyleCnt="5" custScaleX="142857">
        <dgm:presLayoutVars>
          <dgm:chMax val="0"/>
          <dgm:bulletEnabled val="1"/>
        </dgm:presLayoutVars>
      </dgm:prSet>
      <dgm:spPr/>
    </dgm:pt>
    <dgm:pt modelId="{E75043F3-1365-C244-A46E-A698D72885F9}" type="pres">
      <dgm:prSet presAssocID="{BFA0E435-2313-4874-8BB7-5F760C442296}" presName="negativeSpace" presStyleCnt="0"/>
      <dgm:spPr/>
    </dgm:pt>
    <dgm:pt modelId="{732A3067-750E-7543-8926-2384FBAC5544}" type="pres">
      <dgm:prSet presAssocID="{BFA0E435-2313-4874-8BB7-5F760C442296}" presName="childText" presStyleLbl="conFgAcc1" presStyleIdx="2" presStyleCnt="5">
        <dgm:presLayoutVars>
          <dgm:bulletEnabled val="1"/>
        </dgm:presLayoutVars>
      </dgm:prSet>
      <dgm:spPr/>
    </dgm:pt>
    <dgm:pt modelId="{3EFEDB55-573B-FE49-8E82-3D2FBEED6234}" type="pres">
      <dgm:prSet presAssocID="{784C7A44-D6B5-4D86-9755-CB46CC62ABD7}" presName="spaceBetweenRectangles" presStyleCnt="0"/>
      <dgm:spPr/>
    </dgm:pt>
    <dgm:pt modelId="{D610E4E5-8749-A043-BC49-327B39950EC3}" type="pres">
      <dgm:prSet presAssocID="{D40B867A-E0D3-42F5-B405-4544FB967C30}" presName="parentLin" presStyleCnt="0"/>
      <dgm:spPr/>
    </dgm:pt>
    <dgm:pt modelId="{5107A1AD-4974-1D46-B9E5-1A966FD81EF5}" type="pres">
      <dgm:prSet presAssocID="{D40B867A-E0D3-42F5-B405-4544FB967C30}" presName="parentLeftMargin" presStyleLbl="node1" presStyleIdx="2" presStyleCnt="5"/>
      <dgm:spPr/>
    </dgm:pt>
    <dgm:pt modelId="{A6E248DD-F6B9-6746-BCDF-3F98ABBD386A}" type="pres">
      <dgm:prSet presAssocID="{D40B867A-E0D3-42F5-B405-4544FB967C30}" presName="parentText" presStyleLbl="node1" presStyleIdx="3" presStyleCnt="5" custScaleX="142857" custScaleY="153047">
        <dgm:presLayoutVars>
          <dgm:chMax val="0"/>
          <dgm:bulletEnabled val="1"/>
        </dgm:presLayoutVars>
      </dgm:prSet>
      <dgm:spPr/>
    </dgm:pt>
    <dgm:pt modelId="{35C4036A-D7C7-6D4B-876C-E75B04F29108}" type="pres">
      <dgm:prSet presAssocID="{D40B867A-E0D3-42F5-B405-4544FB967C30}" presName="negativeSpace" presStyleCnt="0"/>
      <dgm:spPr/>
    </dgm:pt>
    <dgm:pt modelId="{EBEA328B-A3BC-5F42-9DEB-C6BE54BE487D}" type="pres">
      <dgm:prSet presAssocID="{D40B867A-E0D3-42F5-B405-4544FB967C30}" presName="childText" presStyleLbl="conFgAcc1" presStyleIdx="3" presStyleCnt="5">
        <dgm:presLayoutVars>
          <dgm:bulletEnabled val="1"/>
        </dgm:presLayoutVars>
      </dgm:prSet>
      <dgm:spPr/>
    </dgm:pt>
    <dgm:pt modelId="{13313C7D-CC4E-0C41-86B8-25E298ABBBA8}" type="pres">
      <dgm:prSet presAssocID="{E2720B6A-56AD-4478-B68B-C1C36E4C6D52}" presName="spaceBetweenRectangles" presStyleCnt="0"/>
      <dgm:spPr/>
    </dgm:pt>
    <dgm:pt modelId="{7E2C60EC-4D31-9944-B5E8-BE3499986BE1}" type="pres">
      <dgm:prSet presAssocID="{390E5272-A3A4-481D-8186-9E22296DA33C}" presName="parentLin" presStyleCnt="0"/>
      <dgm:spPr/>
    </dgm:pt>
    <dgm:pt modelId="{8F8CD554-8829-174E-A74F-1D9FB12C33EE}" type="pres">
      <dgm:prSet presAssocID="{390E5272-A3A4-481D-8186-9E22296DA33C}" presName="parentLeftMargin" presStyleLbl="node1" presStyleIdx="3" presStyleCnt="5"/>
      <dgm:spPr/>
    </dgm:pt>
    <dgm:pt modelId="{C6CE37E2-19F3-7246-9682-EE1FF9FD9550}" type="pres">
      <dgm:prSet presAssocID="{390E5272-A3A4-481D-8186-9E22296DA33C}" presName="parentText" presStyleLbl="node1" presStyleIdx="4" presStyleCnt="5" custScaleX="142857">
        <dgm:presLayoutVars>
          <dgm:chMax val="0"/>
          <dgm:bulletEnabled val="1"/>
        </dgm:presLayoutVars>
      </dgm:prSet>
      <dgm:spPr/>
    </dgm:pt>
    <dgm:pt modelId="{ED39CEAF-5A91-3741-9784-FC9CB715EDC6}" type="pres">
      <dgm:prSet presAssocID="{390E5272-A3A4-481D-8186-9E22296DA33C}" presName="negativeSpace" presStyleCnt="0"/>
      <dgm:spPr/>
    </dgm:pt>
    <dgm:pt modelId="{8C84FD32-A158-604A-957B-5351B5FE0A80}" type="pres">
      <dgm:prSet presAssocID="{390E5272-A3A4-481D-8186-9E22296DA33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4598E0A-ECCF-4492-A887-D1E2324B0810}" srcId="{B86047E4-0C81-4EAB-8F76-9004DA3511AB}" destId="{3BDD1EEE-0C7B-4385-9032-66973A3E4BE1}" srcOrd="0" destOrd="0" parTransId="{0755488A-5552-4908-B65C-67F828603553}" sibTransId="{379EEDF2-5DC6-41C6-8B07-4E192F991C1D}"/>
    <dgm:cxn modelId="{A1424027-30DD-4838-88EB-292D115FD05E}" srcId="{B86047E4-0C81-4EAB-8F76-9004DA3511AB}" destId="{390E5272-A3A4-481D-8186-9E22296DA33C}" srcOrd="4" destOrd="0" parTransId="{BA249E7F-D3AF-46A4-A5FE-56B9B7DBEB82}" sibTransId="{5719E883-4668-4E36-9D95-17BFD197418E}"/>
    <dgm:cxn modelId="{75BE3739-5974-7848-AD55-0176E239A7FE}" type="presOf" srcId="{390E5272-A3A4-481D-8186-9E22296DA33C}" destId="{C6CE37E2-19F3-7246-9682-EE1FF9FD9550}" srcOrd="1" destOrd="0" presId="urn:microsoft.com/office/officeart/2005/8/layout/list1"/>
    <dgm:cxn modelId="{62143843-91DA-4BF0-ACC4-6E3E007E1BBE}" srcId="{B86047E4-0C81-4EAB-8F76-9004DA3511AB}" destId="{D40B867A-E0D3-42F5-B405-4544FB967C30}" srcOrd="3" destOrd="0" parTransId="{A1501F27-F724-4FBA-9383-4AA6081CB86D}" sibTransId="{E2720B6A-56AD-4478-B68B-C1C36E4C6D52}"/>
    <dgm:cxn modelId="{77E07847-7F3E-754B-A28B-581500462EC6}" type="presOf" srcId="{D40B867A-E0D3-42F5-B405-4544FB967C30}" destId="{5107A1AD-4974-1D46-B9E5-1A966FD81EF5}" srcOrd="0" destOrd="0" presId="urn:microsoft.com/office/officeart/2005/8/layout/list1"/>
    <dgm:cxn modelId="{5027A99F-899B-6441-A690-901C3B47CDA3}" type="presOf" srcId="{18F53473-AA60-40FF-BEAC-87774200171E}" destId="{84B48F84-6671-CF4B-885B-B178F19A655A}" srcOrd="0" destOrd="0" presId="urn:microsoft.com/office/officeart/2005/8/layout/list1"/>
    <dgm:cxn modelId="{E6ACAFA3-F37E-594E-990A-3AECE8CAB5DF}" type="presOf" srcId="{BFA0E435-2313-4874-8BB7-5F760C442296}" destId="{5167BF91-27B2-044C-A026-9E8606AFABB0}" srcOrd="1" destOrd="0" presId="urn:microsoft.com/office/officeart/2005/8/layout/list1"/>
    <dgm:cxn modelId="{30E56EA7-A1C4-5543-B44C-A2E44578480A}" type="presOf" srcId="{B86047E4-0C81-4EAB-8F76-9004DA3511AB}" destId="{CB75F4C0-5570-0745-A29C-C1B68F241660}" srcOrd="0" destOrd="0" presId="urn:microsoft.com/office/officeart/2005/8/layout/list1"/>
    <dgm:cxn modelId="{61FE2BB8-816E-AC4F-A7CE-938C6068897C}" type="presOf" srcId="{D40B867A-E0D3-42F5-B405-4544FB967C30}" destId="{A6E248DD-F6B9-6746-BCDF-3F98ABBD386A}" srcOrd="1" destOrd="0" presId="urn:microsoft.com/office/officeart/2005/8/layout/list1"/>
    <dgm:cxn modelId="{921523B9-E0CB-C042-B653-DF83D21FBB65}" type="presOf" srcId="{18F53473-AA60-40FF-BEAC-87774200171E}" destId="{DD2E9D8D-B785-5C4E-A36D-BFD90AE28F46}" srcOrd="1" destOrd="0" presId="urn:microsoft.com/office/officeart/2005/8/layout/list1"/>
    <dgm:cxn modelId="{04FC9FBC-ABE4-9F43-9AE8-3A37B153487D}" type="presOf" srcId="{390E5272-A3A4-481D-8186-9E22296DA33C}" destId="{8F8CD554-8829-174E-A74F-1D9FB12C33EE}" srcOrd="0" destOrd="0" presId="urn:microsoft.com/office/officeart/2005/8/layout/list1"/>
    <dgm:cxn modelId="{70748AC0-93DB-4EEF-9501-538422DB5A65}" srcId="{B86047E4-0C81-4EAB-8F76-9004DA3511AB}" destId="{18F53473-AA60-40FF-BEAC-87774200171E}" srcOrd="1" destOrd="0" parTransId="{F0206BDF-3041-4A9B-99CF-E7742A9BDD5F}" sibTransId="{0056B6E6-CAED-4646-890D-0418FA2CBBF7}"/>
    <dgm:cxn modelId="{0A6DE0C5-50DE-004B-ACEA-196A79C9C771}" type="presOf" srcId="{3BDD1EEE-0C7B-4385-9032-66973A3E4BE1}" destId="{FFEDFB73-8600-7D4D-BF6E-26F1A964E41A}" srcOrd="1" destOrd="0" presId="urn:microsoft.com/office/officeart/2005/8/layout/list1"/>
    <dgm:cxn modelId="{160238D2-8BD2-3F42-905B-BD7F112CA3DF}" type="presOf" srcId="{BFA0E435-2313-4874-8BB7-5F760C442296}" destId="{ECE83874-DC7C-ED4E-81BF-782063327A0C}" srcOrd="0" destOrd="0" presId="urn:microsoft.com/office/officeart/2005/8/layout/list1"/>
    <dgm:cxn modelId="{11FCC9F8-CC78-8D41-9F91-331091010BE9}" type="presOf" srcId="{3BDD1EEE-0C7B-4385-9032-66973A3E4BE1}" destId="{4DC2558C-25BF-F14D-A47F-ACFB82C589AB}" srcOrd="0" destOrd="0" presId="urn:microsoft.com/office/officeart/2005/8/layout/list1"/>
    <dgm:cxn modelId="{EAC06AFB-509F-4B3D-8658-1A7C61DA31AF}" srcId="{B86047E4-0C81-4EAB-8F76-9004DA3511AB}" destId="{BFA0E435-2313-4874-8BB7-5F760C442296}" srcOrd="2" destOrd="0" parTransId="{76C541E4-BA9D-45AD-8BF7-5FA0B6ECC06C}" sibTransId="{784C7A44-D6B5-4D86-9755-CB46CC62ABD7}"/>
    <dgm:cxn modelId="{16B91EFD-771B-F441-93A2-6AD01CCB0EA5}" type="presParOf" srcId="{CB75F4C0-5570-0745-A29C-C1B68F241660}" destId="{002AA9AF-DA0C-154C-A0E0-4A2D36F5776E}" srcOrd="0" destOrd="0" presId="urn:microsoft.com/office/officeart/2005/8/layout/list1"/>
    <dgm:cxn modelId="{CFDC25F8-37EA-A54C-BAD9-F601C56333ED}" type="presParOf" srcId="{002AA9AF-DA0C-154C-A0E0-4A2D36F5776E}" destId="{4DC2558C-25BF-F14D-A47F-ACFB82C589AB}" srcOrd="0" destOrd="0" presId="urn:microsoft.com/office/officeart/2005/8/layout/list1"/>
    <dgm:cxn modelId="{2E54F106-A32B-5649-932F-AA2713E269E5}" type="presParOf" srcId="{002AA9AF-DA0C-154C-A0E0-4A2D36F5776E}" destId="{FFEDFB73-8600-7D4D-BF6E-26F1A964E41A}" srcOrd="1" destOrd="0" presId="urn:microsoft.com/office/officeart/2005/8/layout/list1"/>
    <dgm:cxn modelId="{77C4185A-6B24-AF43-B80A-A2EC7405D96E}" type="presParOf" srcId="{CB75F4C0-5570-0745-A29C-C1B68F241660}" destId="{4BA3450F-84C5-6941-A516-469924D5938B}" srcOrd="1" destOrd="0" presId="urn:microsoft.com/office/officeart/2005/8/layout/list1"/>
    <dgm:cxn modelId="{3A045C9C-F419-9240-B721-21364A379F79}" type="presParOf" srcId="{CB75F4C0-5570-0745-A29C-C1B68F241660}" destId="{9F262F75-2B15-F347-99A1-94C3BE80CD96}" srcOrd="2" destOrd="0" presId="urn:microsoft.com/office/officeart/2005/8/layout/list1"/>
    <dgm:cxn modelId="{4DEA36CE-3E48-E54B-BCC7-98C5590991D2}" type="presParOf" srcId="{CB75F4C0-5570-0745-A29C-C1B68F241660}" destId="{C168A889-D773-2248-A1C8-05EA6BADD967}" srcOrd="3" destOrd="0" presId="urn:microsoft.com/office/officeart/2005/8/layout/list1"/>
    <dgm:cxn modelId="{F7D38530-C63B-374E-8D80-EB5A295C8053}" type="presParOf" srcId="{CB75F4C0-5570-0745-A29C-C1B68F241660}" destId="{6624923C-39EA-884E-ACD2-D1D2795AFC4E}" srcOrd="4" destOrd="0" presId="urn:microsoft.com/office/officeart/2005/8/layout/list1"/>
    <dgm:cxn modelId="{91628DBD-FDF3-BC4D-997F-3357DF1D74C8}" type="presParOf" srcId="{6624923C-39EA-884E-ACD2-D1D2795AFC4E}" destId="{84B48F84-6671-CF4B-885B-B178F19A655A}" srcOrd="0" destOrd="0" presId="urn:microsoft.com/office/officeart/2005/8/layout/list1"/>
    <dgm:cxn modelId="{33C633B9-3F1A-CD4D-9786-542866F57977}" type="presParOf" srcId="{6624923C-39EA-884E-ACD2-D1D2795AFC4E}" destId="{DD2E9D8D-B785-5C4E-A36D-BFD90AE28F46}" srcOrd="1" destOrd="0" presId="urn:microsoft.com/office/officeart/2005/8/layout/list1"/>
    <dgm:cxn modelId="{3ADF4C62-4984-ED48-BF4C-E8926D41D3FF}" type="presParOf" srcId="{CB75F4C0-5570-0745-A29C-C1B68F241660}" destId="{5B70FB9F-EC76-CC42-BD02-384ED767F581}" srcOrd="5" destOrd="0" presId="urn:microsoft.com/office/officeart/2005/8/layout/list1"/>
    <dgm:cxn modelId="{6B0CF5D1-9A67-B546-B516-B6CE323B535E}" type="presParOf" srcId="{CB75F4C0-5570-0745-A29C-C1B68F241660}" destId="{6E2C1212-D4B0-2744-9199-2E58AE73D981}" srcOrd="6" destOrd="0" presId="urn:microsoft.com/office/officeart/2005/8/layout/list1"/>
    <dgm:cxn modelId="{CC8FA5F5-36FF-0C4F-99D8-58A13352A1C3}" type="presParOf" srcId="{CB75F4C0-5570-0745-A29C-C1B68F241660}" destId="{8388CA2D-17A0-734E-8AAF-D10A0AC489A2}" srcOrd="7" destOrd="0" presId="urn:microsoft.com/office/officeart/2005/8/layout/list1"/>
    <dgm:cxn modelId="{B821A1AE-38B7-F245-AE7E-54FE5C542EB7}" type="presParOf" srcId="{CB75F4C0-5570-0745-A29C-C1B68F241660}" destId="{A2D96567-22CE-3745-8564-5399F1CEC221}" srcOrd="8" destOrd="0" presId="urn:microsoft.com/office/officeart/2005/8/layout/list1"/>
    <dgm:cxn modelId="{3FB8935C-E6D4-224C-88F0-C7D969307C88}" type="presParOf" srcId="{A2D96567-22CE-3745-8564-5399F1CEC221}" destId="{ECE83874-DC7C-ED4E-81BF-782063327A0C}" srcOrd="0" destOrd="0" presId="urn:microsoft.com/office/officeart/2005/8/layout/list1"/>
    <dgm:cxn modelId="{59E5C7AB-318F-2741-8F5E-F49749195242}" type="presParOf" srcId="{A2D96567-22CE-3745-8564-5399F1CEC221}" destId="{5167BF91-27B2-044C-A026-9E8606AFABB0}" srcOrd="1" destOrd="0" presId="urn:microsoft.com/office/officeart/2005/8/layout/list1"/>
    <dgm:cxn modelId="{7ACC2BF9-FAF8-924C-A766-8CAD8E329EB3}" type="presParOf" srcId="{CB75F4C0-5570-0745-A29C-C1B68F241660}" destId="{E75043F3-1365-C244-A46E-A698D72885F9}" srcOrd="9" destOrd="0" presId="urn:microsoft.com/office/officeart/2005/8/layout/list1"/>
    <dgm:cxn modelId="{E97B846E-4582-1A40-81EE-E4038553EED4}" type="presParOf" srcId="{CB75F4C0-5570-0745-A29C-C1B68F241660}" destId="{732A3067-750E-7543-8926-2384FBAC5544}" srcOrd="10" destOrd="0" presId="urn:microsoft.com/office/officeart/2005/8/layout/list1"/>
    <dgm:cxn modelId="{A4D4A6EB-44F2-574B-8E06-5397FE5C76A9}" type="presParOf" srcId="{CB75F4C0-5570-0745-A29C-C1B68F241660}" destId="{3EFEDB55-573B-FE49-8E82-3D2FBEED6234}" srcOrd="11" destOrd="0" presId="urn:microsoft.com/office/officeart/2005/8/layout/list1"/>
    <dgm:cxn modelId="{88DFA699-29FA-8349-9EFC-510CD2373889}" type="presParOf" srcId="{CB75F4C0-5570-0745-A29C-C1B68F241660}" destId="{D610E4E5-8749-A043-BC49-327B39950EC3}" srcOrd="12" destOrd="0" presId="urn:microsoft.com/office/officeart/2005/8/layout/list1"/>
    <dgm:cxn modelId="{7BA27308-2024-D345-9517-CBD4FD50FE67}" type="presParOf" srcId="{D610E4E5-8749-A043-BC49-327B39950EC3}" destId="{5107A1AD-4974-1D46-B9E5-1A966FD81EF5}" srcOrd="0" destOrd="0" presId="urn:microsoft.com/office/officeart/2005/8/layout/list1"/>
    <dgm:cxn modelId="{474CCAB3-DE9B-D140-BB48-092B1130F933}" type="presParOf" srcId="{D610E4E5-8749-A043-BC49-327B39950EC3}" destId="{A6E248DD-F6B9-6746-BCDF-3F98ABBD386A}" srcOrd="1" destOrd="0" presId="urn:microsoft.com/office/officeart/2005/8/layout/list1"/>
    <dgm:cxn modelId="{E77D7386-D912-ED48-BB91-592511AAC46C}" type="presParOf" srcId="{CB75F4C0-5570-0745-A29C-C1B68F241660}" destId="{35C4036A-D7C7-6D4B-876C-E75B04F29108}" srcOrd="13" destOrd="0" presId="urn:microsoft.com/office/officeart/2005/8/layout/list1"/>
    <dgm:cxn modelId="{A26DD31A-BDB3-F141-957A-C95863FBF021}" type="presParOf" srcId="{CB75F4C0-5570-0745-A29C-C1B68F241660}" destId="{EBEA328B-A3BC-5F42-9DEB-C6BE54BE487D}" srcOrd="14" destOrd="0" presId="urn:microsoft.com/office/officeart/2005/8/layout/list1"/>
    <dgm:cxn modelId="{5FF5BFEF-56C8-1844-94C7-FAFA13E9B1DC}" type="presParOf" srcId="{CB75F4C0-5570-0745-A29C-C1B68F241660}" destId="{13313C7D-CC4E-0C41-86B8-25E298ABBBA8}" srcOrd="15" destOrd="0" presId="urn:microsoft.com/office/officeart/2005/8/layout/list1"/>
    <dgm:cxn modelId="{A9848A64-8BFA-3246-BAFE-C0BD40002BB4}" type="presParOf" srcId="{CB75F4C0-5570-0745-A29C-C1B68F241660}" destId="{7E2C60EC-4D31-9944-B5E8-BE3499986BE1}" srcOrd="16" destOrd="0" presId="urn:microsoft.com/office/officeart/2005/8/layout/list1"/>
    <dgm:cxn modelId="{6BEEA8E9-1D53-AC43-B073-D312869FBE28}" type="presParOf" srcId="{7E2C60EC-4D31-9944-B5E8-BE3499986BE1}" destId="{8F8CD554-8829-174E-A74F-1D9FB12C33EE}" srcOrd="0" destOrd="0" presId="urn:microsoft.com/office/officeart/2005/8/layout/list1"/>
    <dgm:cxn modelId="{1EA8B97F-EDA6-9B47-AC2A-158D4D1374B0}" type="presParOf" srcId="{7E2C60EC-4D31-9944-B5E8-BE3499986BE1}" destId="{C6CE37E2-19F3-7246-9682-EE1FF9FD9550}" srcOrd="1" destOrd="0" presId="urn:microsoft.com/office/officeart/2005/8/layout/list1"/>
    <dgm:cxn modelId="{EFA3F95B-0EE2-0B47-988E-2B29BC1B6E33}" type="presParOf" srcId="{CB75F4C0-5570-0745-A29C-C1B68F241660}" destId="{ED39CEAF-5A91-3741-9784-FC9CB715EDC6}" srcOrd="17" destOrd="0" presId="urn:microsoft.com/office/officeart/2005/8/layout/list1"/>
    <dgm:cxn modelId="{4AB19E35-856F-954C-B590-73DD1CFA8F10}" type="presParOf" srcId="{CB75F4C0-5570-0745-A29C-C1B68F241660}" destId="{8C84FD32-A158-604A-957B-5351B5FE0A8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2ECA26-A35A-CA4D-A0A0-B191457F5747}" type="doc">
      <dgm:prSet loTypeId="urn:microsoft.com/office/officeart/2005/8/layout/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A3F787F-9F5B-FD4E-81D9-51CAB1F446FB}">
      <dgm:prSet phldrT="[Text]" custT="1"/>
      <dgm:spPr/>
      <dgm:t>
        <a:bodyPr/>
        <a:lstStyle/>
        <a:p>
          <a:r>
            <a:rPr lang="en-US" sz="1800" dirty="0">
              <a:latin typeface="+mn-lt"/>
              <a:ea typeface="+mn-ea"/>
              <a:cs typeface="+mn-cs"/>
            </a:rPr>
            <a:t>Users generally found NLIs helpful: 72% rate charts as "Useful" or "Very Useful."</a:t>
          </a:r>
          <a:endParaRPr lang="en-US" sz="1800" dirty="0"/>
        </a:p>
      </dgm:t>
    </dgm:pt>
    <dgm:pt modelId="{E150E131-E4AF-6D40-AA89-A1D2F4FCB745}" type="parTrans" cxnId="{0C5C46D3-A913-314F-B0E5-014A751E2734}">
      <dgm:prSet/>
      <dgm:spPr/>
      <dgm:t>
        <a:bodyPr/>
        <a:lstStyle/>
        <a:p>
          <a:endParaRPr lang="en-US" sz="1800"/>
        </a:p>
      </dgm:t>
    </dgm:pt>
    <dgm:pt modelId="{6BEFDB61-468C-7446-87FF-0B5D788EC9C6}" type="sibTrans" cxnId="{0C5C46D3-A913-314F-B0E5-014A751E2734}">
      <dgm:prSet/>
      <dgm:spPr/>
      <dgm:t>
        <a:bodyPr/>
        <a:lstStyle/>
        <a:p>
          <a:endParaRPr lang="en-US" sz="1800"/>
        </a:p>
      </dgm:t>
    </dgm:pt>
    <dgm:pt modelId="{177A982D-9F63-6444-ADCB-7053B39A7D15}">
      <dgm:prSet phldrT="[Text]" custT="1"/>
      <dgm:spPr/>
      <dgm:t>
        <a:bodyPr/>
        <a:lstStyle/>
        <a:p>
          <a:r>
            <a:rPr lang="en-US" sz="1800" dirty="0">
              <a:latin typeface="+mn-lt"/>
              <a:ea typeface="+mn-ea"/>
              <a:cs typeface="+mn-cs"/>
            </a:rPr>
            <a:t>40% found the NLIs "Easy" or "Very Easy" to use, with an additional 22% feeling neutral.</a:t>
          </a:r>
          <a:endParaRPr lang="en-US" sz="1800" dirty="0"/>
        </a:p>
      </dgm:t>
    </dgm:pt>
    <dgm:pt modelId="{44F5AF6F-D2C8-5C43-A849-5D8E3151F918}" type="parTrans" cxnId="{D710800F-5A8E-8246-91E5-D1BC293A2F33}">
      <dgm:prSet/>
      <dgm:spPr/>
      <dgm:t>
        <a:bodyPr/>
        <a:lstStyle/>
        <a:p>
          <a:endParaRPr lang="en-US" sz="1800"/>
        </a:p>
      </dgm:t>
    </dgm:pt>
    <dgm:pt modelId="{F3118E53-FAF5-DF4A-A6DA-8FBFD802C545}" type="sibTrans" cxnId="{D710800F-5A8E-8246-91E5-D1BC293A2F33}">
      <dgm:prSet/>
      <dgm:spPr/>
      <dgm:t>
        <a:bodyPr/>
        <a:lstStyle/>
        <a:p>
          <a:endParaRPr lang="en-US" sz="1800"/>
        </a:p>
      </dgm:t>
    </dgm:pt>
    <dgm:pt modelId="{C972986F-C832-7644-BE4B-8C22B9F1ECC6}">
      <dgm:prSet phldrT="[Text]" custT="1"/>
      <dgm:spPr/>
      <dgm:t>
        <a:bodyPr/>
        <a:lstStyle/>
        <a:p>
          <a:r>
            <a:rPr lang="en-US" sz="1800">
              <a:latin typeface="+mn-lt"/>
              <a:ea typeface="+mn-ea"/>
              <a:cs typeface="+mn-cs"/>
            </a:rPr>
            <a:t>Learning to use NLIs without prior instruction added to cognitive demands.</a:t>
          </a:r>
          <a:endParaRPr lang="en-US" sz="1800"/>
        </a:p>
      </dgm:t>
    </dgm:pt>
    <dgm:pt modelId="{3CB3F28C-F286-0143-96FE-5A142BA4F6D7}" type="parTrans" cxnId="{FACD1109-E106-AA40-9541-E4DBF5A7FCCD}">
      <dgm:prSet/>
      <dgm:spPr/>
      <dgm:t>
        <a:bodyPr/>
        <a:lstStyle/>
        <a:p>
          <a:endParaRPr lang="en-US" sz="1800"/>
        </a:p>
      </dgm:t>
    </dgm:pt>
    <dgm:pt modelId="{BD81BD78-989C-C84D-89C0-43EF748FE0A9}" type="sibTrans" cxnId="{FACD1109-E106-AA40-9541-E4DBF5A7FCCD}">
      <dgm:prSet/>
      <dgm:spPr/>
      <dgm:t>
        <a:bodyPr/>
        <a:lstStyle/>
        <a:p>
          <a:endParaRPr lang="en-US" sz="1800"/>
        </a:p>
      </dgm:t>
    </dgm:pt>
    <dgm:pt modelId="{72152021-1A23-7B43-990C-60C95439E162}">
      <dgm:prSet phldrT="[Text]" custT="1"/>
      <dgm:spPr/>
      <dgm:t>
        <a:bodyPr/>
        <a:lstStyle/>
        <a:p>
          <a:r>
            <a:rPr lang="en-US" sz="1800" dirty="0">
              <a:latin typeface="+mn-lt"/>
              <a:ea typeface="+mn-ea"/>
              <a:cs typeface="+mn-cs"/>
            </a:rPr>
            <a:t>Lack of guidance required participants to adapt quickly while focusing on collaborative tasks with their study partners.</a:t>
          </a:r>
          <a:endParaRPr lang="en-US" sz="1800" dirty="0"/>
        </a:p>
      </dgm:t>
    </dgm:pt>
    <dgm:pt modelId="{452AE07E-EDC1-A248-BEFA-F005A9A0CB7F}" type="parTrans" cxnId="{3CDFEBC6-7A47-024F-AA78-1C2F15796D76}">
      <dgm:prSet/>
      <dgm:spPr/>
      <dgm:t>
        <a:bodyPr/>
        <a:lstStyle/>
        <a:p>
          <a:endParaRPr lang="en-US" sz="1800"/>
        </a:p>
      </dgm:t>
    </dgm:pt>
    <dgm:pt modelId="{096204A0-7C23-FA4C-9D9F-75E67321393A}" type="sibTrans" cxnId="{3CDFEBC6-7A47-024F-AA78-1C2F15796D76}">
      <dgm:prSet/>
      <dgm:spPr/>
      <dgm:t>
        <a:bodyPr/>
        <a:lstStyle/>
        <a:p>
          <a:endParaRPr lang="en-US" sz="1800"/>
        </a:p>
      </dgm:t>
    </dgm:pt>
    <dgm:pt modelId="{92F80B29-F9AA-7E44-9A68-A013F3975313}">
      <dgm:prSet phldrT="[Text]" custT="1"/>
      <dgm:spPr/>
      <dgm:t>
        <a:bodyPr/>
        <a:lstStyle/>
        <a:p>
          <a:r>
            <a:rPr lang="en-US" sz="1800" dirty="0">
              <a:latin typeface="+mn-lt"/>
              <a:ea typeface="+mn-ea"/>
              <a:cs typeface="+mn-cs"/>
            </a:rPr>
            <a:t>This highlights both the value and usability challenges of NLIs in exploratory data tasks, especially in collaborative settings.</a:t>
          </a:r>
          <a:endParaRPr lang="en-US" sz="1800" dirty="0"/>
        </a:p>
      </dgm:t>
    </dgm:pt>
    <dgm:pt modelId="{47600761-DDAE-6B41-B12E-28D86A07AE97}" type="parTrans" cxnId="{230C0879-2CC8-B84A-B788-F3CAA12CBBE9}">
      <dgm:prSet/>
      <dgm:spPr/>
      <dgm:t>
        <a:bodyPr/>
        <a:lstStyle/>
        <a:p>
          <a:endParaRPr lang="en-US" sz="1800"/>
        </a:p>
      </dgm:t>
    </dgm:pt>
    <dgm:pt modelId="{B66AA269-F249-A34E-97B9-88C2E34815C6}" type="sibTrans" cxnId="{230C0879-2CC8-B84A-B788-F3CAA12CBBE9}">
      <dgm:prSet/>
      <dgm:spPr/>
      <dgm:t>
        <a:bodyPr/>
        <a:lstStyle/>
        <a:p>
          <a:endParaRPr lang="en-US" sz="1800"/>
        </a:p>
      </dgm:t>
    </dgm:pt>
    <dgm:pt modelId="{95D2A063-F12D-1747-9689-B059D124F14C}" type="pres">
      <dgm:prSet presAssocID="{3C2ECA26-A35A-CA4D-A0A0-B191457F5747}" presName="linear" presStyleCnt="0">
        <dgm:presLayoutVars>
          <dgm:dir/>
          <dgm:animLvl val="lvl"/>
          <dgm:resizeHandles val="exact"/>
        </dgm:presLayoutVars>
      </dgm:prSet>
      <dgm:spPr/>
    </dgm:pt>
    <dgm:pt modelId="{2D1E75CB-C6D4-F74A-9E80-784FC8D515CF}" type="pres">
      <dgm:prSet presAssocID="{DA3F787F-9F5B-FD4E-81D9-51CAB1F446FB}" presName="parentLin" presStyleCnt="0"/>
      <dgm:spPr/>
    </dgm:pt>
    <dgm:pt modelId="{5B5B6A48-2DE2-2244-89C4-632B048FE7B3}" type="pres">
      <dgm:prSet presAssocID="{DA3F787F-9F5B-FD4E-81D9-51CAB1F446FB}" presName="parentLeftMargin" presStyleLbl="node1" presStyleIdx="0" presStyleCnt="5"/>
      <dgm:spPr/>
    </dgm:pt>
    <dgm:pt modelId="{EBD8AB82-7FA3-5D4A-A9BC-C2737155C9F5}" type="pres">
      <dgm:prSet presAssocID="{DA3F787F-9F5B-FD4E-81D9-51CAB1F446FB}" presName="parentText" presStyleLbl="node1" presStyleIdx="0" presStyleCnt="5" custScaleX="142997" custScaleY="273577">
        <dgm:presLayoutVars>
          <dgm:chMax val="0"/>
          <dgm:bulletEnabled val="1"/>
        </dgm:presLayoutVars>
      </dgm:prSet>
      <dgm:spPr/>
    </dgm:pt>
    <dgm:pt modelId="{2E76ED54-06FF-354C-806E-CBE619AE4E43}" type="pres">
      <dgm:prSet presAssocID="{DA3F787F-9F5B-FD4E-81D9-51CAB1F446FB}" presName="negativeSpace" presStyleCnt="0"/>
      <dgm:spPr/>
    </dgm:pt>
    <dgm:pt modelId="{7C1E2C77-ACB9-0145-A423-D176D586F291}" type="pres">
      <dgm:prSet presAssocID="{DA3F787F-9F5B-FD4E-81D9-51CAB1F446FB}" presName="childText" presStyleLbl="conFgAcc1" presStyleIdx="0" presStyleCnt="5">
        <dgm:presLayoutVars>
          <dgm:bulletEnabled val="1"/>
        </dgm:presLayoutVars>
      </dgm:prSet>
      <dgm:spPr/>
    </dgm:pt>
    <dgm:pt modelId="{CEB96173-16D5-8840-9B1F-396BA5A055A8}" type="pres">
      <dgm:prSet presAssocID="{6BEFDB61-468C-7446-87FF-0B5D788EC9C6}" presName="spaceBetweenRectangles" presStyleCnt="0"/>
      <dgm:spPr/>
    </dgm:pt>
    <dgm:pt modelId="{0AB9D698-CA62-8741-9E6F-AF1BF26304DF}" type="pres">
      <dgm:prSet presAssocID="{177A982D-9F63-6444-ADCB-7053B39A7D15}" presName="parentLin" presStyleCnt="0"/>
      <dgm:spPr/>
    </dgm:pt>
    <dgm:pt modelId="{F2AB414A-EE40-A042-9707-66D3E45BFC54}" type="pres">
      <dgm:prSet presAssocID="{177A982D-9F63-6444-ADCB-7053B39A7D15}" presName="parentLeftMargin" presStyleLbl="node1" presStyleIdx="0" presStyleCnt="5"/>
      <dgm:spPr/>
    </dgm:pt>
    <dgm:pt modelId="{6553029C-4A4A-9540-BE4C-C90139C423F4}" type="pres">
      <dgm:prSet presAssocID="{177A982D-9F63-6444-ADCB-7053B39A7D15}" presName="parentText" presStyleLbl="node1" presStyleIdx="1" presStyleCnt="5" custScaleX="142997" custScaleY="361131">
        <dgm:presLayoutVars>
          <dgm:chMax val="0"/>
          <dgm:bulletEnabled val="1"/>
        </dgm:presLayoutVars>
      </dgm:prSet>
      <dgm:spPr/>
    </dgm:pt>
    <dgm:pt modelId="{DD69F8D9-17AF-CB46-A674-2E7D4422375E}" type="pres">
      <dgm:prSet presAssocID="{177A982D-9F63-6444-ADCB-7053B39A7D15}" presName="negativeSpace" presStyleCnt="0"/>
      <dgm:spPr/>
    </dgm:pt>
    <dgm:pt modelId="{2EFD8274-B823-B645-8947-13FBC466C15D}" type="pres">
      <dgm:prSet presAssocID="{177A982D-9F63-6444-ADCB-7053B39A7D15}" presName="childText" presStyleLbl="conFgAcc1" presStyleIdx="1" presStyleCnt="5">
        <dgm:presLayoutVars>
          <dgm:bulletEnabled val="1"/>
        </dgm:presLayoutVars>
      </dgm:prSet>
      <dgm:spPr/>
    </dgm:pt>
    <dgm:pt modelId="{5F6DB6AA-D60D-FA47-990A-FF27DE840FAE}" type="pres">
      <dgm:prSet presAssocID="{F3118E53-FAF5-DF4A-A6DA-8FBFD802C545}" presName="spaceBetweenRectangles" presStyleCnt="0"/>
      <dgm:spPr/>
    </dgm:pt>
    <dgm:pt modelId="{B26E4C80-4C0C-9647-B1DA-81EC644FFF81}" type="pres">
      <dgm:prSet presAssocID="{C972986F-C832-7644-BE4B-8C22B9F1ECC6}" presName="parentLin" presStyleCnt="0"/>
      <dgm:spPr/>
    </dgm:pt>
    <dgm:pt modelId="{E71752CD-E458-7B43-B5BD-92323CF2B54B}" type="pres">
      <dgm:prSet presAssocID="{C972986F-C832-7644-BE4B-8C22B9F1ECC6}" presName="parentLeftMargin" presStyleLbl="node1" presStyleIdx="1" presStyleCnt="5"/>
      <dgm:spPr/>
    </dgm:pt>
    <dgm:pt modelId="{19593A41-97E7-E84D-8645-C74656D64726}" type="pres">
      <dgm:prSet presAssocID="{C972986F-C832-7644-BE4B-8C22B9F1ECC6}" presName="parentText" presStyleLbl="node1" presStyleIdx="2" presStyleCnt="5" custScaleX="142997" custScaleY="351859">
        <dgm:presLayoutVars>
          <dgm:chMax val="0"/>
          <dgm:bulletEnabled val="1"/>
        </dgm:presLayoutVars>
      </dgm:prSet>
      <dgm:spPr/>
    </dgm:pt>
    <dgm:pt modelId="{30BB51D8-9D34-F04D-9DD8-8EC491AC9688}" type="pres">
      <dgm:prSet presAssocID="{C972986F-C832-7644-BE4B-8C22B9F1ECC6}" presName="negativeSpace" presStyleCnt="0"/>
      <dgm:spPr/>
    </dgm:pt>
    <dgm:pt modelId="{1ECD96A9-99D5-E24C-A221-C183B0332BAC}" type="pres">
      <dgm:prSet presAssocID="{C972986F-C832-7644-BE4B-8C22B9F1ECC6}" presName="childText" presStyleLbl="conFgAcc1" presStyleIdx="2" presStyleCnt="5">
        <dgm:presLayoutVars>
          <dgm:bulletEnabled val="1"/>
        </dgm:presLayoutVars>
      </dgm:prSet>
      <dgm:spPr/>
    </dgm:pt>
    <dgm:pt modelId="{9B9B58AA-CCD0-BD48-8CBE-F63E894DEEFA}" type="pres">
      <dgm:prSet presAssocID="{BD81BD78-989C-C84D-89C0-43EF748FE0A9}" presName="spaceBetweenRectangles" presStyleCnt="0"/>
      <dgm:spPr/>
    </dgm:pt>
    <dgm:pt modelId="{AAA82EFE-BD68-924A-AE75-DA70856DB1C4}" type="pres">
      <dgm:prSet presAssocID="{72152021-1A23-7B43-990C-60C95439E162}" presName="parentLin" presStyleCnt="0"/>
      <dgm:spPr/>
    </dgm:pt>
    <dgm:pt modelId="{DD17E45F-9646-1F44-A93E-0F01BA1CBE66}" type="pres">
      <dgm:prSet presAssocID="{72152021-1A23-7B43-990C-60C95439E162}" presName="parentLeftMargin" presStyleLbl="node1" presStyleIdx="2" presStyleCnt="5"/>
      <dgm:spPr/>
    </dgm:pt>
    <dgm:pt modelId="{7C7196D4-7C19-6F48-B4EB-8F3DB34E5E57}" type="pres">
      <dgm:prSet presAssocID="{72152021-1A23-7B43-990C-60C95439E162}" presName="parentText" presStyleLbl="node1" presStyleIdx="3" presStyleCnt="5" custScaleX="142857" custScaleY="252148">
        <dgm:presLayoutVars>
          <dgm:chMax val="0"/>
          <dgm:bulletEnabled val="1"/>
        </dgm:presLayoutVars>
      </dgm:prSet>
      <dgm:spPr/>
    </dgm:pt>
    <dgm:pt modelId="{4BE06960-88C1-BC4F-BEBF-11D83D1F1CE7}" type="pres">
      <dgm:prSet presAssocID="{72152021-1A23-7B43-990C-60C95439E162}" presName="negativeSpace" presStyleCnt="0"/>
      <dgm:spPr/>
    </dgm:pt>
    <dgm:pt modelId="{C0AB0844-3A28-044B-933B-3718BC367BE8}" type="pres">
      <dgm:prSet presAssocID="{72152021-1A23-7B43-990C-60C95439E162}" presName="childText" presStyleLbl="conFgAcc1" presStyleIdx="3" presStyleCnt="5">
        <dgm:presLayoutVars>
          <dgm:bulletEnabled val="1"/>
        </dgm:presLayoutVars>
      </dgm:prSet>
      <dgm:spPr/>
    </dgm:pt>
    <dgm:pt modelId="{CE7FFD07-8CF5-BC4A-B2AF-0997E1C7D7FD}" type="pres">
      <dgm:prSet presAssocID="{096204A0-7C23-FA4C-9D9F-75E67321393A}" presName="spaceBetweenRectangles" presStyleCnt="0"/>
      <dgm:spPr/>
    </dgm:pt>
    <dgm:pt modelId="{A02B6094-DEC1-BA4A-B77A-5D763D91901F}" type="pres">
      <dgm:prSet presAssocID="{92F80B29-F9AA-7E44-9A68-A013F3975313}" presName="parentLin" presStyleCnt="0"/>
      <dgm:spPr/>
    </dgm:pt>
    <dgm:pt modelId="{4D86F5F1-566E-9146-B613-4ACE5A021FE5}" type="pres">
      <dgm:prSet presAssocID="{92F80B29-F9AA-7E44-9A68-A013F3975313}" presName="parentLeftMargin" presStyleLbl="node1" presStyleIdx="3" presStyleCnt="5"/>
      <dgm:spPr/>
    </dgm:pt>
    <dgm:pt modelId="{8BC94297-BB05-1F4D-A4DF-2C5C210A8A89}" type="pres">
      <dgm:prSet presAssocID="{92F80B29-F9AA-7E44-9A68-A013F3975313}" presName="parentText" presStyleLbl="node1" presStyleIdx="4" presStyleCnt="5" custScaleX="142997" custScaleY="424023">
        <dgm:presLayoutVars>
          <dgm:chMax val="0"/>
          <dgm:bulletEnabled val="1"/>
        </dgm:presLayoutVars>
      </dgm:prSet>
      <dgm:spPr/>
    </dgm:pt>
    <dgm:pt modelId="{0D03C084-95A5-FB4F-9117-45BC809BC85F}" type="pres">
      <dgm:prSet presAssocID="{92F80B29-F9AA-7E44-9A68-A013F3975313}" presName="negativeSpace" presStyleCnt="0"/>
      <dgm:spPr/>
    </dgm:pt>
    <dgm:pt modelId="{92F8D9F8-023C-E941-A541-0820A1AAE0EE}" type="pres">
      <dgm:prSet presAssocID="{92F80B29-F9AA-7E44-9A68-A013F397531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FACD1109-E106-AA40-9541-E4DBF5A7FCCD}" srcId="{3C2ECA26-A35A-CA4D-A0A0-B191457F5747}" destId="{C972986F-C832-7644-BE4B-8C22B9F1ECC6}" srcOrd="2" destOrd="0" parTransId="{3CB3F28C-F286-0143-96FE-5A142BA4F6D7}" sibTransId="{BD81BD78-989C-C84D-89C0-43EF748FE0A9}"/>
    <dgm:cxn modelId="{D710800F-5A8E-8246-91E5-D1BC293A2F33}" srcId="{3C2ECA26-A35A-CA4D-A0A0-B191457F5747}" destId="{177A982D-9F63-6444-ADCB-7053B39A7D15}" srcOrd="1" destOrd="0" parTransId="{44F5AF6F-D2C8-5C43-A849-5D8E3151F918}" sibTransId="{F3118E53-FAF5-DF4A-A6DA-8FBFD802C545}"/>
    <dgm:cxn modelId="{78C3A912-11AD-594A-9E7F-F2B1D1FB0241}" type="presOf" srcId="{177A982D-9F63-6444-ADCB-7053B39A7D15}" destId="{F2AB414A-EE40-A042-9707-66D3E45BFC54}" srcOrd="0" destOrd="0" presId="urn:microsoft.com/office/officeart/2005/8/layout/list1"/>
    <dgm:cxn modelId="{B281DC14-08D0-B44E-809A-1EBC86F28FCA}" type="presOf" srcId="{C972986F-C832-7644-BE4B-8C22B9F1ECC6}" destId="{E71752CD-E458-7B43-B5BD-92323CF2B54B}" srcOrd="0" destOrd="0" presId="urn:microsoft.com/office/officeart/2005/8/layout/list1"/>
    <dgm:cxn modelId="{80817A34-BBD4-DA4C-9689-4C2FEEA04965}" type="presOf" srcId="{3C2ECA26-A35A-CA4D-A0A0-B191457F5747}" destId="{95D2A063-F12D-1747-9689-B059D124F14C}" srcOrd="0" destOrd="0" presId="urn:microsoft.com/office/officeart/2005/8/layout/list1"/>
    <dgm:cxn modelId="{E43AF445-FE33-E341-A1D4-2D524C4B1259}" type="presOf" srcId="{DA3F787F-9F5B-FD4E-81D9-51CAB1F446FB}" destId="{EBD8AB82-7FA3-5D4A-A9BC-C2737155C9F5}" srcOrd="1" destOrd="0" presId="urn:microsoft.com/office/officeart/2005/8/layout/list1"/>
    <dgm:cxn modelId="{E8D64963-2517-454E-8915-4BC9D2A932DE}" type="presOf" srcId="{C972986F-C832-7644-BE4B-8C22B9F1ECC6}" destId="{19593A41-97E7-E84D-8645-C74656D64726}" srcOrd="1" destOrd="0" presId="urn:microsoft.com/office/officeart/2005/8/layout/list1"/>
    <dgm:cxn modelId="{0BEE5D6F-EB94-7940-83DD-46A5565BA9AA}" type="presOf" srcId="{72152021-1A23-7B43-990C-60C95439E162}" destId="{DD17E45F-9646-1F44-A93E-0F01BA1CBE66}" srcOrd="0" destOrd="0" presId="urn:microsoft.com/office/officeart/2005/8/layout/list1"/>
    <dgm:cxn modelId="{5F99E170-D518-634F-BDF0-79176FC66A79}" type="presOf" srcId="{72152021-1A23-7B43-990C-60C95439E162}" destId="{7C7196D4-7C19-6F48-B4EB-8F3DB34E5E57}" srcOrd="1" destOrd="0" presId="urn:microsoft.com/office/officeart/2005/8/layout/list1"/>
    <dgm:cxn modelId="{64F56276-300B-ED4E-AAEF-C49941D32A44}" type="presOf" srcId="{92F80B29-F9AA-7E44-9A68-A013F3975313}" destId="{8BC94297-BB05-1F4D-A4DF-2C5C210A8A89}" srcOrd="1" destOrd="0" presId="urn:microsoft.com/office/officeart/2005/8/layout/list1"/>
    <dgm:cxn modelId="{01101778-7DD3-BA41-B976-3CBFC07EEA1D}" type="presOf" srcId="{DA3F787F-9F5B-FD4E-81D9-51CAB1F446FB}" destId="{5B5B6A48-2DE2-2244-89C4-632B048FE7B3}" srcOrd="0" destOrd="0" presId="urn:microsoft.com/office/officeart/2005/8/layout/list1"/>
    <dgm:cxn modelId="{230C0879-2CC8-B84A-B788-F3CAA12CBBE9}" srcId="{3C2ECA26-A35A-CA4D-A0A0-B191457F5747}" destId="{92F80B29-F9AA-7E44-9A68-A013F3975313}" srcOrd="4" destOrd="0" parTransId="{47600761-DDAE-6B41-B12E-28D86A07AE97}" sibTransId="{B66AA269-F249-A34E-97B9-88C2E34815C6}"/>
    <dgm:cxn modelId="{EA77BC8E-0E2F-8141-A50D-D600AF2EBB31}" type="presOf" srcId="{92F80B29-F9AA-7E44-9A68-A013F3975313}" destId="{4D86F5F1-566E-9146-B613-4ACE5A021FE5}" srcOrd="0" destOrd="0" presId="urn:microsoft.com/office/officeart/2005/8/layout/list1"/>
    <dgm:cxn modelId="{3CDFEBC6-7A47-024F-AA78-1C2F15796D76}" srcId="{3C2ECA26-A35A-CA4D-A0A0-B191457F5747}" destId="{72152021-1A23-7B43-990C-60C95439E162}" srcOrd="3" destOrd="0" parTransId="{452AE07E-EDC1-A248-BEFA-F005A9A0CB7F}" sibTransId="{096204A0-7C23-FA4C-9D9F-75E67321393A}"/>
    <dgm:cxn modelId="{0C5C46D3-A913-314F-B0E5-014A751E2734}" srcId="{3C2ECA26-A35A-CA4D-A0A0-B191457F5747}" destId="{DA3F787F-9F5B-FD4E-81D9-51CAB1F446FB}" srcOrd="0" destOrd="0" parTransId="{E150E131-E4AF-6D40-AA89-A1D2F4FCB745}" sibTransId="{6BEFDB61-468C-7446-87FF-0B5D788EC9C6}"/>
    <dgm:cxn modelId="{4F7A46EE-E43A-7F43-AE6E-F5AFD882EBBF}" type="presOf" srcId="{177A982D-9F63-6444-ADCB-7053B39A7D15}" destId="{6553029C-4A4A-9540-BE4C-C90139C423F4}" srcOrd="1" destOrd="0" presId="urn:microsoft.com/office/officeart/2005/8/layout/list1"/>
    <dgm:cxn modelId="{1A86F8B8-357C-E449-A1D3-7DDA665A5B95}" type="presParOf" srcId="{95D2A063-F12D-1747-9689-B059D124F14C}" destId="{2D1E75CB-C6D4-F74A-9E80-784FC8D515CF}" srcOrd="0" destOrd="0" presId="urn:microsoft.com/office/officeart/2005/8/layout/list1"/>
    <dgm:cxn modelId="{A699426B-F208-E645-A53B-F93E499F43D6}" type="presParOf" srcId="{2D1E75CB-C6D4-F74A-9E80-784FC8D515CF}" destId="{5B5B6A48-2DE2-2244-89C4-632B048FE7B3}" srcOrd="0" destOrd="0" presId="urn:microsoft.com/office/officeart/2005/8/layout/list1"/>
    <dgm:cxn modelId="{B0E75E88-BC03-3D48-8194-057EF9FA05D1}" type="presParOf" srcId="{2D1E75CB-C6D4-F74A-9E80-784FC8D515CF}" destId="{EBD8AB82-7FA3-5D4A-A9BC-C2737155C9F5}" srcOrd="1" destOrd="0" presId="urn:microsoft.com/office/officeart/2005/8/layout/list1"/>
    <dgm:cxn modelId="{F31B0408-0308-7B4F-8949-467A05D7FCF6}" type="presParOf" srcId="{95D2A063-F12D-1747-9689-B059D124F14C}" destId="{2E76ED54-06FF-354C-806E-CBE619AE4E43}" srcOrd="1" destOrd="0" presId="urn:microsoft.com/office/officeart/2005/8/layout/list1"/>
    <dgm:cxn modelId="{D66D86F4-E935-174D-BA10-555AEAE234F5}" type="presParOf" srcId="{95D2A063-F12D-1747-9689-B059D124F14C}" destId="{7C1E2C77-ACB9-0145-A423-D176D586F291}" srcOrd="2" destOrd="0" presId="urn:microsoft.com/office/officeart/2005/8/layout/list1"/>
    <dgm:cxn modelId="{9D5DE547-6D75-514A-A712-9227E29F3767}" type="presParOf" srcId="{95D2A063-F12D-1747-9689-B059D124F14C}" destId="{CEB96173-16D5-8840-9B1F-396BA5A055A8}" srcOrd="3" destOrd="0" presId="urn:microsoft.com/office/officeart/2005/8/layout/list1"/>
    <dgm:cxn modelId="{EED80FA0-B60F-C643-A343-D3AF895D5831}" type="presParOf" srcId="{95D2A063-F12D-1747-9689-B059D124F14C}" destId="{0AB9D698-CA62-8741-9E6F-AF1BF26304DF}" srcOrd="4" destOrd="0" presId="urn:microsoft.com/office/officeart/2005/8/layout/list1"/>
    <dgm:cxn modelId="{26711E45-54F6-6646-AA68-74514BDB19A7}" type="presParOf" srcId="{0AB9D698-CA62-8741-9E6F-AF1BF26304DF}" destId="{F2AB414A-EE40-A042-9707-66D3E45BFC54}" srcOrd="0" destOrd="0" presId="urn:microsoft.com/office/officeart/2005/8/layout/list1"/>
    <dgm:cxn modelId="{8FDC48C0-20A4-C349-AA05-BED2DCD1A99D}" type="presParOf" srcId="{0AB9D698-CA62-8741-9E6F-AF1BF26304DF}" destId="{6553029C-4A4A-9540-BE4C-C90139C423F4}" srcOrd="1" destOrd="0" presId="urn:microsoft.com/office/officeart/2005/8/layout/list1"/>
    <dgm:cxn modelId="{C9461593-A755-D64F-89A0-E96CEC7A0D91}" type="presParOf" srcId="{95D2A063-F12D-1747-9689-B059D124F14C}" destId="{DD69F8D9-17AF-CB46-A674-2E7D4422375E}" srcOrd="5" destOrd="0" presId="urn:microsoft.com/office/officeart/2005/8/layout/list1"/>
    <dgm:cxn modelId="{F4BA5674-C21A-7D4D-8AB1-5EEF32E1D9A8}" type="presParOf" srcId="{95D2A063-F12D-1747-9689-B059D124F14C}" destId="{2EFD8274-B823-B645-8947-13FBC466C15D}" srcOrd="6" destOrd="0" presId="urn:microsoft.com/office/officeart/2005/8/layout/list1"/>
    <dgm:cxn modelId="{742DB160-8158-0644-AA03-C944E6CE61C6}" type="presParOf" srcId="{95D2A063-F12D-1747-9689-B059D124F14C}" destId="{5F6DB6AA-D60D-FA47-990A-FF27DE840FAE}" srcOrd="7" destOrd="0" presId="urn:microsoft.com/office/officeart/2005/8/layout/list1"/>
    <dgm:cxn modelId="{3DEF341F-A9EF-6345-AD6F-24C2E053DF73}" type="presParOf" srcId="{95D2A063-F12D-1747-9689-B059D124F14C}" destId="{B26E4C80-4C0C-9647-B1DA-81EC644FFF81}" srcOrd="8" destOrd="0" presId="urn:microsoft.com/office/officeart/2005/8/layout/list1"/>
    <dgm:cxn modelId="{6DDCF590-644C-F74F-86F6-575A8C88E9D8}" type="presParOf" srcId="{B26E4C80-4C0C-9647-B1DA-81EC644FFF81}" destId="{E71752CD-E458-7B43-B5BD-92323CF2B54B}" srcOrd="0" destOrd="0" presId="urn:microsoft.com/office/officeart/2005/8/layout/list1"/>
    <dgm:cxn modelId="{CF74C8B2-219B-C841-AB3D-CBAF1D42FF7F}" type="presParOf" srcId="{B26E4C80-4C0C-9647-B1DA-81EC644FFF81}" destId="{19593A41-97E7-E84D-8645-C74656D64726}" srcOrd="1" destOrd="0" presId="urn:microsoft.com/office/officeart/2005/8/layout/list1"/>
    <dgm:cxn modelId="{2475FB35-A199-F342-AA69-4C76B4AB5D23}" type="presParOf" srcId="{95D2A063-F12D-1747-9689-B059D124F14C}" destId="{30BB51D8-9D34-F04D-9DD8-8EC491AC9688}" srcOrd="9" destOrd="0" presId="urn:microsoft.com/office/officeart/2005/8/layout/list1"/>
    <dgm:cxn modelId="{B10669DF-64EF-2B4F-B5B5-B12B6B3CF606}" type="presParOf" srcId="{95D2A063-F12D-1747-9689-B059D124F14C}" destId="{1ECD96A9-99D5-E24C-A221-C183B0332BAC}" srcOrd="10" destOrd="0" presId="urn:microsoft.com/office/officeart/2005/8/layout/list1"/>
    <dgm:cxn modelId="{5A813E19-A56B-DB4B-93C2-D5181F3BEC5E}" type="presParOf" srcId="{95D2A063-F12D-1747-9689-B059D124F14C}" destId="{9B9B58AA-CCD0-BD48-8CBE-F63E894DEEFA}" srcOrd="11" destOrd="0" presId="urn:microsoft.com/office/officeart/2005/8/layout/list1"/>
    <dgm:cxn modelId="{B01D1C43-9F55-664C-A922-951133E17B65}" type="presParOf" srcId="{95D2A063-F12D-1747-9689-B059D124F14C}" destId="{AAA82EFE-BD68-924A-AE75-DA70856DB1C4}" srcOrd="12" destOrd="0" presId="urn:microsoft.com/office/officeart/2005/8/layout/list1"/>
    <dgm:cxn modelId="{27AA648E-6079-8A45-8DDA-80F456B1C42E}" type="presParOf" srcId="{AAA82EFE-BD68-924A-AE75-DA70856DB1C4}" destId="{DD17E45F-9646-1F44-A93E-0F01BA1CBE66}" srcOrd="0" destOrd="0" presId="urn:microsoft.com/office/officeart/2005/8/layout/list1"/>
    <dgm:cxn modelId="{0049FDCE-F839-E648-8426-83E3EF611A63}" type="presParOf" srcId="{AAA82EFE-BD68-924A-AE75-DA70856DB1C4}" destId="{7C7196D4-7C19-6F48-B4EB-8F3DB34E5E57}" srcOrd="1" destOrd="0" presId="urn:microsoft.com/office/officeart/2005/8/layout/list1"/>
    <dgm:cxn modelId="{72FE2645-BD4C-B14E-8B24-A85ABCB55CD1}" type="presParOf" srcId="{95D2A063-F12D-1747-9689-B059D124F14C}" destId="{4BE06960-88C1-BC4F-BEBF-11D83D1F1CE7}" srcOrd="13" destOrd="0" presId="urn:microsoft.com/office/officeart/2005/8/layout/list1"/>
    <dgm:cxn modelId="{980108C4-2875-794D-B254-9FD27C9AB358}" type="presParOf" srcId="{95D2A063-F12D-1747-9689-B059D124F14C}" destId="{C0AB0844-3A28-044B-933B-3718BC367BE8}" srcOrd="14" destOrd="0" presId="urn:microsoft.com/office/officeart/2005/8/layout/list1"/>
    <dgm:cxn modelId="{D252144B-8D57-A243-A33F-8CD4FD7570E3}" type="presParOf" srcId="{95D2A063-F12D-1747-9689-B059D124F14C}" destId="{CE7FFD07-8CF5-BC4A-B2AF-0997E1C7D7FD}" srcOrd="15" destOrd="0" presId="urn:microsoft.com/office/officeart/2005/8/layout/list1"/>
    <dgm:cxn modelId="{804BE050-BBA5-7545-9089-819371D2E7AB}" type="presParOf" srcId="{95D2A063-F12D-1747-9689-B059D124F14C}" destId="{A02B6094-DEC1-BA4A-B77A-5D763D91901F}" srcOrd="16" destOrd="0" presId="urn:microsoft.com/office/officeart/2005/8/layout/list1"/>
    <dgm:cxn modelId="{8F67202D-7D4E-984E-9F6F-A68D8370D702}" type="presParOf" srcId="{A02B6094-DEC1-BA4A-B77A-5D763D91901F}" destId="{4D86F5F1-566E-9146-B613-4ACE5A021FE5}" srcOrd="0" destOrd="0" presId="urn:microsoft.com/office/officeart/2005/8/layout/list1"/>
    <dgm:cxn modelId="{3A061DE4-7B64-9943-A45F-7F623F5DD15D}" type="presParOf" srcId="{A02B6094-DEC1-BA4A-B77A-5D763D91901F}" destId="{8BC94297-BB05-1F4D-A4DF-2C5C210A8A89}" srcOrd="1" destOrd="0" presId="urn:microsoft.com/office/officeart/2005/8/layout/list1"/>
    <dgm:cxn modelId="{E83B5F84-CFA6-7341-A0E4-ED2658B49E4B}" type="presParOf" srcId="{95D2A063-F12D-1747-9689-B059D124F14C}" destId="{0D03C084-95A5-FB4F-9117-45BC809BC85F}" srcOrd="17" destOrd="0" presId="urn:microsoft.com/office/officeart/2005/8/layout/list1"/>
    <dgm:cxn modelId="{4D6C8185-4059-CD43-B419-7CDA7D16F112}" type="presParOf" srcId="{95D2A063-F12D-1747-9689-B059D124F14C}" destId="{92F8D9F8-023C-E941-A541-0820A1AAE0EE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6CCBC90-B88D-9E41-84E5-F819EA20626F}" type="doc">
      <dgm:prSet loTypeId="urn:microsoft.com/office/officeart/2005/8/layout/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FFD27C9-7F25-7D4F-BF5C-81F1AEBCD82A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Part - 2</a:t>
          </a:r>
        </a:p>
      </dgm:t>
    </dgm:pt>
    <dgm:pt modelId="{5545978E-F7D9-4543-B58E-515453D2AA2B}" type="parTrans" cxnId="{25E50A57-5686-1A4B-A827-A0D9B1E0EA41}">
      <dgm:prSet/>
      <dgm:spPr/>
      <dgm:t>
        <a:bodyPr/>
        <a:lstStyle/>
        <a:p>
          <a:endParaRPr lang="en-US"/>
        </a:p>
      </dgm:t>
    </dgm:pt>
    <dgm:pt modelId="{E0190DE6-C8D1-AD43-B070-56BC41BE81F2}" type="sibTrans" cxnId="{25E50A57-5686-1A4B-A827-A0D9B1E0EA41}">
      <dgm:prSet/>
      <dgm:spPr/>
      <dgm:t>
        <a:bodyPr/>
        <a:lstStyle/>
        <a:p>
          <a:endParaRPr lang="en-US"/>
        </a:p>
      </dgm:t>
    </dgm:pt>
    <dgm:pt modelId="{14D0FFD3-00AC-8948-A773-18BD43DCCF15}">
      <dgm:prSet phldrT="[Text]" custT="1"/>
      <dgm:spPr/>
      <dgm:t>
        <a:bodyPr/>
        <a:lstStyle/>
        <a:p>
          <a:pPr>
            <a:buFont typeface="System Font Regular"/>
            <a:buNone/>
          </a:pPr>
          <a:r>
            <a:rPr lang="en-US" sz="3200" dirty="0">
              <a:solidFill>
                <a:schemeClr val="accent1"/>
              </a:solidFill>
              <a:effectLst/>
            </a:rPr>
            <a:t>Challenges for users </a:t>
          </a:r>
          <a:endParaRPr lang="en-US" sz="3200" dirty="0">
            <a:solidFill>
              <a:schemeClr val="accent1"/>
            </a:solidFill>
          </a:endParaRPr>
        </a:p>
      </dgm:t>
    </dgm:pt>
    <dgm:pt modelId="{9121DA1C-F1E7-934A-9539-B6AD6D8B36C2}" type="sibTrans" cxnId="{575DD460-94CE-B64D-BD42-5FFAED38C455}">
      <dgm:prSet/>
      <dgm:spPr/>
      <dgm:t>
        <a:bodyPr/>
        <a:lstStyle/>
        <a:p>
          <a:endParaRPr lang="en-US"/>
        </a:p>
      </dgm:t>
    </dgm:pt>
    <dgm:pt modelId="{DE84667B-E73B-C441-A98E-402B96E9B828}" type="parTrans" cxnId="{575DD460-94CE-B64D-BD42-5FFAED38C455}">
      <dgm:prSet/>
      <dgm:spPr/>
      <dgm:t>
        <a:bodyPr/>
        <a:lstStyle/>
        <a:p>
          <a:endParaRPr lang="en-US"/>
        </a:p>
      </dgm:t>
    </dgm:pt>
    <dgm:pt modelId="{04425E19-CFCC-AF45-B061-AEECCD733C9C}" type="pres">
      <dgm:prSet presAssocID="{36CCBC90-B88D-9E41-84E5-F819EA20626F}" presName="linear" presStyleCnt="0">
        <dgm:presLayoutVars>
          <dgm:dir/>
          <dgm:animLvl val="lvl"/>
          <dgm:resizeHandles val="exact"/>
        </dgm:presLayoutVars>
      </dgm:prSet>
      <dgm:spPr/>
    </dgm:pt>
    <dgm:pt modelId="{D7DA8757-BF58-8046-88A3-D48DA0E3D61C}" type="pres">
      <dgm:prSet presAssocID="{0FFD27C9-7F25-7D4F-BF5C-81F1AEBCD82A}" presName="parentLin" presStyleCnt="0"/>
      <dgm:spPr/>
    </dgm:pt>
    <dgm:pt modelId="{685832FC-6B61-B04E-A3E6-9783154544FF}" type="pres">
      <dgm:prSet presAssocID="{0FFD27C9-7F25-7D4F-BF5C-81F1AEBCD82A}" presName="parentLeftMargin" presStyleLbl="node1" presStyleIdx="0" presStyleCnt="1"/>
      <dgm:spPr/>
    </dgm:pt>
    <dgm:pt modelId="{5467150C-A99F-9E43-882E-C439D5AEAC97}" type="pres">
      <dgm:prSet presAssocID="{0FFD27C9-7F25-7D4F-BF5C-81F1AEBCD82A}" presName="parentText" presStyleLbl="node1" presStyleIdx="0" presStyleCnt="1" custLinFactNeighborX="-13924" custLinFactNeighborY="-4335">
        <dgm:presLayoutVars>
          <dgm:chMax val="0"/>
          <dgm:bulletEnabled val="1"/>
        </dgm:presLayoutVars>
      </dgm:prSet>
      <dgm:spPr/>
    </dgm:pt>
    <dgm:pt modelId="{3481E77E-09B4-2343-AD7A-784D0CD92401}" type="pres">
      <dgm:prSet presAssocID="{0FFD27C9-7F25-7D4F-BF5C-81F1AEBCD82A}" presName="negativeSpace" presStyleCnt="0"/>
      <dgm:spPr/>
    </dgm:pt>
    <dgm:pt modelId="{0380495D-C6AD-8144-85C4-1B1C5776EA09}" type="pres">
      <dgm:prSet presAssocID="{0FFD27C9-7F25-7D4F-BF5C-81F1AEBCD82A}" presName="childText" presStyleLbl="conFgAcc1" presStyleIdx="0" presStyleCnt="1" custLinFactNeighborX="-3715" custLinFactNeighborY="-574">
        <dgm:presLayoutVars>
          <dgm:bulletEnabled val="1"/>
        </dgm:presLayoutVars>
      </dgm:prSet>
      <dgm:spPr/>
    </dgm:pt>
  </dgm:ptLst>
  <dgm:cxnLst>
    <dgm:cxn modelId="{CEB9E93D-8F87-344E-AC5A-96BFE38022FB}" type="presOf" srcId="{0FFD27C9-7F25-7D4F-BF5C-81F1AEBCD82A}" destId="{5467150C-A99F-9E43-882E-C439D5AEAC97}" srcOrd="1" destOrd="0" presId="urn:microsoft.com/office/officeart/2005/8/layout/list1"/>
    <dgm:cxn modelId="{25E50A57-5686-1A4B-A827-A0D9B1E0EA41}" srcId="{36CCBC90-B88D-9E41-84E5-F819EA20626F}" destId="{0FFD27C9-7F25-7D4F-BF5C-81F1AEBCD82A}" srcOrd="0" destOrd="0" parTransId="{5545978E-F7D9-4543-B58E-515453D2AA2B}" sibTransId="{E0190DE6-C8D1-AD43-B070-56BC41BE81F2}"/>
    <dgm:cxn modelId="{575DD460-94CE-B64D-BD42-5FFAED38C455}" srcId="{0FFD27C9-7F25-7D4F-BF5C-81F1AEBCD82A}" destId="{14D0FFD3-00AC-8948-A773-18BD43DCCF15}" srcOrd="0" destOrd="0" parTransId="{DE84667B-E73B-C441-A98E-402B96E9B828}" sibTransId="{9121DA1C-F1E7-934A-9539-B6AD6D8B36C2}"/>
    <dgm:cxn modelId="{99A51E79-0691-A949-B988-2CE592A2454A}" type="presOf" srcId="{14D0FFD3-00AC-8948-A773-18BD43DCCF15}" destId="{0380495D-C6AD-8144-85C4-1B1C5776EA09}" srcOrd="0" destOrd="0" presId="urn:microsoft.com/office/officeart/2005/8/layout/list1"/>
    <dgm:cxn modelId="{BFE4AEC6-81BA-C94E-8CC0-6101BB065626}" type="presOf" srcId="{36CCBC90-B88D-9E41-84E5-F819EA20626F}" destId="{04425E19-CFCC-AF45-B061-AEECCD733C9C}" srcOrd="0" destOrd="0" presId="urn:microsoft.com/office/officeart/2005/8/layout/list1"/>
    <dgm:cxn modelId="{34A88ECB-7705-5C48-BE50-01739FEF95A2}" type="presOf" srcId="{0FFD27C9-7F25-7D4F-BF5C-81F1AEBCD82A}" destId="{685832FC-6B61-B04E-A3E6-9783154544FF}" srcOrd="0" destOrd="0" presId="urn:microsoft.com/office/officeart/2005/8/layout/list1"/>
    <dgm:cxn modelId="{BAEB2FFD-43A7-754C-9111-0CFBEF3794B2}" type="presParOf" srcId="{04425E19-CFCC-AF45-B061-AEECCD733C9C}" destId="{D7DA8757-BF58-8046-88A3-D48DA0E3D61C}" srcOrd="0" destOrd="0" presId="urn:microsoft.com/office/officeart/2005/8/layout/list1"/>
    <dgm:cxn modelId="{E193D130-1556-4945-8C48-1A711F23EF3D}" type="presParOf" srcId="{D7DA8757-BF58-8046-88A3-D48DA0E3D61C}" destId="{685832FC-6B61-B04E-A3E6-9783154544FF}" srcOrd="0" destOrd="0" presId="urn:microsoft.com/office/officeart/2005/8/layout/list1"/>
    <dgm:cxn modelId="{A4FCFC86-00B2-9F41-A6C2-A3AF15FC5A55}" type="presParOf" srcId="{D7DA8757-BF58-8046-88A3-D48DA0E3D61C}" destId="{5467150C-A99F-9E43-882E-C439D5AEAC97}" srcOrd="1" destOrd="0" presId="urn:microsoft.com/office/officeart/2005/8/layout/list1"/>
    <dgm:cxn modelId="{EFED684B-7EEB-E94E-BE1F-2698B91AEE3E}" type="presParOf" srcId="{04425E19-CFCC-AF45-B061-AEECCD733C9C}" destId="{3481E77E-09B4-2343-AD7A-784D0CD92401}" srcOrd="1" destOrd="0" presId="urn:microsoft.com/office/officeart/2005/8/layout/list1"/>
    <dgm:cxn modelId="{B86D68D9-F862-2946-A141-00A822ED44B6}" type="presParOf" srcId="{04425E19-CFCC-AF45-B061-AEECCD733C9C}" destId="{0380495D-C6AD-8144-85C4-1B1C5776EA09}" srcOrd="2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A9EA43F-1E47-1C4D-8960-BE0796940F7E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9177B35-0D6C-2A4E-89AD-23001E747501}">
      <dgm:prSet custT="1"/>
      <dgm:spPr/>
      <dgm:t>
        <a:bodyPr/>
        <a:lstStyle/>
        <a:p>
          <a:r>
            <a:rPr lang="en-US" sz="1800" dirty="0"/>
            <a:t>"Can you show me the uninsured rate for different counties?”</a:t>
          </a:r>
        </a:p>
      </dgm:t>
    </dgm:pt>
    <dgm:pt modelId="{EEF50E59-7ADF-C849-8B3E-9BBC3E7BDDAF}" type="parTrans" cxnId="{71B9A1BF-CA92-6B44-A92E-23EA5BCD2BD7}">
      <dgm:prSet/>
      <dgm:spPr/>
      <dgm:t>
        <a:bodyPr/>
        <a:lstStyle/>
        <a:p>
          <a:endParaRPr lang="en-US" sz="2000"/>
        </a:p>
      </dgm:t>
    </dgm:pt>
    <dgm:pt modelId="{FCA9F29B-8DAF-074F-A3A9-BE2765037267}" type="sibTrans" cxnId="{71B9A1BF-CA92-6B44-A92E-23EA5BCD2BD7}">
      <dgm:prSet/>
      <dgm:spPr/>
      <dgm:t>
        <a:bodyPr/>
        <a:lstStyle/>
        <a:p>
          <a:endParaRPr lang="en-US" sz="2000"/>
        </a:p>
      </dgm:t>
    </dgm:pt>
    <dgm:pt modelId="{A2203A92-D57C-734C-AC58-02DA6CAB6D68}">
      <dgm:prSet custT="1"/>
      <dgm:spPr/>
      <dgm:t>
        <a:bodyPr/>
        <a:lstStyle/>
        <a:p>
          <a:r>
            <a:rPr lang="en-US" sz="1800" dirty="0"/>
            <a:t>Generates a grouped bar chart of uninsured rate, grouping by county-type</a:t>
          </a:r>
        </a:p>
      </dgm:t>
    </dgm:pt>
    <dgm:pt modelId="{377411A4-A9AF-5946-9E71-E2790308CD68}" type="parTrans" cxnId="{5B8A11DD-E680-1148-9A66-E22B2D101094}">
      <dgm:prSet/>
      <dgm:spPr/>
      <dgm:t>
        <a:bodyPr/>
        <a:lstStyle/>
        <a:p>
          <a:endParaRPr lang="en-US" sz="2000"/>
        </a:p>
      </dgm:t>
    </dgm:pt>
    <dgm:pt modelId="{C8BAAC51-6788-CA4C-99DC-1E12B4652E1D}" type="sibTrans" cxnId="{5B8A11DD-E680-1148-9A66-E22B2D101094}">
      <dgm:prSet/>
      <dgm:spPr/>
      <dgm:t>
        <a:bodyPr/>
        <a:lstStyle/>
        <a:p>
          <a:endParaRPr lang="en-US" sz="2000"/>
        </a:p>
      </dgm:t>
    </dgm:pt>
    <dgm:pt modelId="{B5F8581A-F019-3D42-BCCE-A38CC7CDF636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800" dirty="0"/>
            <a:t>“I don’t understand very well, what these bar charts are for?”</a:t>
          </a:r>
        </a:p>
      </dgm:t>
    </dgm:pt>
    <dgm:pt modelId="{B2B559B9-FF2F-9142-8176-BD6F6394BB96}" type="parTrans" cxnId="{991C1094-8E26-764B-A1A0-32F8F9F85DEE}">
      <dgm:prSet/>
      <dgm:spPr/>
      <dgm:t>
        <a:bodyPr/>
        <a:lstStyle/>
        <a:p>
          <a:endParaRPr lang="en-US" sz="2000"/>
        </a:p>
      </dgm:t>
    </dgm:pt>
    <dgm:pt modelId="{DE3BFD05-3E84-704D-94A4-C039E5276045}" type="sibTrans" cxnId="{991C1094-8E26-764B-A1A0-32F8F9F85DEE}">
      <dgm:prSet/>
      <dgm:spPr/>
      <dgm:t>
        <a:bodyPr/>
        <a:lstStyle/>
        <a:p>
          <a:endParaRPr lang="en-US" sz="2000"/>
        </a:p>
      </dgm:t>
    </dgm:pt>
    <dgm:pt modelId="{B8134259-E2E4-444D-84CD-F33E17E7D69D}">
      <dgm:prSet custT="1"/>
      <dgm:spPr/>
      <dgm:t>
        <a:bodyPr/>
        <a:lstStyle/>
        <a:p>
          <a:r>
            <a:rPr lang="en-US" sz="1800" dirty="0"/>
            <a:t>“So, it is grouping them by county type.”</a:t>
          </a:r>
        </a:p>
      </dgm:t>
    </dgm:pt>
    <dgm:pt modelId="{AAFF79D5-7626-5540-A2E3-64FA53B7A36C}" type="parTrans" cxnId="{BA5A919B-D2C9-3641-9930-873F2805FF26}">
      <dgm:prSet/>
      <dgm:spPr/>
      <dgm:t>
        <a:bodyPr/>
        <a:lstStyle/>
        <a:p>
          <a:endParaRPr lang="en-US" sz="2000"/>
        </a:p>
      </dgm:t>
    </dgm:pt>
    <dgm:pt modelId="{F521240F-DACD-5E4F-B7B1-DED0A73642C5}" type="sibTrans" cxnId="{BA5A919B-D2C9-3641-9930-873F2805FF26}">
      <dgm:prSet/>
      <dgm:spPr/>
      <dgm:t>
        <a:bodyPr/>
        <a:lstStyle/>
        <a:p>
          <a:endParaRPr lang="en-US" sz="2000"/>
        </a:p>
      </dgm:t>
    </dgm:pt>
    <dgm:pt modelId="{0E9D4275-2D55-8042-9C43-C659936A7B89}" type="pres">
      <dgm:prSet presAssocID="{0A9EA43F-1E47-1C4D-8960-BE0796940F7E}" presName="linear" presStyleCnt="0">
        <dgm:presLayoutVars>
          <dgm:animLvl val="lvl"/>
          <dgm:resizeHandles val="exact"/>
        </dgm:presLayoutVars>
      </dgm:prSet>
      <dgm:spPr/>
    </dgm:pt>
    <dgm:pt modelId="{C15903CC-C8A8-404D-971B-A03CBA83C3E2}" type="pres">
      <dgm:prSet presAssocID="{D9177B35-0D6C-2A4E-89AD-23001E747501}" presName="parentText" presStyleLbl="node1" presStyleIdx="0" presStyleCnt="4" custLinFactNeighborX="-352" custLinFactNeighborY="-15473">
        <dgm:presLayoutVars>
          <dgm:chMax val="0"/>
          <dgm:bulletEnabled val="1"/>
        </dgm:presLayoutVars>
      </dgm:prSet>
      <dgm:spPr/>
    </dgm:pt>
    <dgm:pt modelId="{416C6314-C640-3545-ADC4-0AFDBE1BC7B9}" type="pres">
      <dgm:prSet presAssocID="{FCA9F29B-8DAF-074F-A3A9-BE2765037267}" presName="spacer" presStyleCnt="0"/>
      <dgm:spPr/>
    </dgm:pt>
    <dgm:pt modelId="{FC3B0F4E-2055-814F-A2F0-00853431B300}" type="pres">
      <dgm:prSet presAssocID="{A2203A92-D57C-734C-AC58-02DA6CAB6D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ACBA1F-AF8B-7B4C-9E48-D6394DA2D3CB}" type="pres">
      <dgm:prSet presAssocID="{C8BAAC51-6788-CA4C-99DC-1E12B4652E1D}" presName="spacer" presStyleCnt="0"/>
      <dgm:spPr/>
    </dgm:pt>
    <dgm:pt modelId="{AC006958-4BD6-164F-B899-80C7428A477D}" type="pres">
      <dgm:prSet presAssocID="{B5F8581A-F019-3D42-BCCE-A38CC7CDF6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391A85-803B-B042-8587-7108C2FE35A8}" type="pres">
      <dgm:prSet presAssocID="{DE3BFD05-3E84-704D-94A4-C039E5276045}" presName="spacer" presStyleCnt="0"/>
      <dgm:spPr/>
    </dgm:pt>
    <dgm:pt modelId="{79199F20-7CA7-E144-9840-50013BC07824}" type="pres">
      <dgm:prSet presAssocID="{B8134259-E2E4-444D-84CD-F33E17E7D69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8FE23D-6B06-D34E-81C6-2A8E44106380}" type="presOf" srcId="{B5F8581A-F019-3D42-BCCE-A38CC7CDF636}" destId="{AC006958-4BD6-164F-B899-80C7428A477D}" srcOrd="0" destOrd="0" presId="urn:microsoft.com/office/officeart/2005/8/layout/vList2"/>
    <dgm:cxn modelId="{A189AC56-C340-D442-8768-6A137EDE12E6}" type="presOf" srcId="{B8134259-E2E4-444D-84CD-F33E17E7D69D}" destId="{79199F20-7CA7-E144-9840-50013BC07824}" srcOrd="0" destOrd="0" presId="urn:microsoft.com/office/officeart/2005/8/layout/vList2"/>
    <dgm:cxn modelId="{ED8E4873-62E1-BE42-95E5-EC839B683F69}" type="presOf" srcId="{0A9EA43F-1E47-1C4D-8960-BE0796940F7E}" destId="{0E9D4275-2D55-8042-9C43-C659936A7B89}" srcOrd="0" destOrd="0" presId="urn:microsoft.com/office/officeart/2005/8/layout/vList2"/>
    <dgm:cxn modelId="{BE027A7F-B406-DF48-AA62-C41D6C22F7D8}" type="presOf" srcId="{D9177B35-0D6C-2A4E-89AD-23001E747501}" destId="{C15903CC-C8A8-404D-971B-A03CBA83C3E2}" srcOrd="0" destOrd="0" presId="urn:microsoft.com/office/officeart/2005/8/layout/vList2"/>
    <dgm:cxn modelId="{991C1094-8E26-764B-A1A0-32F8F9F85DEE}" srcId="{0A9EA43F-1E47-1C4D-8960-BE0796940F7E}" destId="{B5F8581A-F019-3D42-BCCE-A38CC7CDF636}" srcOrd="2" destOrd="0" parTransId="{B2B559B9-FF2F-9142-8176-BD6F6394BB96}" sibTransId="{DE3BFD05-3E84-704D-94A4-C039E5276045}"/>
    <dgm:cxn modelId="{BA5A919B-D2C9-3641-9930-873F2805FF26}" srcId="{0A9EA43F-1E47-1C4D-8960-BE0796940F7E}" destId="{B8134259-E2E4-444D-84CD-F33E17E7D69D}" srcOrd="3" destOrd="0" parTransId="{AAFF79D5-7626-5540-A2E3-64FA53B7A36C}" sibTransId="{F521240F-DACD-5E4F-B7B1-DED0A73642C5}"/>
    <dgm:cxn modelId="{71B9A1BF-CA92-6B44-A92E-23EA5BCD2BD7}" srcId="{0A9EA43F-1E47-1C4D-8960-BE0796940F7E}" destId="{D9177B35-0D6C-2A4E-89AD-23001E747501}" srcOrd="0" destOrd="0" parTransId="{EEF50E59-7ADF-C849-8B3E-9BBC3E7BDDAF}" sibTransId="{FCA9F29B-8DAF-074F-A3A9-BE2765037267}"/>
    <dgm:cxn modelId="{5B8A11DD-E680-1148-9A66-E22B2D101094}" srcId="{0A9EA43F-1E47-1C4D-8960-BE0796940F7E}" destId="{A2203A92-D57C-734C-AC58-02DA6CAB6D68}" srcOrd="1" destOrd="0" parTransId="{377411A4-A9AF-5946-9E71-E2790308CD68}" sibTransId="{C8BAAC51-6788-CA4C-99DC-1E12B4652E1D}"/>
    <dgm:cxn modelId="{D7DF26EA-D026-7741-9D60-184C120906B5}" type="presOf" srcId="{A2203A92-D57C-734C-AC58-02DA6CAB6D68}" destId="{FC3B0F4E-2055-814F-A2F0-00853431B300}" srcOrd="0" destOrd="0" presId="urn:microsoft.com/office/officeart/2005/8/layout/vList2"/>
    <dgm:cxn modelId="{F28979A1-0E9B-0442-8556-586F81FD858D}" type="presParOf" srcId="{0E9D4275-2D55-8042-9C43-C659936A7B89}" destId="{C15903CC-C8A8-404D-971B-A03CBA83C3E2}" srcOrd="0" destOrd="0" presId="urn:microsoft.com/office/officeart/2005/8/layout/vList2"/>
    <dgm:cxn modelId="{094ADB5B-B84F-E44E-889B-38D2C1C87F38}" type="presParOf" srcId="{0E9D4275-2D55-8042-9C43-C659936A7B89}" destId="{416C6314-C640-3545-ADC4-0AFDBE1BC7B9}" srcOrd="1" destOrd="0" presId="urn:microsoft.com/office/officeart/2005/8/layout/vList2"/>
    <dgm:cxn modelId="{2F61B267-B004-1F4E-A423-F35A302C7310}" type="presParOf" srcId="{0E9D4275-2D55-8042-9C43-C659936A7B89}" destId="{FC3B0F4E-2055-814F-A2F0-00853431B300}" srcOrd="2" destOrd="0" presId="urn:microsoft.com/office/officeart/2005/8/layout/vList2"/>
    <dgm:cxn modelId="{62E4C7FB-C3B0-3B49-A217-F42CD89080D3}" type="presParOf" srcId="{0E9D4275-2D55-8042-9C43-C659936A7B89}" destId="{2BACBA1F-AF8B-7B4C-9E48-D6394DA2D3CB}" srcOrd="3" destOrd="0" presId="urn:microsoft.com/office/officeart/2005/8/layout/vList2"/>
    <dgm:cxn modelId="{033D92F3-8D53-EB4E-B9B2-8DD753895F1F}" type="presParOf" srcId="{0E9D4275-2D55-8042-9C43-C659936A7B89}" destId="{AC006958-4BD6-164F-B899-80C7428A477D}" srcOrd="4" destOrd="0" presId="urn:microsoft.com/office/officeart/2005/8/layout/vList2"/>
    <dgm:cxn modelId="{FAC140AA-38BB-0F4E-91D2-97D0B44FCC35}" type="presParOf" srcId="{0E9D4275-2D55-8042-9C43-C659936A7B89}" destId="{DE391A85-803B-B042-8587-7108C2FE35A8}" srcOrd="5" destOrd="0" presId="urn:microsoft.com/office/officeart/2005/8/layout/vList2"/>
    <dgm:cxn modelId="{E9AF875F-B8EE-614A-9918-4CC9CB292DCF}" type="presParOf" srcId="{0E9D4275-2D55-8042-9C43-C659936A7B89}" destId="{79199F20-7CA7-E144-9840-50013BC078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A9EA43F-1E47-1C4D-8960-BE0796940F7E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9177B35-0D6C-2A4E-89AD-23001E747501}">
      <dgm:prSet custT="1"/>
      <dgm:spPr/>
      <dgm:t>
        <a:bodyPr/>
        <a:lstStyle/>
        <a:p>
          <a:r>
            <a:rPr lang="en-US" sz="1800" dirty="0"/>
            <a:t>“We’ll discuss the comparison of the graph, we can compare it and generate the resources for every disease that we have.</a:t>
          </a:r>
        </a:p>
      </dgm:t>
    </dgm:pt>
    <dgm:pt modelId="{EEF50E59-7ADF-C849-8B3E-9BBC3E7BDDAF}" type="parTrans" cxnId="{71B9A1BF-CA92-6B44-A92E-23EA5BCD2BD7}">
      <dgm:prSet/>
      <dgm:spPr/>
      <dgm:t>
        <a:bodyPr/>
        <a:lstStyle/>
        <a:p>
          <a:endParaRPr lang="en-US" sz="1800"/>
        </a:p>
      </dgm:t>
    </dgm:pt>
    <dgm:pt modelId="{FCA9F29B-8DAF-074F-A3A9-BE2765037267}" type="sibTrans" cxnId="{71B9A1BF-CA92-6B44-A92E-23EA5BCD2BD7}">
      <dgm:prSet/>
      <dgm:spPr/>
      <dgm:t>
        <a:bodyPr/>
        <a:lstStyle/>
        <a:p>
          <a:endParaRPr lang="en-US" sz="1800"/>
        </a:p>
      </dgm:t>
    </dgm:pt>
    <dgm:pt modelId="{A2203A92-D57C-734C-AC58-02DA6CAB6D68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800" dirty="0"/>
            <a:t>“Sorry, I didn’t get you. So, we already have this COVID?”</a:t>
          </a:r>
        </a:p>
      </dgm:t>
    </dgm:pt>
    <dgm:pt modelId="{377411A4-A9AF-5946-9E71-E2790308CD68}" type="parTrans" cxnId="{5B8A11DD-E680-1148-9A66-E22B2D101094}">
      <dgm:prSet/>
      <dgm:spPr/>
      <dgm:t>
        <a:bodyPr/>
        <a:lstStyle/>
        <a:p>
          <a:endParaRPr lang="en-US" sz="1800"/>
        </a:p>
      </dgm:t>
    </dgm:pt>
    <dgm:pt modelId="{C8BAAC51-6788-CA4C-99DC-1E12B4652E1D}" type="sibTrans" cxnId="{5B8A11DD-E680-1148-9A66-E22B2D101094}">
      <dgm:prSet/>
      <dgm:spPr/>
      <dgm:t>
        <a:bodyPr/>
        <a:lstStyle/>
        <a:p>
          <a:endParaRPr lang="en-US" sz="1800"/>
        </a:p>
      </dgm:t>
    </dgm:pt>
    <dgm:pt modelId="{B5F8581A-F019-3D42-BCCE-A38CC7CDF636}">
      <dgm:prSet custT="1"/>
      <dgm:spPr/>
      <dgm:t>
        <a:bodyPr/>
        <a:lstStyle/>
        <a:p>
          <a:r>
            <a:rPr lang="en-US" sz="1800" dirty="0"/>
            <a:t>“For the COVID, we can come to a conclusion that. . .”</a:t>
          </a:r>
        </a:p>
      </dgm:t>
    </dgm:pt>
    <dgm:pt modelId="{B2B559B9-FF2F-9142-8176-BD6F6394BB96}" type="parTrans" cxnId="{991C1094-8E26-764B-A1A0-32F8F9F85DEE}">
      <dgm:prSet/>
      <dgm:spPr/>
      <dgm:t>
        <a:bodyPr/>
        <a:lstStyle/>
        <a:p>
          <a:endParaRPr lang="en-US" sz="1800"/>
        </a:p>
      </dgm:t>
    </dgm:pt>
    <dgm:pt modelId="{DE3BFD05-3E84-704D-94A4-C039E5276045}" type="sibTrans" cxnId="{991C1094-8E26-764B-A1A0-32F8F9F85DEE}">
      <dgm:prSet/>
      <dgm:spPr/>
      <dgm:t>
        <a:bodyPr/>
        <a:lstStyle/>
        <a:p>
          <a:endParaRPr lang="en-US" sz="1800"/>
        </a:p>
      </dgm:t>
    </dgm:pt>
    <dgm:pt modelId="{0E9D4275-2D55-8042-9C43-C659936A7B89}" type="pres">
      <dgm:prSet presAssocID="{0A9EA43F-1E47-1C4D-8960-BE0796940F7E}" presName="linear" presStyleCnt="0">
        <dgm:presLayoutVars>
          <dgm:animLvl val="lvl"/>
          <dgm:resizeHandles val="exact"/>
        </dgm:presLayoutVars>
      </dgm:prSet>
      <dgm:spPr/>
    </dgm:pt>
    <dgm:pt modelId="{C15903CC-C8A8-404D-971B-A03CBA83C3E2}" type="pres">
      <dgm:prSet presAssocID="{D9177B35-0D6C-2A4E-89AD-23001E747501}" presName="parentText" presStyleLbl="node1" presStyleIdx="0" presStyleCnt="3" custLinFactNeighborX="-352" custLinFactNeighborY="-15473">
        <dgm:presLayoutVars>
          <dgm:chMax val="0"/>
          <dgm:bulletEnabled val="1"/>
        </dgm:presLayoutVars>
      </dgm:prSet>
      <dgm:spPr/>
    </dgm:pt>
    <dgm:pt modelId="{416C6314-C640-3545-ADC4-0AFDBE1BC7B9}" type="pres">
      <dgm:prSet presAssocID="{FCA9F29B-8DAF-074F-A3A9-BE2765037267}" presName="spacer" presStyleCnt="0"/>
      <dgm:spPr/>
    </dgm:pt>
    <dgm:pt modelId="{FC3B0F4E-2055-814F-A2F0-00853431B300}" type="pres">
      <dgm:prSet presAssocID="{A2203A92-D57C-734C-AC58-02DA6CAB6D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BACBA1F-AF8B-7B4C-9E48-D6394DA2D3CB}" type="pres">
      <dgm:prSet presAssocID="{C8BAAC51-6788-CA4C-99DC-1E12B4652E1D}" presName="spacer" presStyleCnt="0"/>
      <dgm:spPr/>
    </dgm:pt>
    <dgm:pt modelId="{AC006958-4BD6-164F-B899-80C7428A477D}" type="pres">
      <dgm:prSet presAssocID="{B5F8581A-F019-3D42-BCCE-A38CC7CDF636}" presName="parentText" presStyleLbl="node1" presStyleIdx="2" presStyleCnt="3" custLinFactNeighborX="-353">
        <dgm:presLayoutVars>
          <dgm:chMax val="0"/>
          <dgm:bulletEnabled val="1"/>
        </dgm:presLayoutVars>
      </dgm:prSet>
      <dgm:spPr/>
    </dgm:pt>
  </dgm:ptLst>
  <dgm:cxnLst>
    <dgm:cxn modelId="{F08FE23D-6B06-D34E-81C6-2A8E44106380}" type="presOf" srcId="{B5F8581A-F019-3D42-BCCE-A38CC7CDF636}" destId="{AC006958-4BD6-164F-B899-80C7428A477D}" srcOrd="0" destOrd="0" presId="urn:microsoft.com/office/officeart/2005/8/layout/vList2"/>
    <dgm:cxn modelId="{ED8E4873-62E1-BE42-95E5-EC839B683F69}" type="presOf" srcId="{0A9EA43F-1E47-1C4D-8960-BE0796940F7E}" destId="{0E9D4275-2D55-8042-9C43-C659936A7B89}" srcOrd="0" destOrd="0" presId="urn:microsoft.com/office/officeart/2005/8/layout/vList2"/>
    <dgm:cxn modelId="{BE027A7F-B406-DF48-AA62-C41D6C22F7D8}" type="presOf" srcId="{D9177B35-0D6C-2A4E-89AD-23001E747501}" destId="{C15903CC-C8A8-404D-971B-A03CBA83C3E2}" srcOrd="0" destOrd="0" presId="urn:microsoft.com/office/officeart/2005/8/layout/vList2"/>
    <dgm:cxn modelId="{991C1094-8E26-764B-A1A0-32F8F9F85DEE}" srcId="{0A9EA43F-1E47-1C4D-8960-BE0796940F7E}" destId="{B5F8581A-F019-3D42-BCCE-A38CC7CDF636}" srcOrd="2" destOrd="0" parTransId="{B2B559B9-FF2F-9142-8176-BD6F6394BB96}" sibTransId="{DE3BFD05-3E84-704D-94A4-C039E5276045}"/>
    <dgm:cxn modelId="{71B9A1BF-CA92-6B44-A92E-23EA5BCD2BD7}" srcId="{0A9EA43F-1E47-1C4D-8960-BE0796940F7E}" destId="{D9177B35-0D6C-2A4E-89AD-23001E747501}" srcOrd="0" destOrd="0" parTransId="{EEF50E59-7ADF-C849-8B3E-9BBC3E7BDDAF}" sibTransId="{FCA9F29B-8DAF-074F-A3A9-BE2765037267}"/>
    <dgm:cxn modelId="{5B8A11DD-E680-1148-9A66-E22B2D101094}" srcId="{0A9EA43F-1E47-1C4D-8960-BE0796940F7E}" destId="{A2203A92-D57C-734C-AC58-02DA6CAB6D68}" srcOrd="1" destOrd="0" parTransId="{377411A4-A9AF-5946-9E71-E2790308CD68}" sibTransId="{C8BAAC51-6788-CA4C-99DC-1E12B4652E1D}"/>
    <dgm:cxn modelId="{D7DF26EA-D026-7741-9D60-184C120906B5}" type="presOf" srcId="{A2203A92-D57C-734C-AC58-02DA6CAB6D68}" destId="{FC3B0F4E-2055-814F-A2F0-00853431B300}" srcOrd="0" destOrd="0" presId="urn:microsoft.com/office/officeart/2005/8/layout/vList2"/>
    <dgm:cxn modelId="{F28979A1-0E9B-0442-8556-586F81FD858D}" type="presParOf" srcId="{0E9D4275-2D55-8042-9C43-C659936A7B89}" destId="{C15903CC-C8A8-404D-971B-A03CBA83C3E2}" srcOrd="0" destOrd="0" presId="urn:microsoft.com/office/officeart/2005/8/layout/vList2"/>
    <dgm:cxn modelId="{094ADB5B-B84F-E44E-889B-38D2C1C87F38}" type="presParOf" srcId="{0E9D4275-2D55-8042-9C43-C659936A7B89}" destId="{416C6314-C640-3545-ADC4-0AFDBE1BC7B9}" srcOrd="1" destOrd="0" presId="urn:microsoft.com/office/officeart/2005/8/layout/vList2"/>
    <dgm:cxn modelId="{2F61B267-B004-1F4E-A423-F35A302C7310}" type="presParOf" srcId="{0E9D4275-2D55-8042-9C43-C659936A7B89}" destId="{FC3B0F4E-2055-814F-A2F0-00853431B300}" srcOrd="2" destOrd="0" presId="urn:microsoft.com/office/officeart/2005/8/layout/vList2"/>
    <dgm:cxn modelId="{62E4C7FB-C3B0-3B49-A217-F42CD89080D3}" type="presParOf" srcId="{0E9D4275-2D55-8042-9C43-C659936A7B89}" destId="{2BACBA1F-AF8B-7B4C-9E48-D6394DA2D3CB}" srcOrd="3" destOrd="0" presId="urn:microsoft.com/office/officeart/2005/8/layout/vList2"/>
    <dgm:cxn modelId="{033D92F3-8D53-EB4E-B9B2-8DD753895F1F}" type="presParOf" srcId="{0E9D4275-2D55-8042-9C43-C659936A7B89}" destId="{AC006958-4BD6-164F-B899-80C7428A477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A9EA43F-1E47-1C4D-8960-BE0796940F7E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9177B35-0D6C-2A4E-89AD-23001E747501}">
      <dgm:prSet custT="1"/>
      <dgm:spPr/>
      <dgm:t>
        <a:bodyPr/>
        <a:lstStyle/>
        <a:p>
          <a:r>
            <a:rPr lang="en-US" sz="1800" dirty="0"/>
            <a:t>“Can we just mix and match everything and try it?”</a:t>
          </a:r>
        </a:p>
      </dgm:t>
    </dgm:pt>
    <dgm:pt modelId="{EEF50E59-7ADF-C849-8B3E-9BBC3E7BDDAF}" type="parTrans" cxnId="{71B9A1BF-CA92-6B44-A92E-23EA5BCD2BD7}">
      <dgm:prSet/>
      <dgm:spPr/>
      <dgm:t>
        <a:bodyPr/>
        <a:lstStyle/>
        <a:p>
          <a:endParaRPr lang="en-US" sz="1800"/>
        </a:p>
      </dgm:t>
    </dgm:pt>
    <dgm:pt modelId="{FCA9F29B-8DAF-074F-A3A9-BE2765037267}" type="sibTrans" cxnId="{71B9A1BF-CA92-6B44-A92E-23EA5BCD2BD7}">
      <dgm:prSet/>
      <dgm:spPr/>
      <dgm:t>
        <a:bodyPr/>
        <a:lstStyle/>
        <a:p>
          <a:endParaRPr lang="en-US" sz="1800"/>
        </a:p>
      </dgm:t>
    </dgm:pt>
    <dgm:pt modelId="{A2203A92-D57C-734C-AC58-02DA6CAB6D68}">
      <dgm:prSet custT="1"/>
      <dgm:spPr/>
      <dgm:t>
        <a:bodyPr/>
        <a:lstStyle/>
        <a:p>
          <a:r>
            <a:rPr lang="en-US" sz="1800" dirty="0"/>
            <a:t>“Yeah, I think we need to mix and match two things.”</a:t>
          </a:r>
        </a:p>
      </dgm:t>
    </dgm:pt>
    <dgm:pt modelId="{377411A4-A9AF-5946-9E71-E2790308CD68}" type="parTrans" cxnId="{5B8A11DD-E680-1148-9A66-E22B2D101094}">
      <dgm:prSet/>
      <dgm:spPr/>
      <dgm:t>
        <a:bodyPr/>
        <a:lstStyle/>
        <a:p>
          <a:endParaRPr lang="en-US" sz="1800"/>
        </a:p>
      </dgm:t>
    </dgm:pt>
    <dgm:pt modelId="{C8BAAC51-6788-CA4C-99DC-1E12B4652E1D}" type="sibTrans" cxnId="{5B8A11DD-E680-1148-9A66-E22B2D101094}">
      <dgm:prSet/>
      <dgm:spPr/>
      <dgm:t>
        <a:bodyPr/>
        <a:lstStyle/>
        <a:p>
          <a:endParaRPr lang="en-US" sz="1800"/>
        </a:p>
      </dgm:t>
    </dgm:pt>
    <dgm:pt modelId="{B5F8581A-F019-3D42-BCCE-A38CC7CDF636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800" dirty="0"/>
            <a:t>“Can we do more than two?”</a:t>
          </a:r>
        </a:p>
      </dgm:t>
    </dgm:pt>
    <dgm:pt modelId="{B2B559B9-FF2F-9142-8176-BD6F6394BB96}" type="parTrans" cxnId="{991C1094-8E26-764B-A1A0-32F8F9F85DEE}">
      <dgm:prSet/>
      <dgm:spPr/>
      <dgm:t>
        <a:bodyPr/>
        <a:lstStyle/>
        <a:p>
          <a:endParaRPr lang="en-US" sz="1800"/>
        </a:p>
      </dgm:t>
    </dgm:pt>
    <dgm:pt modelId="{DE3BFD05-3E84-704D-94A4-C039E5276045}" type="sibTrans" cxnId="{991C1094-8E26-764B-A1A0-32F8F9F85DEE}">
      <dgm:prSet/>
      <dgm:spPr/>
      <dgm:t>
        <a:bodyPr/>
        <a:lstStyle/>
        <a:p>
          <a:endParaRPr lang="en-US" sz="1800"/>
        </a:p>
      </dgm:t>
    </dgm:pt>
    <dgm:pt modelId="{B8134259-E2E4-444D-84CD-F33E17E7D69D}">
      <dgm:prSet custT="1"/>
      <dgm:spPr/>
      <dgm:t>
        <a:bodyPr/>
        <a:lstStyle/>
        <a:p>
          <a:r>
            <a:rPr lang="en-US" sz="1800" dirty="0"/>
            <a:t>No, I think only two different factors are involved here.”</a:t>
          </a:r>
        </a:p>
      </dgm:t>
    </dgm:pt>
    <dgm:pt modelId="{AAFF79D5-7626-5540-A2E3-64FA53B7A36C}" type="parTrans" cxnId="{BA5A919B-D2C9-3641-9930-873F2805FF26}">
      <dgm:prSet/>
      <dgm:spPr/>
      <dgm:t>
        <a:bodyPr/>
        <a:lstStyle/>
        <a:p>
          <a:endParaRPr lang="en-US" sz="1800"/>
        </a:p>
      </dgm:t>
    </dgm:pt>
    <dgm:pt modelId="{F521240F-DACD-5E4F-B7B1-DED0A73642C5}" type="sibTrans" cxnId="{BA5A919B-D2C9-3641-9930-873F2805FF26}">
      <dgm:prSet/>
      <dgm:spPr/>
      <dgm:t>
        <a:bodyPr/>
        <a:lstStyle/>
        <a:p>
          <a:endParaRPr lang="en-US" sz="1800"/>
        </a:p>
      </dgm:t>
    </dgm:pt>
    <dgm:pt modelId="{0E9D4275-2D55-8042-9C43-C659936A7B89}" type="pres">
      <dgm:prSet presAssocID="{0A9EA43F-1E47-1C4D-8960-BE0796940F7E}" presName="linear" presStyleCnt="0">
        <dgm:presLayoutVars>
          <dgm:animLvl val="lvl"/>
          <dgm:resizeHandles val="exact"/>
        </dgm:presLayoutVars>
      </dgm:prSet>
      <dgm:spPr/>
    </dgm:pt>
    <dgm:pt modelId="{C15903CC-C8A8-404D-971B-A03CBA83C3E2}" type="pres">
      <dgm:prSet presAssocID="{D9177B35-0D6C-2A4E-89AD-23001E747501}" presName="parentText" presStyleLbl="node1" presStyleIdx="0" presStyleCnt="4" custLinFactNeighborX="-352" custLinFactNeighborY="-15473">
        <dgm:presLayoutVars>
          <dgm:chMax val="0"/>
          <dgm:bulletEnabled val="1"/>
        </dgm:presLayoutVars>
      </dgm:prSet>
      <dgm:spPr/>
    </dgm:pt>
    <dgm:pt modelId="{416C6314-C640-3545-ADC4-0AFDBE1BC7B9}" type="pres">
      <dgm:prSet presAssocID="{FCA9F29B-8DAF-074F-A3A9-BE2765037267}" presName="spacer" presStyleCnt="0"/>
      <dgm:spPr/>
    </dgm:pt>
    <dgm:pt modelId="{FC3B0F4E-2055-814F-A2F0-00853431B300}" type="pres">
      <dgm:prSet presAssocID="{A2203A92-D57C-734C-AC58-02DA6CAB6D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ACBA1F-AF8B-7B4C-9E48-D6394DA2D3CB}" type="pres">
      <dgm:prSet presAssocID="{C8BAAC51-6788-CA4C-99DC-1E12B4652E1D}" presName="spacer" presStyleCnt="0"/>
      <dgm:spPr/>
    </dgm:pt>
    <dgm:pt modelId="{AC006958-4BD6-164F-B899-80C7428A477D}" type="pres">
      <dgm:prSet presAssocID="{B5F8581A-F019-3D42-BCCE-A38CC7CDF6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391A85-803B-B042-8587-7108C2FE35A8}" type="pres">
      <dgm:prSet presAssocID="{DE3BFD05-3E84-704D-94A4-C039E5276045}" presName="spacer" presStyleCnt="0"/>
      <dgm:spPr/>
    </dgm:pt>
    <dgm:pt modelId="{79199F20-7CA7-E144-9840-50013BC07824}" type="pres">
      <dgm:prSet presAssocID="{B8134259-E2E4-444D-84CD-F33E17E7D69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8FE23D-6B06-D34E-81C6-2A8E44106380}" type="presOf" srcId="{B5F8581A-F019-3D42-BCCE-A38CC7CDF636}" destId="{AC006958-4BD6-164F-B899-80C7428A477D}" srcOrd="0" destOrd="0" presId="urn:microsoft.com/office/officeart/2005/8/layout/vList2"/>
    <dgm:cxn modelId="{A189AC56-C340-D442-8768-6A137EDE12E6}" type="presOf" srcId="{B8134259-E2E4-444D-84CD-F33E17E7D69D}" destId="{79199F20-7CA7-E144-9840-50013BC07824}" srcOrd="0" destOrd="0" presId="urn:microsoft.com/office/officeart/2005/8/layout/vList2"/>
    <dgm:cxn modelId="{ED8E4873-62E1-BE42-95E5-EC839B683F69}" type="presOf" srcId="{0A9EA43F-1E47-1C4D-8960-BE0796940F7E}" destId="{0E9D4275-2D55-8042-9C43-C659936A7B89}" srcOrd="0" destOrd="0" presId="urn:microsoft.com/office/officeart/2005/8/layout/vList2"/>
    <dgm:cxn modelId="{BE027A7F-B406-DF48-AA62-C41D6C22F7D8}" type="presOf" srcId="{D9177B35-0D6C-2A4E-89AD-23001E747501}" destId="{C15903CC-C8A8-404D-971B-A03CBA83C3E2}" srcOrd="0" destOrd="0" presId="urn:microsoft.com/office/officeart/2005/8/layout/vList2"/>
    <dgm:cxn modelId="{991C1094-8E26-764B-A1A0-32F8F9F85DEE}" srcId="{0A9EA43F-1E47-1C4D-8960-BE0796940F7E}" destId="{B5F8581A-F019-3D42-BCCE-A38CC7CDF636}" srcOrd="2" destOrd="0" parTransId="{B2B559B9-FF2F-9142-8176-BD6F6394BB96}" sibTransId="{DE3BFD05-3E84-704D-94A4-C039E5276045}"/>
    <dgm:cxn modelId="{BA5A919B-D2C9-3641-9930-873F2805FF26}" srcId="{0A9EA43F-1E47-1C4D-8960-BE0796940F7E}" destId="{B8134259-E2E4-444D-84CD-F33E17E7D69D}" srcOrd="3" destOrd="0" parTransId="{AAFF79D5-7626-5540-A2E3-64FA53B7A36C}" sibTransId="{F521240F-DACD-5E4F-B7B1-DED0A73642C5}"/>
    <dgm:cxn modelId="{71B9A1BF-CA92-6B44-A92E-23EA5BCD2BD7}" srcId="{0A9EA43F-1E47-1C4D-8960-BE0796940F7E}" destId="{D9177B35-0D6C-2A4E-89AD-23001E747501}" srcOrd="0" destOrd="0" parTransId="{EEF50E59-7ADF-C849-8B3E-9BBC3E7BDDAF}" sibTransId="{FCA9F29B-8DAF-074F-A3A9-BE2765037267}"/>
    <dgm:cxn modelId="{5B8A11DD-E680-1148-9A66-E22B2D101094}" srcId="{0A9EA43F-1E47-1C4D-8960-BE0796940F7E}" destId="{A2203A92-D57C-734C-AC58-02DA6CAB6D68}" srcOrd="1" destOrd="0" parTransId="{377411A4-A9AF-5946-9E71-E2790308CD68}" sibTransId="{C8BAAC51-6788-CA4C-99DC-1E12B4652E1D}"/>
    <dgm:cxn modelId="{D7DF26EA-D026-7741-9D60-184C120906B5}" type="presOf" srcId="{A2203A92-D57C-734C-AC58-02DA6CAB6D68}" destId="{FC3B0F4E-2055-814F-A2F0-00853431B300}" srcOrd="0" destOrd="0" presId="urn:microsoft.com/office/officeart/2005/8/layout/vList2"/>
    <dgm:cxn modelId="{F28979A1-0E9B-0442-8556-586F81FD858D}" type="presParOf" srcId="{0E9D4275-2D55-8042-9C43-C659936A7B89}" destId="{C15903CC-C8A8-404D-971B-A03CBA83C3E2}" srcOrd="0" destOrd="0" presId="urn:microsoft.com/office/officeart/2005/8/layout/vList2"/>
    <dgm:cxn modelId="{094ADB5B-B84F-E44E-889B-38D2C1C87F38}" type="presParOf" srcId="{0E9D4275-2D55-8042-9C43-C659936A7B89}" destId="{416C6314-C640-3545-ADC4-0AFDBE1BC7B9}" srcOrd="1" destOrd="0" presId="urn:microsoft.com/office/officeart/2005/8/layout/vList2"/>
    <dgm:cxn modelId="{2F61B267-B004-1F4E-A423-F35A302C7310}" type="presParOf" srcId="{0E9D4275-2D55-8042-9C43-C659936A7B89}" destId="{FC3B0F4E-2055-814F-A2F0-00853431B300}" srcOrd="2" destOrd="0" presId="urn:microsoft.com/office/officeart/2005/8/layout/vList2"/>
    <dgm:cxn modelId="{62E4C7FB-C3B0-3B49-A217-F42CD89080D3}" type="presParOf" srcId="{0E9D4275-2D55-8042-9C43-C659936A7B89}" destId="{2BACBA1F-AF8B-7B4C-9E48-D6394DA2D3CB}" srcOrd="3" destOrd="0" presId="urn:microsoft.com/office/officeart/2005/8/layout/vList2"/>
    <dgm:cxn modelId="{033D92F3-8D53-EB4E-B9B2-8DD753895F1F}" type="presParOf" srcId="{0E9D4275-2D55-8042-9C43-C659936A7B89}" destId="{AC006958-4BD6-164F-B899-80C7428A477D}" srcOrd="4" destOrd="0" presId="urn:microsoft.com/office/officeart/2005/8/layout/vList2"/>
    <dgm:cxn modelId="{FAC140AA-38BB-0F4E-91D2-97D0B44FCC35}" type="presParOf" srcId="{0E9D4275-2D55-8042-9C43-C659936A7B89}" destId="{DE391A85-803B-B042-8587-7108C2FE35A8}" srcOrd="5" destOrd="0" presId="urn:microsoft.com/office/officeart/2005/8/layout/vList2"/>
    <dgm:cxn modelId="{E9AF875F-B8EE-614A-9918-4CC9CB292DCF}" type="presParOf" srcId="{0E9D4275-2D55-8042-9C43-C659936A7B89}" destId="{79199F20-7CA7-E144-9840-50013BC078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6DB7CBE-7DC1-CF4A-9893-759CC4769D5D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F036C46-EF5E-004A-BFE9-2A1031EA76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i="1" dirty="0"/>
            <a:t>Grounded Clarifications</a:t>
          </a:r>
          <a:r>
            <a:rPr lang="en-US" sz="2000" baseline="30000" dirty="0"/>
            <a:t>[12] </a:t>
          </a:r>
          <a:r>
            <a:rPr lang="en-US" sz="2000" dirty="0"/>
            <a:t> involve CRs tied to specific, real-world contexts or modalities, ensuring mutual understanding between the participants in a conversation</a:t>
          </a:r>
        </a:p>
      </dgm:t>
    </dgm:pt>
    <dgm:pt modelId="{CE0F6731-F3DC-E04D-9987-73DCB14F3020}" type="parTrans" cxnId="{657DD8F4-DA20-074A-ADC7-0AF1BE5C4398}">
      <dgm:prSet/>
      <dgm:spPr/>
      <dgm:t>
        <a:bodyPr/>
        <a:lstStyle/>
        <a:p>
          <a:endParaRPr lang="en-US" sz="2000"/>
        </a:p>
      </dgm:t>
    </dgm:pt>
    <dgm:pt modelId="{C07208E2-8054-F64F-832C-81896A4ED6F3}" type="sibTrans" cxnId="{657DD8F4-DA20-074A-ADC7-0AF1BE5C4398}">
      <dgm:prSet/>
      <dgm:spPr/>
      <dgm:t>
        <a:bodyPr/>
        <a:lstStyle/>
        <a:p>
          <a:endParaRPr lang="en-US" sz="2000"/>
        </a:p>
      </dgm:t>
    </dgm:pt>
    <dgm:pt modelId="{54E54702-B9FE-874E-9349-BF0D003B278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For  </a:t>
          </a:r>
          <a:r>
            <a:rPr lang="en-US" sz="2000" b="1" i="1" dirty="0"/>
            <a:t>utterance U</a:t>
          </a:r>
          <a:r>
            <a:rPr lang="en-US" sz="2000" dirty="0"/>
            <a:t>, subsequent turn is considered </a:t>
          </a:r>
          <a:r>
            <a:rPr lang="en-US" sz="2000" b="1" i="1" dirty="0"/>
            <a:t> grounded clarification in modality m </a:t>
          </a:r>
          <a:r>
            <a:rPr lang="en-US" sz="2000" dirty="0"/>
            <a:t>(e.g., visual, auditory) if there is  lack of positive evidence of understanding in that modality</a:t>
          </a:r>
        </a:p>
      </dgm:t>
    </dgm:pt>
    <dgm:pt modelId="{EF6D5D60-7F83-DF47-AB17-3CF6D463510C}" type="parTrans" cxnId="{4F21AA0D-745D-AA44-8DB6-48A824D2BC73}">
      <dgm:prSet/>
      <dgm:spPr/>
      <dgm:t>
        <a:bodyPr/>
        <a:lstStyle/>
        <a:p>
          <a:endParaRPr lang="en-US" sz="2000"/>
        </a:p>
      </dgm:t>
    </dgm:pt>
    <dgm:pt modelId="{E0519549-6889-8347-A6BB-F7D37247A579}" type="sibTrans" cxnId="{4F21AA0D-745D-AA44-8DB6-48A824D2BC73}">
      <dgm:prSet/>
      <dgm:spPr/>
      <dgm:t>
        <a:bodyPr/>
        <a:lstStyle/>
        <a:p>
          <a:endParaRPr lang="en-US" sz="2000"/>
        </a:p>
      </dgm:t>
    </dgm:pt>
    <dgm:pt modelId="{A6E92816-B8F3-7344-9ACB-377F42313A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Seeking and providing clarifications is central to human-human communication </a:t>
          </a:r>
        </a:p>
      </dgm:t>
    </dgm:pt>
    <dgm:pt modelId="{E91B5776-F996-E949-99C5-2F721939DB79}" type="parTrans" cxnId="{95CCDFD7-0030-2E43-A9E2-7D0F2D0524B1}">
      <dgm:prSet/>
      <dgm:spPr/>
      <dgm:t>
        <a:bodyPr/>
        <a:lstStyle/>
        <a:p>
          <a:endParaRPr lang="en-US" sz="2000"/>
        </a:p>
      </dgm:t>
    </dgm:pt>
    <dgm:pt modelId="{254535A5-B8F2-DE40-ACC2-CBF6A52B4572}" type="sibTrans" cxnId="{95CCDFD7-0030-2E43-A9E2-7D0F2D0524B1}">
      <dgm:prSet/>
      <dgm:spPr/>
      <dgm:t>
        <a:bodyPr/>
        <a:lstStyle/>
        <a:p>
          <a:endParaRPr lang="en-US" sz="2000"/>
        </a:p>
      </dgm:t>
    </dgm:pt>
    <dgm:pt modelId="{05C34C3C-127C-AC48-9175-EDBB1D75D5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Speakers rely on CRs to negotiate meaning, resolve misunderstandings, and coordinate subsequent actions.</a:t>
          </a:r>
        </a:p>
      </dgm:t>
    </dgm:pt>
    <dgm:pt modelId="{CF717F74-1973-D644-B425-BDAC7FC20EF1}" type="parTrans" cxnId="{3E79F86D-C2EF-6148-9C0F-31F4B5161D4C}">
      <dgm:prSet/>
      <dgm:spPr/>
      <dgm:t>
        <a:bodyPr/>
        <a:lstStyle/>
        <a:p>
          <a:endParaRPr lang="en-US"/>
        </a:p>
      </dgm:t>
    </dgm:pt>
    <dgm:pt modelId="{0B56837A-2CD1-9D46-B278-4DD6DD0550DF}" type="sibTrans" cxnId="{3E79F86D-C2EF-6148-9C0F-31F4B5161D4C}">
      <dgm:prSet/>
      <dgm:spPr/>
      <dgm:t>
        <a:bodyPr/>
        <a:lstStyle/>
        <a:p>
          <a:endParaRPr lang="en-US"/>
        </a:p>
      </dgm:t>
    </dgm:pt>
    <dgm:pt modelId="{EB55441E-0DB6-4F80-822E-06E0195C7E73}" type="pres">
      <dgm:prSet presAssocID="{A6DB7CBE-7DC1-CF4A-9893-759CC4769D5D}" presName="root" presStyleCnt="0">
        <dgm:presLayoutVars>
          <dgm:dir/>
          <dgm:resizeHandles val="exact"/>
        </dgm:presLayoutVars>
      </dgm:prSet>
      <dgm:spPr/>
    </dgm:pt>
    <dgm:pt modelId="{E31CE10F-F283-417D-AB19-B73346F97CFB}" type="pres">
      <dgm:prSet presAssocID="{A6E92816-B8F3-7344-9ACB-377F42313AB5}" presName="compNode" presStyleCnt="0"/>
      <dgm:spPr/>
    </dgm:pt>
    <dgm:pt modelId="{EE077680-06F0-4735-834B-9E792684F859}" type="pres">
      <dgm:prSet presAssocID="{A6E92816-B8F3-7344-9ACB-377F42313AB5}" presName="bgRect" presStyleLbl="bgShp" presStyleIdx="0" presStyleCnt="4"/>
      <dgm:spPr/>
    </dgm:pt>
    <dgm:pt modelId="{DE923C06-F3CF-4374-B123-D2542D431861}" type="pres">
      <dgm:prSet presAssocID="{A6E92816-B8F3-7344-9ACB-377F42313AB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5535531D-DA90-4217-90B8-04974A197846}" type="pres">
      <dgm:prSet presAssocID="{A6E92816-B8F3-7344-9ACB-377F42313AB5}" presName="spaceRect" presStyleCnt="0"/>
      <dgm:spPr/>
    </dgm:pt>
    <dgm:pt modelId="{3322C8CB-C205-47B5-A9C2-34A3FBA3D791}" type="pres">
      <dgm:prSet presAssocID="{A6E92816-B8F3-7344-9ACB-377F42313AB5}" presName="parTx" presStyleLbl="revTx" presStyleIdx="0" presStyleCnt="4">
        <dgm:presLayoutVars>
          <dgm:chMax val="0"/>
          <dgm:chPref val="0"/>
        </dgm:presLayoutVars>
      </dgm:prSet>
      <dgm:spPr/>
    </dgm:pt>
    <dgm:pt modelId="{A53CF6CA-D84F-4A11-862D-5360E7E08517}" type="pres">
      <dgm:prSet presAssocID="{254535A5-B8F2-DE40-ACC2-CBF6A52B4572}" presName="sibTrans" presStyleCnt="0"/>
      <dgm:spPr/>
    </dgm:pt>
    <dgm:pt modelId="{5CDA257B-1BBC-C747-A3EE-303884E25FCB}" type="pres">
      <dgm:prSet presAssocID="{05C34C3C-127C-AC48-9175-EDBB1D75D570}" presName="compNode" presStyleCnt="0"/>
      <dgm:spPr/>
    </dgm:pt>
    <dgm:pt modelId="{BFD0EC27-D378-8A4F-8723-871586EDF1BD}" type="pres">
      <dgm:prSet presAssocID="{05C34C3C-127C-AC48-9175-EDBB1D75D570}" presName="bgRect" presStyleLbl="bgShp" presStyleIdx="1" presStyleCnt="4"/>
      <dgm:spPr/>
    </dgm:pt>
    <dgm:pt modelId="{AE694A32-E53E-D344-BE00-F5A45AC69565}" type="pres">
      <dgm:prSet presAssocID="{05C34C3C-127C-AC48-9175-EDBB1D75D570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902E8BE-C230-E146-B05A-0371FE7789AC}" type="pres">
      <dgm:prSet presAssocID="{05C34C3C-127C-AC48-9175-EDBB1D75D570}" presName="spaceRect" presStyleCnt="0"/>
      <dgm:spPr/>
    </dgm:pt>
    <dgm:pt modelId="{2F56B74A-5B53-6240-B407-BED6BFDDC73F}" type="pres">
      <dgm:prSet presAssocID="{05C34C3C-127C-AC48-9175-EDBB1D75D570}" presName="parTx" presStyleLbl="revTx" presStyleIdx="1" presStyleCnt="4">
        <dgm:presLayoutVars>
          <dgm:chMax val="0"/>
          <dgm:chPref val="0"/>
        </dgm:presLayoutVars>
      </dgm:prSet>
      <dgm:spPr/>
    </dgm:pt>
    <dgm:pt modelId="{B3BFD8DA-A1B7-D347-AAC7-63602CA0F832}" type="pres">
      <dgm:prSet presAssocID="{0B56837A-2CD1-9D46-B278-4DD6DD0550DF}" presName="sibTrans" presStyleCnt="0"/>
      <dgm:spPr/>
    </dgm:pt>
    <dgm:pt modelId="{B922AEA5-F136-4277-A094-22A734333A2C}" type="pres">
      <dgm:prSet presAssocID="{7F036C46-EF5E-004A-BFE9-2A1031EA76F6}" presName="compNode" presStyleCnt="0"/>
      <dgm:spPr/>
    </dgm:pt>
    <dgm:pt modelId="{15B8BF2B-AD0F-41E2-951B-7EABD8B5A1F0}" type="pres">
      <dgm:prSet presAssocID="{7F036C46-EF5E-004A-BFE9-2A1031EA76F6}" presName="bgRect" presStyleLbl="bgShp" presStyleIdx="2" presStyleCnt="4"/>
      <dgm:spPr/>
    </dgm:pt>
    <dgm:pt modelId="{F438E459-9E7F-4A7F-B78E-36306C8FE30A}" type="pres">
      <dgm:prSet presAssocID="{7F036C46-EF5E-004A-BFE9-2A1031EA76F6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 with solid fill"/>
        </a:ext>
      </dgm:extLst>
    </dgm:pt>
    <dgm:pt modelId="{091438D0-8DBE-41C0-B51D-4465383FD8AD}" type="pres">
      <dgm:prSet presAssocID="{7F036C46-EF5E-004A-BFE9-2A1031EA76F6}" presName="spaceRect" presStyleCnt="0"/>
      <dgm:spPr/>
    </dgm:pt>
    <dgm:pt modelId="{FE5CBC9A-8CBE-4490-8828-F18F75D6FDFE}" type="pres">
      <dgm:prSet presAssocID="{7F036C46-EF5E-004A-BFE9-2A1031EA76F6}" presName="parTx" presStyleLbl="revTx" presStyleIdx="2" presStyleCnt="4">
        <dgm:presLayoutVars>
          <dgm:chMax val="0"/>
          <dgm:chPref val="0"/>
        </dgm:presLayoutVars>
      </dgm:prSet>
      <dgm:spPr/>
    </dgm:pt>
    <dgm:pt modelId="{7D35E4B9-E3C4-46E7-B017-48E8ED6D94CE}" type="pres">
      <dgm:prSet presAssocID="{C07208E2-8054-F64F-832C-81896A4ED6F3}" presName="sibTrans" presStyleCnt="0"/>
      <dgm:spPr/>
    </dgm:pt>
    <dgm:pt modelId="{72CE11CC-432B-4106-8BFB-73D0643EA97F}" type="pres">
      <dgm:prSet presAssocID="{54E54702-B9FE-874E-9349-BF0D003B278D}" presName="compNode" presStyleCnt="0"/>
      <dgm:spPr/>
    </dgm:pt>
    <dgm:pt modelId="{33C387B0-733F-4D11-A78D-08CCC6BAAF90}" type="pres">
      <dgm:prSet presAssocID="{54E54702-B9FE-874E-9349-BF0D003B278D}" presName="bgRect" presStyleLbl="bgShp" presStyleIdx="3" presStyleCnt="4"/>
      <dgm:spPr/>
    </dgm:pt>
    <dgm:pt modelId="{9B62C63C-0965-478B-B449-F2E63ED35820}" type="pres">
      <dgm:prSet presAssocID="{54E54702-B9FE-874E-9349-BF0D003B278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02222755-AFC7-4684-81F6-8182EE717309}" type="pres">
      <dgm:prSet presAssocID="{54E54702-B9FE-874E-9349-BF0D003B278D}" presName="spaceRect" presStyleCnt="0"/>
      <dgm:spPr/>
    </dgm:pt>
    <dgm:pt modelId="{BDE71268-4643-43F0-9D71-9D0F3545304A}" type="pres">
      <dgm:prSet presAssocID="{54E54702-B9FE-874E-9349-BF0D003B278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F21AA0D-745D-AA44-8DB6-48A824D2BC73}" srcId="{A6DB7CBE-7DC1-CF4A-9893-759CC4769D5D}" destId="{54E54702-B9FE-874E-9349-BF0D003B278D}" srcOrd="3" destOrd="0" parTransId="{EF6D5D60-7F83-DF47-AB17-3CF6D463510C}" sibTransId="{E0519549-6889-8347-A6BB-F7D37247A579}"/>
    <dgm:cxn modelId="{8FA23D38-FCB3-4149-87CE-79D6A4FEBED1}" type="presOf" srcId="{A6DB7CBE-7DC1-CF4A-9893-759CC4769D5D}" destId="{EB55441E-0DB6-4F80-822E-06E0195C7E73}" srcOrd="0" destOrd="0" presId="urn:microsoft.com/office/officeart/2018/2/layout/IconVerticalSolidList"/>
    <dgm:cxn modelId="{1CA13243-4BC6-BF40-B3F6-FFF5BBF2DCBC}" type="presOf" srcId="{A6E92816-B8F3-7344-9ACB-377F42313AB5}" destId="{3322C8CB-C205-47B5-A9C2-34A3FBA3D791}" srcOrd="0" destOrd="0" presId="urn:microsoft.com/office/officeart/2018/2/layout/IconVerticalSolidList"/>
    <dgm:cxn modelId="{B0A06B43-5A9F-9441-9FEA-F91490E0CA24}" type="presOf" srcId="{05C34C3C-127C-AC48-9175-EDBB1D75D570}" destId="{2F56B74A-5B53-6240-B407-BED6BFDDC73F}" srcOrd="0" destOrd="0" presId="urn:microsoft.com/office/officeart/2018/2/layout/IconVerticalSolidList"/>
    <dgm:cxn modelId="{2E731762-FFF0-1948-BD74-9097D4B92598}" type="presOf" srcId="{54E54702-B9FE-874E-9349-BF0D003B278D}" destId="{BDE71268-4643-43F0-9D71-9D0F3545304A}" srcOrd="0" destOrd="0" presId="urn:microsoft.com/office/officeart/2018/2/layout/IconVerticalSolidList"/>
    <dgm:cxn modelId="{3F43D268-8D7F-B245-A24E-A7E72EE9467C}" type="presOf" srcId="{7F036C46-EF5E-004A-BFE9-2A1031EA76F6}" destId="{FE5CBC9A-8CBE-4490-8828-F18F75D6FDFE}" srcOrd="0" destOrd="0" presId="urn:microsoft.com/office/officeart/2018/2/layout/IconVerticalSolidList"/>
    <dgm:cxn modelId="{3E79F86D-C2EF-6148-9C0F-31F4B5161D4C}" srcId="{A6DB7CBE-7DC1-CF4A-9893-759CC4769D5D}" destId="{05C34C3C-127C-AC48-9175-EDBB1D75D570}" srcOrd="1" destOrd="0" parTransId="{CF717F74-1973-D644-B425-BDAC7FC20EF1}" sibTransId="{0B56837A-2CD1-9D46-B278-4DD6DD0550DF}"/>
    <dgm:cxn modelId="{95CCDFD7-0030-2E43-A9E2-7D0F2D0524B1}" srcId="{A6DB7CBE-7DC1-CF4A-9893-759CC4769D5D}" destId="{A6E92816-B8F3-7344-9ACB-377F42313AB5}" srcOrd="0" destOrd="0" parTransId="{E91B5776-F996-E949-99C5-2F721939DB79}" sibTransId="{254535A5-B8F2-DE40-ACC2-CBF6A52B4572}"/>
    <dgm:cxn modelId="{657DD8F4-DA20-074A-ADC7-0AF1BE5C4398}" srcId="{A6DB7CBE-7DC1-CF4A-9893-759CC4769D5D}" destId="{7F036C46-EF5E-004A-BFE9-2A1031EA76F6}" srcOrd="2" destOrd="0" parTransId="{CE0F6731-F3DC-E04D-9987-73DCB14F3020}" sibTransId="{C07208E2-8054-F64F-832C-81896A4ED6F3}"/>
    <dgm:cxn modelId="{1D10511A-0BCD-0D41-BDAD-04F2F5571D8F}" type="presParOf" srcId="{EB55441E-0DB6-4F80-822E-06E0195C7E73}" destId="{E31CE10F-F283-417D-AB19-B73346F97CFB}" srcOrd="0" destOrd="0" presId="urn:microsoft.com/office/officeart/2018/2/layout/IconVerticalSolidList"/>
    <dgm:cxn modelId="{B256F609-EBDF-6A4D-85D5-00FB604FB5C1}" type="presParOf" srcId="{E31CE10F-F283-417D-AB19-B73346F97CFB}" destId="{EE077680-06F0-4735-834B-9E792684F859}" srcOrd="0" destOrd="0" presId="urn:microsoft.com/office/officeart/2018/2/layout/IconVerticalSolidList"/>
    <dgm:cxn modelId="{ADB59086-8DB7-E84A-8B70-23CEDAF9C4A8}" type="presParOf" srcId="{E31CE10F-F283-417D-AB19-B73346F97CFB}" destId="{DE923C06-F3CF-4374-B123-D2542D431861}" srcOrd="1" destOrd="0" presId="urn:microsoft.com/office/officeart/2018/2/layout/IconVerticalSolidList"/>
    <dgm:cxn modelId="{3B53AAB8-3C7E-1A4C-A7D0-D3B136E9DE2A}" type="presParOf" srcId="{E31CE10F-F283-417D-AB19-B73346F97CFB}" destId="{5535531D-DA90-4217-90B8-04974A197846}" srcOrd="2" destOrd="0" presId="urn:microsoft.com/office/officeart/2018/2/layout/IconVerticalSolidList"/>
    <dgm:cxn modelId="{53708D8A-9F75-9F46-9348-0AB7F3A030AC}" type="presParOf" srcId="{E31CE10F-F283-417D-AB19-B73346F97CFB}" destId="{3322C8CB-C205-47B5-A9C2-34A3FBA3D791}" srcOrd="3" destOrd="0" presId="urn:microsoft.com/office/officeart/2018/2/layout/IconVerticalSolidList"/>
    <dgm:cxn modelId="{DFDA48F5-B291-614D-91B4-AE7D3F8BFC9E}" type="presParOf" srcId="{EB55441E-0DB6-4F80-822E-06E0195C7E73}" destId="{A53CF6CA-D84F-4A11-862D-5360E7E08517}" srcOrd="1" destOrd="0" presId="urn:microsoft.com/office/officeart/2018/2/layout/IconVerticalSolidList"/>
    <dgm:cxn modelId="{30001817-6FFF-AC44-935D-3F793084C8E3}" type="presParOf" srcId="{EB55441E-0DB6-4F80-822E-06E0195C7E73}" destId="{5CDA257B-1BBC-C747-A3EE-303884E25FCB}" srcOrd="2" destOrd="0" presId="urn:microsoft.com/office/officeart/2018/2/layout/IconVerticalSolidList"/>
    <dgm:cxn modelId="{E8D543C7-9E09-1B48-80E7-EA5A6E9B47AD}" type="presParOf" srcId="{5CDA257B-1BBC-C747-A3EE-303884E25FCB}" destId="{BFD0EC27-D378-8A4F-8723-871586EDF1BD}" srcOrd="0" destOrd="0" presId="urn:microsoft.com/office/officeart/2018/2/layout/IconVerticalSolidList"/>
    <dgm:cxn modelId="{76B7494D-A0C6-3843-BBE2-47045671A7B1}" type="presParOf" srcId="{5CDA257B-1BBC-C747-A3EE-303884E25FCB}" destId="{AE694A32-E53E-D344-BE00-F5A45AC69565}" srcOrd="1" destOrd="0" presId="urn:microsoft.com/office/officeart/2018/2/layout/IconVerticalSolidList"/>
    <dgm:cxn modelId="{A459F489-D694-924C-B69C-6228A25DBB2E}" type="presParOf" srcId="{5CDA257B-1BBC-C747-A3EE-303884E25FCB}" destId="{C902E8BE-C230-E146-B05A-0371FE7789AC}" srcOrd="2" destOrd="0" presId="urn:microsoft.com/office/officeart/2018/2/layout/IconVerticalSolidList"/>
    <dgm:cxn modelId="{C414C09B-1148-1448-B614-E046D13DBFC2}" type="presParOf" srcId="{5CDA257B-1BBC-C747-A3EE-303884E25FCB}" destId="{2F56B74A-5B53-6240-B407-BED6BFDDC73F}" srcOrd="3" destOrd="0" presId="urn:microsoft.com/office/officeart/2018/2/layout/IconVerticalSolidList"/>
    <dgm:cxn modelId="{A8D0D8EB-D2C4-B34E-918E-56BC6D2D8970}" type="presParOf" srcId="{EB55441E-0DB6-4F80-822E-06E0195C7E73}" destId="{B3BFD8DA-A1B7-D347-AAC7-63602CA0F832}" srcOrd="3" destOrd="0" presId="urn:microsoft.com/office/officeart/2018/2/layout/IconVerticalSolidList"/>
    <dgm:cxn modelId="{D391FA10-3D27-9049-8468-4245609A6D01}" type="presParOf" srcId="{EB55441E-0DB6-4F80-822E-06E0195C7E73}" destId="{B922AEA5-F136-4277-A094-22A734333A2C}" srcOrd="4" destOrd="0" presId="urn:microsoft.com/office/officeart/2018/2/layout/IconVerticalSolidList"/>
    <dgm:cxn modelId="{48FA8BFE-1DCB-AB44-B141-C09DD8E82108}" type="presParOf" srcId="{B922AEA5-F136-4277-A094-22A734333A2C}" destId="{15B8BF2B-AD0F-41E2-951B-7EABD8B5A1F0}" srcOrd="0" destOrd="0" presId="urn:microsoft.com/office/officeart/2018/2/layout/IconVerticalSolidList"/>
    <dgm:cxn modelId="{42FDF0C8-250B-6C49-B32A-B2BE4B71871B}" type="presParOf" srcId="{B922AEA5-F136-4277-A094-22A734333A2C}" destId="{F438E459-9E7F-4A7F-B78E-36306C8FE30A}" srcOrd="1" destOrd="0" presId="urn:microsoft.com/office/officeart/2018/2/layout/IconVerticalSolidList"/>
    <dgm:cxn modelId="{232D16B5-20BD-CA47-BDF2-6E42B94A7D9B}" type="presParOf" srcId="{B922AEA5-F136-4277-A094-22A734333A2C}" destId="{091438D0-8DBE-41C0-B51D-4465383FD8AD}" srcOrd="2" destOrd="0" presId="urn:microsoft.com/office/officeart/2018/2/layout/IconVerticalSolidList"/>
    <dgm:cxn modelId="{AD207412-B826-0041-A92A-436C78A6C9C0}" type="presParOf" srcId="{B922AEA5-F136-4277-A094-22A734333A2C}" destId="{FE5CBC9A-8CBE-4490-8828-F18F75D6FDFE}" srcOrd="3" destOrd="0" presId="urn:microsoft.com/office/officeart/2018/2/layout/IconVerticalSolidList"/>
    <dgm:cxn modelId="{8364008F-0F62-684F-8DE6-234BD3AC7EC9}" type="presParOf" srcId="{EB55441E-0DB6-4F80-822E-06E0195C7E73}" destId="{7D35E4B9-E3C4-46E7-B017-48E8ED6D94CE}" srcOrd="5" destOrd="0" presId="urn:microsoft.com/office/officeart/2018/2/layout/IconVerticalSolidList"/>
    <dgm:cxn modelId="{B544097A-E0CE-D14A-96A3-1D9DCF886A85}" type="presParOf" srcId="{EB55441E-0DB6-4F80-822E-06E0195C7E73}" destId="{72CE11CC-432B-4106-8BFB-73D0643EA97F}" srcOrd="6" destOrd="0" presId="urn:microsoft.com/office/officeart/2018/2/layout/IconVerticalSolidList"/>
    <dgm:cxn modelId="{62F0A00A-DA26-E144-9FB1-16FCB1CA2A76}" type="presParOf" srcId="{72CE11CC-432B-4106-8BFB-73D0643EA97F}" destId="{33C387B0-733F-4D11-A78D-08CCC6BAAF90}" srcOrd="0" destOrd="0" presId="urn:microsoft.com/office/officeart/2018/2/layout/IconVerticalSolidList"/>
    <dgm:cxn modelId="{78C17CDC-A432-9F4B-A929-1E9BA37CA5FB}" type="presParOf" srcId="{72CE11CC-432B-4106-8BFB-73D0643EA97F}" destId="{9B62C63C-0965-478B-B449-F2E63ED35820}" srcOrd="1" destOrd="0" presId="urn:microsoft.com/office/officeart/2018/2/layout/IconVerticalSolidList"/>
    <dgm:cxn modelId="{7ABD1540-71D9-A747-B904-0ED79473C420}" type="presParOf" srcId="{72CE11CC-432B-4106-8BFB-73D0643EA97F}" destId="{02222755-AFC7-4684-81F6-8182EE717309}" srcOrd="2" destOrd="0" presId="urn:microsoft.com/office/officeart/2018/2/layout/IconVerticalSolidList"/>
    <dgm:cxn modelId="{C48FD711-2535-7B41-ABF9-7327069DF62D}" type="presParOf" srcId="{72CE11CC-432B-4106-8BFB-73D0643EA97F}" destId="{BDE71268-4643-43F0-9D71-9D0F354530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A9EA43F-1E47-1C4D-8960-BE0796940F7E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9177B35-0D6C-2A4E-89AD-23001E747501}">
      <dgm:prSet custT="1"/>
      <dgm:spPr/>
      <dgm:t>
        <a:bodyPr/>
        <a:lstStyle/>
        <a:p>
          <a:r>
            <a:rPr lang="en-US" sz="1800" dirty="0"/>
            <a:t>"Can you show me the uninsured rate for different counties?”</a:t>
          </a:r>
        </a:p>
      </dgm:t>
    </dgm:pt>
    <dgm:pt modelId="{EEF50E59-7ADF-C849-8B3E-9BBC3E7BDDAF}" type="parTrans" cxnId="{71B9A1BF-CA92-6B44-A92E-23EA5BCD2BD7}">
      <dgm:prSet/>
      <dgm:spPr/>
      <dgm:t>
        <a:bodyPr/>
        <a:lstStyle/>
        <a:p>
          <a:endParaRPr lang="en-US" sz="2000"/>
        </a:p>
      </dgm:t>
    </dgm:pt>
    <dgm:pt modelId="{FCA9F29B-8DAF-074F-A3A9-BE2765037267}" type="sibTrans" cxnId="{71B9A1BF-CA92-6B44-A92E-23EA5BCD2BD7}">
      <dgm:prSet/>
      <dgm:spPr/>
      <dgm:t>
        <a:bodyPr/>
        <a:lstStyle/>
        <a:p>
          <a:endParaRPr lang="en-US" sz="2000"/>
        </a:p>
      </dgm:t>
    </dgm:pt>
    <dgm:pt modelId="{A2203A92-D57C-734C-AC58-02DA6CAB6D68}">
      <dgm:prSet custT="1"/>
      <dgm:spPr/>
      <dgm:t>
        <a:bodyPr/>
        <a:lstStyle/>
        <a:p>
          <a:r>
            <a:rPr lang="en-US" sz="1800" dirty="0"/>
            <a:t>Generates a grouped bar chart of uninsured rate, grouping by county-type</a:t>
          </a:r>
        </a:p>
      </dgm:t>
    </dgm:pt>
    <dgm:pt modelId="{377411A4-A9AF-5946-9E71-E2790308CD68}" type="parTrans" cxnId="{5B8A11DD-E680-1148-9A66-E22B2D101094}">
      <dgm:prSet/>
      <dgm:spPr/>
      <dgm:t>
        <a:bodyPr/>
        <a:lstStyle/>
        <a:p>
          <a:endParaRPr lang="en-US" sz="2000"/>
        </a:p>
      </dgm:t>
    </dgm:pt>
    <dgm:pt modelId="{C8BAAC51-6788-CA4C-99DC-1E12B4652E1D}" type="sibTrans" cxnId="{5B8A11DD-E680-1148-9A66-E22B2D101094}">
      <dgm:prSet/>
      <dgm:spPr/>
      <dgm:t>
        <a:bodyPr/>
        <a:lstStyle/>
        <a:p>
          <a:endParaRPr lang="en-US" sz="2000"/>
        </a:p>
      </dgm:t>
    </dgm:pt>
    <dgm:pt modelId="{B5F8581A-F019-3D42-BCCE-A38CC7CDF636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800" dirty="0"/>
            <a:t>“I don’t understand very well, what these bar charts are for?”</a:t>
          </a:r>
        </a:p>
      </dgm:t>
    </dgm:pt>
    <dgm:pt modelId="{B2B559B9-FF2F-9142-8176-BD6F6394BB96}" type="parTrans" cxnId="{991C1094-8E26-764B-A1A0-32F8F9F85DEE}">
      <dgm:prSet/>
      <dgm:spPr/>
      <dgm:t>
        <a:bodyPr/>
        <a:lstStyle/>
        <a:p>
          <a:endParaRPr lang="en-US" sz="2000"/>
        </a:p>
      </dgm:t>
    </dgm:pt>
    <dgm:pt modelId="{DE3BFD05-3E84-704D-94A4-C039E5276045}" type="sibTrans" cxnId="{991C1094-8E26-764B-A1A0-32F8F9F85DEE}">
      <dgm:prSet/>
      <dgm:spPr/>
      <dgm:t>
        <a:bodyPr/>
        <a:lstStyle/>
        <a:p>
          <a:endParaRPr lang="en-US" sz="2000"/>
        </a:p>
      </dgm:t>
    </dgm:pt>
    <dgm:pt modelId="{B8134259-E2E4-444D-84CD-F33E17E7D69D}">
      <dgm:prSet custT="1"/>
      <dgm:spPr/>
      <dgm:t>
        <a:bodyPr/>
        <a:lstStyle/>
        <a:p>
          <a:r>
            <a:rPr lang="en-US" sz="1800" dirty="0"/>
            <a:t>“So, it is grouping them by county type.”</a:t>
          </a:r>
        </a:p>
      </dgm:t>
    </dgm:pt>
    <dgm:pt modelId="{AAFF79D5-7626-5540-A2E3-64FA53B7A36C}" type="parTrans" cxnId="{BA5A919B-D2C9-3641-9930-873F2805FF26}">
      <dgm:prSet/>
      <dgm:spPr/>
      <dgm:t>
        <a:bodyPr/>
        <a:lstStyle/>
        <a:p>
          <a:endParaRPr lang="en-US" sz="2000"/>
        </a:p>
      </dgm:t>
    </dgm:pt>
    <dgm:pt modelId="{F521240F-DACD-5E4F-B7B1-DED0A73642C5}" type="sibTrans" cxnId="{BA5A919B-D2C9-3641-9930-873F2805FF26}">
      <dgm:prSet/>
      <dgm:spPr/>
      <dgm:t>
        <a:bodyPr/>
        <a:lstStyle/>
        <a:p>
          <a:endParaRPr lang="en-US" sz="2000"/>
        </a:p>
      </dgm:t>
    </dgm:pt>
    <dgm:pt modelId="{0E9D4275-2D55-8042-9C43-C659936A7B89}" type="pres">
      <dgm:prSet presAssocID="{0A9EA43F-1E47-1C4D-8960-BE0796940F7E}" presName="linear" presStyleCnt="0">
        <dgm:presLayoutVars>
          <dgm:animLvl val="lvl"/>
          <dgm:resizeHandles val="exact"/>
        </dgm:presLayoutVars>
      </dgm:prSet>
      <dgm:spPr/>
    </dgm:pt>
    <dgm:pt modelId="{C15903CC-C8A8-404D-971B-A03CBA83C3E2}" type="pres">
      <dgm:prSet presAssocID="{D9177B35-0D6C-2A4E-89AD-23001E747501}" presName="parentText" presStyleLbl="node1" presStyleIdx="0" presStyleCnt="4" custLinFactNeighborX="-352" custLinFactNeighborY="-15473">
        <dgm:presLayoutVars>
          <dgm:chMax val="0"/>
          <dgm:bulletEnabled val="1"/>
        </dgm:presLayoutVars>
      </dgm:prSet>
      <dgm:spPr/>
    </dgm:pt>
    <dgm:pt modelId="{416C6314-C640-3545-ADC4-0AFDBE1BC7B9}" type="pres">
      <dgm:prSet presAssocID="{FCA9F29B-8DAF-074F-A3A9-BE2765037267}" presName="spacer" presStyleCnt="0"/>
      <dgm:spPr/>
    </dgm:pt>
    <dgm:pt modelId="{FC3B0F4E-2055-814F-A2F0-00853431B300}" type="pres">
      <dgm:prSet presAssocID="{A2203A92-D57C-734C-AC58-02DA6CAB6D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ACBA1F-AF8B-7B4C-9E48-D6394DA2D3CB}" type="pres">
      <dgm:prSet presAssocID="{C8BAAC51-6788-CA4C-99DC-1E12B4652E1D}" presName="spacer" presStyleCnt="0"/>
      <dgm:spPr/>
    </dgm:pt>
    <dgm:pt modelId="{AC006958-4BD6-164F-B899-80C7428A477D}" type="pres">
      <dgm:prSet presAssocID="{B5F8581A-F019-3D42-BCCE-A38CC7CDF6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391A85-803B-B042-8587-7108C2FE35A8}" type="pres">
      <dgm:prSet presAssocID="{DE3BFD05-3E84-704D-94A4-C039E5276045}" presName="spacer" presStyleCnt="0"/>
      <dgm:spPr/>
    </dgm:pt>
    <dgm:pt modelId="{79199F20-7CA7-E144-9840-50013BC07824}" type="pres">
      <dgm:prSet presAssocID="{B8134259-E2E4-444D-84CD-F33E17E7D69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8FE23D-6B06-D34E-81C6-2A8E44106380}" type="presOf" srcId="{B5F8581A-F019-3D42-BCCE-A38CC7CDF636}" destId="{AC006958-4BD6-164F-B899-80C7428A477D}" srcOrd="0" destOrd="0" presId="urn:microsoft.com/office/officeart/2005/8/layout/vList2"/>
    <dgm:cxn modelId="{A189AC56-C340-D442-8768-6A137EDE12E6}" type="presOf" srcId="{B8134259-E2E4-444D-84CD-F33E17E7D69D}" destId="{79199F20-7CA7-E144-9840-50013BC07824}" srcOrd="0" destOrd="0" presId="urn:microsoft.com/office/officeart/2005/8/layout/vList2"/>
    <dgm:cxn modelId="{ED8E4873-62E1-BE42-95E5-EC839B683F69}" type="presOf" srcId="{0A9EA43F-1E47-1C4D-8960-BE0796940F7E}" destId="{0E9D4275-2D55-8042-9C43-C659936A7B89}" srcOrd="0" destOrd="0" presId="urn:microsoft.com/office/officeart/2005/8/layout/vList2"/>
    <dgm:cxn modelId="{BE027A7F-B406-DF48-AA62-C41D6C22F7D8}" type="presOf" srcId="{D9177B35-0D6C-2A4E-89AD-23001E747501}" destId="{C15903CC-C8A8-404D-971B-A03CBA83C3E2}" srcOrd="0" destOrd="0" presId="urn:microsoft.com/office/officeart/2005/8/layout/vList2"/>
    <dgm:cxn modelId="{991C1094-8E26-764B-A1A0-32F8F9F85DEE}" srcId="{0A9EA43F-1E47-1C4D-8960-BE0796940F7E}" destId="{B5F8581A-F019-3D42-BCCE-A38CC7CDF636}" srcOrd="2" destOrd="0" parTransId="{B2B559B9-FF2F-9142-8176-BD6F6394BB96}" sibTransId="{DE3BFD05-3E84-704D-94A4-C039E5276045}"/>
    <dgm:cxn modelId="{BA5A919B-D2C9-3641-9930-873F2805FF26}" srcId="{0A9EA43F-1E47-1C4D-8960-BE0796940F7E}" destId="{B8134259-E2E4-444D-84CD-F33E17E7D69D}" srcOrd="3" destOrd="0" parTransId="{AAFF79D5-7626-5540-A2E3-64FA53B7A36C}" sibTransId="{F521240F-DACD-5E4F-B7B1-DED0A73642C5}"/>
    <dgm:cxn modelId="{71B9A1BF-CA92-6B44-A92E-23EA5BCD2BD7}" srcId="{0A9EA43F-1E47-1C4D-8960-BE0796940F7E}" destId="{D9177B35-0D6C-2A4E-89AD-23001E747501}" srcOrd="0" destOrd="0" parTransId="{EEF50E59-7ADF-C849-8B3E-9BBC3E7BDDAF}" sibTransId="{FCA9F29B-8DAF-074F-A3A9-BE2765037267}"/>
    <dgm:cxn modelId="{5B8A11DD-E680-1148-9A66-E22B2D101094}" srcId="{0A9EA43F-1E47-1C4D-8960-BE0796940F7E}" destId="{A2203A92-D57C-734C-AC58-02DA6CAB6D68}" srcOrd="1" destOrd="0" parTransId="{377411A4-A9AF-5946-9E71-E2790308CD68}" sibTransId="{C8BAAC51-6788-CA4C-99DC-1E12B4652E1D}"/>
    <dgm:cxn modelId="{D7DF26EA-D026-7741-9D60-184C120906B5}" type="presOf" srcId="{A2203A92-D57C-734C-AC58-02DA6CAB6D68}" destId="{FC3B0F4E-2055-814F-A2F0-00853431B300}" srcOrd="0" destOrd="0" presId="urn:microsoft.com/office/officeart/2005/8/layout/vList2"/>
    <dgm:cxn modelId="{F28979A1-0E9B-0442-8556-586F81FD858D}" type="presParOf" srcId="{0E9D4275-2D55-8042-9C43-C659936A7B89}" destId="{C15903CC-C8A8-404D-971B-A03CBA83C3E2}" srcOrd="0" destOrd="0" presId="urn:microsoft.com/office/officeart/2005/8/layout/vList2"/>
    <dgm:cxn modelId="{094ADB5B-B84F-E44E-889B-38D2C1C87F38}" type="presParOf" srcId="{0E9D4275-2D55-8042-9C43-C659936A7B89}" destId="{416C6314-C640-3545-ADC4-0AFDBE1BC7B9}" srcOrd="1" destOrd="0" presId="urn:microsoft.com/office/officeart/2005/8/layout/vList2"/>
    <dgm:cxn modelId="{2F61B267-B004-1F4E-A423-F35A302C7310}" type="presParOf" srcId="{0E9D4275-2D55-8042-9C43-C659936A7B89}" destId="{FC3B0F4E-2055-814F-A2F0-00853431B300}" srcOrd="2" destOrd="0" presId="urn:microsoft.com/office/officeart/2005/8/layout/vList2"/>
    <dgm:cxn modelId="{62E4C7FB-C3B0-3B49-A217-F42CD89080D3}" type="presParOf" srcId="{0E9D4275-2D55-8042-9C43-C659936A7B89}" destId="{2BACBA1F-AF8B-7B4C-9E48-D6394DA2D3CB}" srcOrd="3" destOrd="0" presId="urn:microsoft.com/office/officeart/2005/8/layout/vList2"/>
    <dgm:cxn modelId="{033D92F3-8D53-EB4E-B9B2-8DD753895F1F}" type="presParOf" srcId="{0E9D4275-2D55-8042-9C43-C659936A7B89}" destId="{AC006958-4BD6-164F-B899-80C7428A477D}" srcOrd="4" destOrd="0" presId="urn:microsoft.com/office/officeart/2005/8/layout/vList2"/>
    <dgm:cxn modelId="{FAC140AA-38BB-0F4E-91D2-97D0B44FCC35}" type="presParOf" srcId="{0E9D4275-2D55-8042-9C43-C659936A7B89}" destId="{DE391A85-803B-B042-8587-7108C2FE35A8}" srcOrd="5" destOrd="0" presId="urn:microsoft.com/office/officeart/2005/8/layout/vList2"/>
    <dgm:cxn modelId="{E9AF875F-B8EE-614A-9918-4CC9CB292DCF}" type="presParOf" srcId="{0E9D4275-2D55-8042-9C43-C659936A7B89}" destId="{79199F20-7CA7-E144-9840-50013BC078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A9EA43F-1E47-1C4D-8960-BE0796940F7E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9177B35-0D6C-2A4E-89AD-23001E747501}">
      <dgm:prSet custT="1"/>
      <dgm:spPr/>
      <dgm:t>
        <a:bodyPr/>
        <a:lstStyle/>
        <a:p>
          <a:r>
            <a:rPr lang="en-US" sz="1800" dirty="0"/>
            <a:t>“We’ll discuss the comparison of the graph, we can compare it and generate the resources for every disease that we have.</a:t>
          </a:r>
        </a:p>
      </dgm:t>
    </dgm:pt>
    <dgm:pt modelId="{EEF50E59-7ADF-C849-8B3E-9BBC3E7BDDAF}" type="parTrans" cxnId="{71B9A1BF-CA92-6B44-A92E-23EA5BCD2BD7}">
      <dgm:prSet/>
      <dgm:spPr/>
      <dgm:t>
        <a:bodyPr/>
        <a:lstStyle/>
        <a:p>
          <a:endParaRPr lang="en-US" sz="1800"/>
        </a:p>
      </dgm:t>
    </dgm:pt>
    <dgm:pt modelId="{FCA9F29B-8DAF-074F-A3A9-BE2765037267}" type="sibTrans" cxnId="{71B9A1BF-CA92-6B44-A92E-23EA5BCD2BD7}">
      <dgm:prSet/>
      <dgm:spPr/>
      <dgm:t>
        <a:bodyPr/>
        <a:lstStyle/>
        <a:p>
          <a:endParaRPr lang="en-US" sz="1800"/>
        </a:p>
      </dgm:t>
    </dgm:pt>
    <dgm:pt modelId="{A2203A92-D57C-734C-AC58-02DA6CAB6D68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800" dirty="0"/>
            <a:t>“Sorry, I didn’t get you. So, we already have this COVID?”</a:t>
          </a:r>
        </a:p>
      </dgm:t>
    </dgm:pt>
    <dgm:pt modelId="{377411A4-A9AF-5946-9E71-E2790308CD68}" type="parTrans" cxnId="{5B8A11DD-E680-1148-9A66-E22B2D101094}">
      <dgm:prSet/>
      <dgm:spPr/>
      <dgm:t>
        <a:bodyPr/>
        <a:lstStyle/>
        <a:p>
          <a:endParaRPr lang="en-US" sz="1800"/>
        </a:p>
      </dgm:t>
    </dgm:pt>
    <dgm:pt modelId="{C8BAAC51-6788-CA4C-99DC-1E12B4652E1D}" type="sibTrans" cxnId="{5B8A11DD-E680-1148-9A66-E22B2D101094}">
      <dgm:prSet/>
      <dgm:spPr/>
      <dgm:t>
        <a:bodyPr/>
        <a:lstStyle/>
        <a:p>
          <a:endParaRPr lang="en-US" sz="1800"/>
        </a:p>
      </dgm:t>
    </dgm:pt>
    <dgm:pt modelId="{B5F8581A-F019-3D42-BCCE-A38CC7CDF636}">
      <dgm:prSet custT="1"/>
      <dgm:spPr/>
      <dgm:t>
        <a:bodyPr/>
        <a:lstStyle/>
        <a:p>
          <a:r>
            <a:rPr lang="en-US" sz="1800" dirty="0"/>
            <a:t>“For the COVID, we can come to a conclusion that. . .”</a:t>
          </a:r>
        </a:p>
      </dgm:t>
    </dgm:pt>
    <dgm:pt modelId="{B2B559B9-FF2F-9142-8176-BD6F6394BB96}" type="parTrans" cxnId="{991C1094-8E26-764B-A1A0-32F8F9F85DEE}">
      <dgm:prSet/>
      <dgm:spPr/>
      <dgm:t>
        <a:bodyPr/>
        <a:lstStyle/>
        <a:p>
          <a:endParaRPr lang="en-US" sz="1800"/>
        </a:p>
      </dgm:t>
    </dgm:pt>
    <dgm:pt modelId="{DE3BFD05-3E84-704D-94A4-C039E5276045}" type="sibTrans" cxnId="{991C1094-8E26-764B-A1A0-32F8F9F85DEE}">
      <dgm:prSet/>
      <dgm:spPr/>
      <dgm:t>
        <a:bodyPr/>
        <a:lstStyle/>
        <a:p>
          <a:endParaRPr lang="en-US" sz="1800"/>
        </a:p>
      </dgm:t>
    </dgm:pt>
    <dgm:pt modelId="{0E9D4275-2D55-8042-9C43-C659936A7B89}" type="pres">
      <dgm:prSet presAssocID="{0A9EA43F-1E47-1C4D-8960-BE0796940F7E}" presName="linear" presStyleCnt="0">
        <dgm:presLayoutVars>
          <dgm:animLvl val="lvl"/>
          <dgm:resizeHandles val="exact"/>
        </dgm:presLayoutVars>
      </dgm:prSet>
      <dgm:spPr/>
    </dgm:pt>
    <dgm:pt modelId="{C15903CC-C8A8-404D-971B-A03CBA83C3E2}" type="pres">
      <dgm:prSet presAssocID="{D9177B35-0D6C-2A4E-89AD-23001E747501}" presName="parentText" presStyleLbl="node1" presStyleIdx="0" presStyleCnt="3" custLinFactNeighborX="-352" custLinFactNeighborY="-15473">
        <dgm:presLayoutVars>
          <dgm:chMax val="0"/>
          <dgm:bulletEnabled val="1"/>
        </dgm:presLayoutVars>
      </dgm:prSet>
      <dgm:spPr/>
    </dgm:pt>
    <dgm:pt modelId="{416C6314-C640-3545-ADC4-0AFDBE1BC7B9}" type="pres">
      <dgm:prSet presAssocID="{FCA9F29B-8DAF-074F-A3A9-BE2765037267}" presName="spacer" presStyleCnt="0"/>
      <dgm:spPr/>
    </dgm:pt>
    <dgm:pt modelId="{FC3B0F4E-2055-814F-A2F0-00853431B300}" type="pres">
      <dgm:prSet presAssocID="{A2203A92-D57C-734C-AC58-02DA6CAB6D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BACBA1F-AF8B-7B4C-9E48-D6394DA2D3CB}" type="pres">
      <dgm:prSet presAssocID="{C8BAAC51-6788-CA4C-99DC-1E12B4652E1D}" presName="spacer" presStyleCnt="0"/>
      <dgm:spPr/>
    </dgm:pt>
    <dgm:pt modelId="{AC006958-4BD6-164F-B899-80C7428A477D}" type="pres">
      <dgm:prSet presAssocID="{B5F8581A-F019-3D42-BCCE-A38CC7CDF636}" presName="parentText" presStyleLbl="node1" presStyleIdx="2" presStyleCnt="3" custLinFactNeighborX="-353">
        <dgm:presLayoutVars>
          <dgm:chMax val="0"/>
          <dgm:bulletEnabled val="1"/>
        </dgm:presLayoutVars>
      </dgm:prSet>
      <dgm:spPr/>
    </dgm:pt>
  </dgm:ptLst>
  <dgm:cxnLst>
    <dgm:cxn modelId="{F08FE23D-6B06-D34E-81C6-2A8E44106380}" type="presOf" srcId="{B5F8581A-F019-3D42-BCCE-A38CC7CDF636}" destId="{AC006958-4BD6-164F-B899-80C7428A477D}" srcOrd="0" destOrd="0" presId="urn:microsoft.com/office/officeart/2005/8/layout/vList2"/>
    <dgm:cxn modelId="{ED8E4873-62E1-BE42-95E5-EC839B683F69}" type="presOf" srcId="{0A9EA43F-1E47-1C4D-8960-BE0796940F7E}" destId="{0E9D4275-2D55-8042-9C43-C659936A7B89}" srcOrd="0" destOrd="0" presId="urn:microsoft.com/office/officeart/2005/8/layout/vList2"/>
    <dgm:cxn modelId="{BE027A7F-B406-DF48-AA62-C41D6C22F7D8}" type="presOf" srcId="{D9177B35-0D6C-2A4E-89AD-23001E747501}" destId="{C15903CC-C8A8-404D-971B-A03CBA83C3E2}" srcOrd="0" destOrd="0" presId="urn:microsoft.com/office/officeart/2005/8/layout/vList2"/>
    <dgm:cxn modelId="{991C1094-8E26-764B-A1A0-32F8F9F85DEE}" srcId="{0A9EA43F-1E47-1C4D-8960-BE0796940F7E}" destId="{B5F8581A-F019-3D42-BCCE-A38CC7CDF636}" srcOrd="2" destOrd="0" parTransId="{B2B559B9-FF2F-9142-8176-BD6F6394BB96}" sibTransId="{DE3BFD05-3E84-704D-94A4-C039E5276045}"/>
    <dgm:cxn modelId="{71B9A1BF-CA92-6B44-A92E-23EA5BCD2BD7}" srcId="{0A9EA43F-1E47-1C4D-8960-BE0796940F7E}" destId="{D9177B35-0D6C-2A4E-89AD-23001E747501}" srcOrd="0" destOrd="0" parTransId="{EEF50E59-7ADF-C849-8B3E-9BBC3E7BDDAF}" sibTransId="{FCA9F29B-8DAF-074F-A3A9-BE2765037267}"/>
    <dgm:cxn modelId="{5B8A11DD-E680-1148-9A66-E22B2D101094}" srcId="{0A9EA43F-1E47-1C4D-8960-BE0796940F7E}" destId="{A2203A92-D57C-734C-AC58-02DA6CAB6D68}" srcOrd="1" destOrd="0" parTransId="{377411A4-A9AF-5946-9E71-E2790308CD68}" sibTransId="{C8BAAC51-6788-CA4C-99DC-1E12B4652E1D}"/>
    <dgm:cxn modelId="{D7DF26EA-D026-7741-9D60-184C120906B5}" type="presOf" srcId="{A2203A92-D57C-734C-AC58-02DA6CAB6D68}" destId="{FC3B0F4E-2055-814F-A2F0-00853431B300}" srcOrd="0" destOrd="0" presId="urn:microsoft.com/office/officeart/2005/8/layout/vList2"/>
    <dgm:cxn modelId="{F28979A1-0E9B-0442-8556-586F81FD858D}" type="presParOf" srcId="{0E9D4275-2D55-8042-9C43-C659936A7B89}" destId="{C15903CC-C8A8-404D-971B-A03CBA83C3E2}" srcOrd="0" destOrd="0" presId="urn:microsoft.com/office/officeart/2005/8/layout/vList2"/>
    <dgm:cxn modelId="{094ADB5B-B84F-E44E-889B-38D2C1C87F38}" type="presParOf" srcId="{0E9D4275-2D55-8042-9C43-C659936A7B89}" destId="{416C6314-C640-3545-ADC4-0AFDBE1BC7B9}" srcOrd="1" destOrd="0" presId="urn:microsoft.com/office/officeart/2005/8/layout/vList2"/>
    <dgm:cxn modelId="{2F61B267-B004-1F4E-A423-F35A302C7310}" type="presParOf" srcId="{0E9D4275-2D55-8042-9C43-C659936A7B89}" destId="{FC3B0F4E-2055-814F-A2F0-00853431B300}" srcOrd="2" destOrd="0" presId="urn:microsoft.com/office/officeart/2005/8/layout/vList2"/>
    <dgm:cxn modelId="{62E4C7FB-C3B0-3B49-A217-F42CD89080D3}" type="presParOf" srcId="{0E9D4275-2D55-8042-9C43-C659936A7B89}" destId="{2BACBA1F-AF8B-7B4C-9E48-D6394DA2D3CB}" srcOrd="3" destOrd="0" presId="urn:microsoft.com/office/officeart/2005/8/layout/vList2"/>
    <dgm:cxn modelId="{033D92F3-8D53-EB4E-B9B2-8DD753895F1F}" type="presParOf" srcId="{0E9D4275-2D55-8042-9C43-C659936A7B89}" destId="{AC006958-4BD6-164F-B899-80C7428A477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A9EA43F-1E47-1C4D-8960-BE0796940F7E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D9177B35-0D6C-2A4E-89AD-23001E747501}">
      <dgm:prSet custT="1"/>
      <dgm:spPr/>
      <dgm:t>
        <a:bodyPr/>
        <a:lstStyle/>
        <a:p>
          <a:r>
            <a:rPr lang="en-US" sz="1800" dirty="0"/>
            <a:t>“Can we just mix and match everything and try it?”</a:t>
          </a:r>
        </a:p>
      </dgm:t>
    </dgm:pt>
    <dgm:pt modelId="{EEF50E59-7ADF-C849-8B3E-9BBC3E7BDDAF}" type="parTrans" cxnId="{71B9A1BF-CA92-6B44-A92E-23EA5BCD2BD7}">
      <dgm:prSet/>
      <dgm:spPr/>
      <dgm:t>
        <a:bodyPr/>
        <a:lstStyle/>
        <a:p>
          <a:endParaRPr lang="en-US" sz="1800"/>
        </a:p>
      </dgm:t>
    </dgm:pt>
    <dgm:pt modelId="{FCA9F29B-8DAF-074F-A3A9-BE2765037267}" type="sibTrans" cxnId="{71B9A1BF-CA92-6B44-A92E-23EA5BCD2BD7}">
      <dgm:prSet/>
      <dgm:spPr/>
      <dgm:t>
        <a:bodyPr/>
        <a:lstStyle/>
        <a:p>
          <a:endParaRPr lang="en-US" sz="1800"/>
        </a:p>
      </dgm:t>
    </dgm:pt>
    <dgm:pt modelId="{A2203A92-D57C-734C-AC58-02DA6CAB6D68}">
      <dgm:prSet custT="1"/>
      <dgm:spPr/>
      <dgm:t>
        <a:bodyPr/>
        <a:lstStyle/>
        <a:p>
          <a:r>
            <a:rPr lang="en-US" sz="1800" dirty="0"/>
            <a:t>“Yeah, I think we need to mix and match two things.”</a:t>
          </a:r>
        </a:p>
      </dgm:t>
    </dgm:pt>
    <dgm:pt modelId="{377411A4-A9AF-5946-9E71-E2790308CD68}" type="parTrans" cxnId="{5B8A11DD-E680-1148-9A66-E22B2D101094}">
      <dgm:prSet/>
      <dgm:spPr/>
      <dgm:t>
        <a:bodyPr/>
        <a:lstStyle/>
        <a:p>
          <a:endParaRPr lang="en-US" sz="1800"/>
        </a:p>
      </dgm:t>
    </dgm:pt>
    <dgm:pt modelId="{C8BAAC51-6788-CA4C-99DC-1E12B4652E1D}" type="sibTrans" cxnId="{5B8A11DD-E680-1148-9A66-E22B2D101094}">
      <dgm:prSet/>
      <dgm:spPr/>
      <dgm:t>
        <a:bodyPr/>
        <a:lstStyle/>
        <a:p>
          <a:endParaRPr lang="en-US" sz="1800"/>
        </a:p>
      </dgm:t>
    </dgm:pt>
    <dgm:pt modelId="{B5F8581A-F019-3D42-BCCE-A38CC7CDF636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1800" dirty="0"/>
            <a:t>“Can we do more than two?”</a:t>
          </a:r>
        </a:p>
      </dgm:t>
    </dgm:pt>
    <dgm:pt modelId="{B2B559B9-FF2F-9142-8176-BD6F6394BB96}" type="parTrans" cxnId="{991C1094-8E26-764B-A1A0-32F8F9F85DEE}">
      <dgm:prSet/>
      <dgm:spPr/>
      <dgm:t>
        <a:bodyPr/>
        <a:lstStyle/>
        <a:p>
          <a:endParaRPr lang="en-US" sz="1800"/>
        </a:p>
      </dgm:t>
    </dgm:pt>
    <dgm:pt modelId="{DE3BFD05-3E84-704D-94A4-C039E5276045}" type="sibTrans" cxnId="{991C1094-8E26-764B-A1A0-32F8F9F85DEE}">
      <dgm:prSet/>
      <dgm:spPr/>
      <dgm:t>
        <a:bodyPr/>
        <a:lstStyle/>
        <a:p>
          <a:endParaRPr lang="en-US" sz="1800"/>
        </a:p>
      </dgm:t>
    </dgm:pt>
    <dgm:pt modelId="{B8134259-E2E4-444D-84CD-F33E17E7D69D}">
      <dgm:prSet custT="1"/>
      <dgm:spPr/>
      <dgm:t>
        <a:bodyPr/>
        <a:lstStyle/>
        <a:p>
          <a:r>
            <a:rPr lang="en-US" sz="1800" dirty="0"/>
            <a:t>No, I think only two different factors are involved here.”</a:t>
          </a:r>
        </a:p>
      </dgm:t>
    </dgm:pt>
    <dgm:pt modelId="{AAFF79D5-7626-5540-A2E3-64FA53B7A36C}" type="parTrans" cxnId="{BA5A919B-D2C9-3641-9930-873F2805FF26}">
      <dgm:prSet/>
      <dgm:spPr/>
      <dgm:t>
        <a:bodyPr/>
        <a:lstStyle/>
        <a:p>
          <a:endParaRPr lang="en-US" sz="1800"/>
        </a:p>
      </dgm:t>
    </dgm:pt>
    <dgm:pt modelId="{F521240F-DACD-5E4F-B7B1-DED0A73642C5}" type="sibTrans" cxnId="{BA5A919B-D2C9-3641-9930-873F2805FF26}">
      <dgm:prSet/>
      <dgm:spPr/>
      <dgm:t>
        <a:bodyPr/>
        <a:lstStyle/>
        <a:p>
          <a:endParaRPr lang="en-US" sz="1800"/>
        </a:p>
      </dgm:t>
    </dgm:pt>
    <dgm:pt modelId="{0E9D4275-2D55-8042-9C43-C659936A7B89}" type="pres">
      <dgm:prSet presAssocID="{0A9EA43F-1E47-1C4D-8960-BE0796940F7E}" presName="linear" presStyleCnt="0">
        <dgm:presLayoutVars>
          <dgm:animLvl val="lvl"/>
          <dgm:resizeHandles val="exact"/>
        </dgm:presLayoutVars>
      </dgm:prSet>
      <dgm:spPr/>
    </dgm:pt>
    <dgm:pt modelId="{C15903CC-C8A8-404D-971B-A03CBA83C3E2}" type="pres">
      <dgm:prSet presAssocID="{D9177B35-0D6C-2A4E-89AD-23001E747501}" presName="parentText" presStyleLbl="node1" presStyleIdx="0" presStyleCnt="4" custLinFactNeighborX="-352" custLinFactNeighborY="-15473">
        <dgm:presLayoutVars>
          <dgm:chMax val="0"/>
          <dgm:bulletEnabled val="1"/>
        </dgm:presLayoutVars>
      </dgm:prSet>
      <dgm:spPr/>
    </dgm:pt>
    <dgm:pt modelId="{416C6314-C640-3545-ADC4-0AFDBE1BC7B9}" type="pres">
      <dgm:prSet presAssocID="{FCA9F29B-8DAF-074F-A3A9-BE2765037267}" presName="spacer" presStyleCnt="0"/>
      <dgm:spPr/>
    </dgm:pt>
    <dgm:pt modelId="{FC3B0F4E-2055-814F-A2F0-00853431B300}" type="pres">
      <dgm:prSet presAssocID="{A2203A92-D57C-734C-AC58-02DA6CAB6D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ACBA1F-AF8B-7B4C-9E48-D6394DA2D3CB}" type="pres">
      <dgm:prSet presAssocID="{C8BAAC51-6788-CA4C-99DC-1E12B4652E1D}" presName="spacer" presStyleCnt="0"/>
      <dgm:spPr/>
    </dgm:pt>
    <dgm:pt modelId="{AC006958-4BD6-164F-B899-80C7428A477D}" type="pres">
      <dgm:prSet presAssocID="{B5F8581A-F019-3D42-BCCE-A38CC7CDF6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391A85-803B-B042-8587-7108C2FE35A8}" type="pres">
      <dgm:prSet presAssocID="{DE3BFD05-3E84-704D-94A4-C039E5276045}" presName="spacer" presStyleCnt="0"/>
      <dgm:spPr/>
    </dgm:pt>
    <dgm:pt modelId="{79199F20-7CA7-E144-9840-50013BC07824}" type="pres">
      <dgm:prSet presAssocID="{B8134259-E2E4-444D-84CD-F33E17E7D69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8FE23D-6B06-D34E-81C6-2A8E44106380}" type="presOf" srcId="{B5F8581A-F019-3D42-BCCE-A38CC7CDF636}" destId="{AC006958-4BD6-164F-B899-80C7428A477D}" srcOrd="0" destOrd="0" presId="urn:microsoft.com/office/officeart/2005/8/layout/vList2"/>
    <dgm:cxn modelId="{A189AC56-C340-D442-8768-6A137EDE12E6}" type="presOf" srcId="{B8134259-E2E4-444D-84CD-F33E17E7D69D}" destId="{79199F20-7CA7-E144-9840-50013BC07824}" srcOrd="0" destOrd="0" presId="urn:microsoft.com/office/officeart/2005/8/layout/vList2"/>
    <dgm:cxn modelId="{ED8E4873-62E1-BE42-95E5-EC839B683F69}" type="presOf" srcId="{0A9EA43F-1E47-1C4D-8960-BE0796940F7E}" destId="{0E9D4275-2D55-8042-9C43-C659936A7B89}" srcOrd="0" destOrd="0" presId="urn:microsoft.com/office/officeart/2005/8/layout/vList2"/>
    <dgm:cxn modelId="{BE027A7F-B406-DF48-AA62-C41D6C22F7D8}" type="presOf" srcId="{D9177B35-0D6C-2A4E-89AD-23001E747501}" destId="{C15903CC-C8A8-404D-971B-A03CBA83C3E2}" srcOrd="0" destOrd="0" presId="urn:microsoft.com/office/officeart/2005/8/layout/vList2"/>
    <dgm:cxn modelId="{991C1094-8E26-764B-A1A0-32F8F9F85DEE}" srcId="{0A9EA43F-1E47-1C4D-8960-BE0796940F7E}" destId="{B5F8581A-F019-3D42-BCCE-A38CC7CDF636}" srcOrd="2" destOrd="0" parTransId="{B2B559B9-FF2F-9142-8176-BD6F6394BB96}" sibTransId="{DE3BFD05-3E84-704D-94A4-C039E5276045}"/>
    <dgm:cxn modelId="{BA5A919B-D2C9-3641-9930-873F2805FF26}" srcId="{0A9EA43F-1E47-1C4D-8960-BE0796940F7E}" destId="{B8134259-E2E4-444D-84CD-F33E17E7D69D}" srcOrd="3" destOrd="0" parTransId="{AAFF79D5-7626-5540-A2E3-64FA53B7A36C}" sibTransId="{F521240F-DACD-5E4F-B7B1-DED0A73642C5}"/>
    <dgm:cxn modelId="{71B9A1BF-CA92-6B44-A92E-23EA5BCD2BD7}" srcId="{0A9EA43F-1E47-1C4D-8960-BE0796940F7E}" destId="{D9177B35-0D6C-2A4E-89AD-23001E747501}" srcOrd="0" destOrd="0" parTransId="{EEF50E59-7ADF-C849-8B3E-9BBC3E7BDDAF}" sibTransId="{FCA9F29B-8DAF-074F-A3A9-BE2765037267}"/>
    <dgm:cxn modelId="{5B8A11DD-E680-1148-9A66-E22B2D101094}" srcId="{0A9EA43F-1E47-1C4D-8960-BE0796940F7E}" destId="{A2203A92-D57C-734C-AC58-02DA6CAB6D68}" srcOrd="1" destOrd="0" parTransId="{377411A4-A9AF-5946-9E71-E2790308CD68}" sibTransId="{C8BAAC51-6788-CA4C-99DC-1E12B4652E1D}"/>
    <dgm:cxn modelId="{D7DF26EA-D026-7741-9D60-184C120906B5}" type="presOf" srcId="{A2203A92-D57C-734C-AC58-02DA6CAB6D68}" destId="{FC3B0F4E-2055-814F-A2F0-00853431B300}" srcOrd="0" destOrd="0" presId="urn:microsoft.com/office/officeart/2005/8/layout/vList2"/>
    <dgm:cxn modelId="{F28979A1-0E9B-0442-8556-586F81FD858D}" type="presParOf" srcId="{0E9D4275-2D55-8042-9C43-C659936A7B89}" destId="{C15903CC-C8A8-404D-971B-A03CBA83C3E2}" srcOrd="0" destOrd="0" presId="urn:microsoft.com/office/officeart/2005/8/layout/vList2"/>
    <dgm:cxn modelId="{094ADB5B-B84F-E44E-889B-38D2C1C87F38}" type="presParOf" srcId="{0E9D4275-2D55-8042-9C43-C659936A7B89}" destId="{416C6314-C640-3545-ADC4-0AFDBE1BC7B9}" srcOrd="1" destOrd="0" presId="urn:microsoft.com/office/officeart/2005/8/layout/vList2"/>
    <dgm:cxn modelId="{2F61B267-B004-1F4E-A423-F35A302C7310}" type="presParOf" srcId="{0E9D4275-2D55-8042-9C43-C659936A7B89}" destId="{FC3B0F4E-2055-814F-A2F0-00853431B300}" srcOrd="2" destOrd="0" presId="urn:microsoft.com/office/officeart/2005/8/layout/vList2"/>
    <dgm:cxn modelId="{62E4C7FB-C3B0-3B49-A217-F42CD89080D3}" type="presParOf" srcId="{0E9D4275-2D55-8042-9C43-C659936A7B89}" destId="{2BACBA1F-AF8B-7B4C-9E48-D6394DA2D3CB}" srcOrd="3" destOrd="0" presId="urn:microsoft.com/office/officeart/2005/8/layout/vList2"/>
    <dgm:cxn modelId="{033D92F3-8D53-EB4E-B9B2-8DD753895F1F}" type="presParOf" srcId="{0E9D4275-2D55-8042-9C43-C659936A7B89}" destId="{AC006958-4BD6-164F-B899-80C7428A477D}" srcOrd="4" destOrd="0" presId="urn:microsoft.com/office/officeart/2005/8/layout/vList2"/>
    <dgm:cxn modelId="{FAC140AA-38BB-0F4E-91D2-97D0B44FCC35}" type="presParOf" srcId="{0E9D4275-2D55-8042-9C43-C659936A7B89}" destId="{DE391A85-803B-B042-8587-7108C2FE35A8}" srcOrd="5" destOrd="0" presId="urn:microsoft.com/office/officeart/2005/8/layout/vList2"/>
    <dgm:cxn modelId="{E9AF875F-B8EE-614A-9918-4CC9CB292DCF}" type="presParOf" srcId="{0E9D4275-2D55-8042-9C43-C659936A7B89}" destId="{79199F20-7CA7-E144-9840-50013BC078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8F1EE7E-0ED7-DA4D-8950-D56BF8A1B4D3}" type="doc">
      <dgm:prSet loTypeId="urn:microsoft.com/office/officeart/2008/layout/AlternatingPictureBlocks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5D908AB-8597-124F-B67F-EA898077BE69}">
      <dgm:prSet/>
      <dgm:spPr/>
      <dgm:t>
        <a:bodyPr/>
        <a:lstStyle/>
        <a:p>
          <a:r>
            <a:rPr lang="en-US" dirty="0"/>
            <a:t>Existing datasets (SCARE) </a:t>
          </a:r>
          <a:r>
            <a:rPr lang="en-US" baseline="30000" dirty="0"/>
            <a:t>[12] </a:t>
          </a:r>
          <a:r>
            <a:rPr lang="en-US" dirty="0"/>
            <a:t>  show this grounding can be annotated </a:t>
          </a:r>
        </a:p>
      </dgm:t>
    </dgm:pt>
    <dgm:pt modelId="{B699337A-0D07-4F4D-8581-708C993EA929}" type="parTrans" cxnId="{A9191273-F663-5E4F-90BB-355FA905B2E1}">
      <dgm:prSet/>
      <dgm:spPr/>
      <dgm:t>
        <a:bodyPr/>
        <a:lstStyle/>
        <a:p>
          <a:endParaRPr lang="en-US"/>
        </a:p>
      </dgm:t>
    </dgm:pt>
    <dgm:pt modelId="{6D4F5A89-A763-B34B-B242-FFC1592F43EC}" type="sibTrans" cxnId="{A9191273-F663-5E4F-90BB-355FA905B2E1}">
      <dgm:prSet/>
      <dgm:spPr/>
      <dgm:t>
        <a:bodyPr/>
        <a:lstStyle/>
        <a:p>
          <a:endParaRPr lang="en-US"/>
        </a:p>
      </dgm:t>
    </dgm:pt>
    <dgm:pt modelId="{30C0F42D-B122-A04B-A566-90D8CB5D1C42}">
      <dgm:prSet/>
      <dgm:spPr/>
      <dgm:t>
        <a:bodyPr/>
        <a:lstStyle/>
        <a:p>
          <a:r>
            <a:rPr lang="en-US"/>
            <a:t>But they do </a:t>
          </a:r>
          <a:r>
            <a:rPr lang="en-US" b="1"/>
            <a:t>not capture real-world collaborative task performance</a:t>
          </a:r>
          <a:r>
            <a:rPr lang="en-US"/>
            <a:t> </a:t>
          </a:r>
          <a:endParaRPr lang="en-US" dirty="0"/>
        </a:p>
      </dgm:t>
    </dgm:pt>
    <dgm:pt modelId="{DEB6F8FC-2882-0746-BB91-543B7C366B37}" type="parTrans" cxnId="{D2A20845-7391-E04F-8BE0-8F21537FF8E5}">
      <dgm:prSet/>
      <dgm:spPr/>
      <dgm:t>
        <a:bodyPr/>
        <a:lstStyle/>
        <a:p>
          <a:endParaRPr lang="en-US"/>
        </a:p>
      </dgm:t>
    </dgm:pt>
    <dgm:pt modelId="{D396C7D3-6B2B-A74F-B126-E9240D68FA2B}" type="sibTrans" cxnId="{D2A20845-7391-E04F-8BE0-8F21537FF8E5}">
      <dgm:prSet/>
      <dgm:spPr/>
      <dgm:t>
        <a:bodyPr/>
        <a:lstStyle/>
        <a:p>
          <a:endParaRPr lang="en-US"/>
        </a:p>
      </dgm:t>
    </dgm:pt>
    <dgm:pt modelId="{3F78F52B-E411-674F-81F9-E74DF36414E6}">
      <dgm:prSet/>
      <dgm:spPr>
        <a:solidFill>
          <a:schemeClr val="accent3"/>
        </a:solidFill>
      </dgm:spPr>
      <dgm:t>
        <a:bodyPr/>
        <a:lstStyle/>
        <a:p>
          <a:r>
            <a:rPr lang="en-US" dirty="0"/>
            <a:t>Other CR datasets are also: </a:t>
          </a:r>
        </a:p>
      </dgm:t>
    </dgm:pt>
    <dgm:pt modelId="{C0632855-2C2E-F14E-9032-74F43CD6574C}" type="parTrans" cxnId="{595BA96D-C8D5-9441-A43D-F1B0776B030A}">
      <dgm:prSet/>
      <dgm:spPr/>
      <dgm:t>
        <a:bodyPr/>
        <a:lstStyle/>
        <a:p>
          <a:endParaRPr lang="en-US"/>
        </a:p>
      </dgm:t>
    </dgm:pt>
    <dgm:pt modelId="{129AE27B-59ED-B54E-BD4A-B33CEC355243}" type="sibTrans" cxnId="{595BA96D-C8D5-9441-A43D-F1B0776B030A}">
      <dgm:prSet/>
      <dgm:spPr/>
      <dgm:t>
        <a:bodyPr/>
        <a:lstStyle/>
        <a:p>
          <a:endParaRPr lang="en-US"/>
        </a:p>
      </dgm:t>
    </dgm:pt>
    <dgm:pt modelId="{C2DF1BC3-3561-4047-BE23-709C3B16F86D}">
      <dgm:prSet/>
      <dgm:spPr>
        <a:solidFill>
          <a:schemeClr val="accent3"/>
        </a:solidFill>
      </dgm:spPr>
      <dgm:t>
        <a:bodyPr/>
        <a:lstStyle/>
        <a:p>
          <a:r>
            <a:rPr lang="en-US" b="1"/>
            <a:t>asynchronous</a:t>
          </a:r>
          <a:r>
            <a:rPr lang="en-US"/>
            <a:t> </a:t>
          </a:r>
        </a:p>
      </dgm:t>
    </dgm:pt>
    <dgm:pt modelId="{CF83DB79-C93A-CB4A-80C6-D97D5EC26F57}" type="parTrans" cxnId="{61803A17-18DF-3942-A1A1-505584938DD7}">
      <dgm:prSet/>
      <dgm:spPr/>
      <dgm:t>
        <a:bodyPr/>
        <a:lstStyle/>
        <a:p>
          <a:endParaRPr lang="en-US"/>
        </a:p>
      </dgm:t>
    </dgm:pt>
    <dgm:pt modelId="{9C32D469-36EE-E844-B9F3-62C653810373}" type="sibTrans" cxnId="{61803A17-18DF-3942-A1A1-505584938DD7}">
      <dgm:prSet/>
      <dgm:spPr/>
      <dgm:t>
        <a:bodyPr/>
        <a:lstStyle/>
        <a:p>
          <a:endParaRPr lang="en-US"/>
        </a:p>
      </dgm:t>
    </dgm:pt>
    <dgm:pt modelId="{11316C16-3EC8-924A-9A50-59BC6F127CB4}">
      <dgm:prSet/>
      <dgm:spPr>
        <a:solidFill>
          <a:schemeClr val="accent3"/>
        </a:solidFill>
      </dgm:spPr>
      <dgm:t>
        <a:bodyPr/>
        <a:lstStyle/>
        <a:p>
          <a:r>
            <a:rPr lang="en-US" b="1" dirty="0"/>
            <a:t>single-turn</a:t>
          </a:r>
          <a:r>
            <a:rPr lang="en-US" dirty="0"/>
            <a:t> </a:t>
          </a:r>
        </a:p>
      </dgm:t>
    </dgm:pt>
    <dgm:pt modelId="{4671B8D4-B2FD-3F49-9E5E-27612A06D292}" type="parTrans" cxnId="{462E2C00-75E2-B74A-894C-6A994AC53779}">
      <dgm:prSet/>
      <dgm:spPr/>
      <dgm:t>
        <a:bodyPr/>
        <a:lstStyle/>
        <a:p>
          <a:endParaRPr lang="en-US"/>
        </a:p>
      </dgm:t>
    </dgm:pt>
    <dgm:pt modelId="{3A0C11FE-497E-2A41-8A23-4DA4DCD7A246}" type="sibTrans" cxnId="{462E2C00-75E2-B74A-894C-6A994AC53779}">
      <dgm:prSet/>
      <dgm:spPr/>
      <dgm:t>
        <a:bodyPr/>
        <a:lstStyle/>
        <a:p>
          <a:endParaRPr lang="en-US"/>
        </a:p>
      </dgm:t>
    </dgm:pt>
    <dgm:pt modelId="{70FA2FA5-A0BB-9A40-8558-A0598F925D97}">
      <dgm:prSet/>
      <dgm:spPr>
        <a:solidFill>
          <a:schemeClr val="accent3"/>
        </a:solidFill>
      </dgm:spPr>
      <dgm:t>
        <a:bodyPr/>
        <a:lstStyle/>
        <a:p>
          <a:r>
            <a:rPr lang="en-US" b="1"/>
            <a:t>not built for collaborative task-oriented dialogue</a:t>
          </a:r>
          <a:r>
            <a:rPr lang="en-US"/>
            <a:t> </a:t>
          </a:r>
        </a:p>
      </dgm:t>
    </dgm:pt>
    <dgm:pt modelId="{C36B18F0-EC70-E94E-B6A3-0ECB40FE655C}" type="parTrans" cxnId="{1198077A-616A-414A-ADCC-F6D0739AFB69}">
      <dgm:prSet/>
      <dgm:spPr/>
      <dgm:t>
        <a:bodyPr/>
        <a:lstStyle/>
        <a:p>
          <a:endParaRPr lang="en-US"/>
        </a:p>
      </dgm:t>
    </dgm:pt>
    <dgm:pt modelId="{F640E940-4876-0549-9467-CDC245786618}" type="sibTrans" cxnId="{1198077A-616A-414A-ADCC-F6D0739AFB69}">
      <dgm:prSet/>
      <dgm:spPr/>
      <dgm:t>
        <a:bodyPr/>
        <a:lstStyle/>
        <a:p>
          <a:endParaRPr lang="en-US"/>
        </a:p>
      </dgm:t>
    </dgm:pt>
    <dgm:pt modelId="{65A2C579-CFAF-DD4D-9E00-EA305777244C}" type="pres">
      <dgm:prSet presAssocID="{A8F1EE7E-0ED7-DA4D-8950-D56BF8A1B4D3}" presName="linearFlow" presStyleCnt="0">
        <dgm:presLayoutVars>
          <dgm:dir/>
          <dgm:resizeHandles val="exact"/>
        </dgm:presLayoutVars>
      </dgm:prSet>
      <dgm:spPr/>
    </dgm:pt>
    <dgm:pt modelId="{FBBCD0EB-FB88-3341-9E65-ECD3454ECD92}" type="pres">
      <dgm:prSet presAssocID="{65D908AB-8597-124F-B67F-EA898077BE69}" presName="comp" presStyleCnt="0"/>
      <dgm:spPr/>
    </dgm:pt>
    <dgm:pt modelId="{2DEF2AF4-C7C3-C94A-9A5C-7678E24FF447}" type="pres">
      <dgm:prSet presAssocID="{65D908AB-8597-124F-B67F-EA898077BE69}" presName="rect2" presStyleLbl="node1" presStyleIdx="0" presStyleCnt="3">
        <dgm:presLayoutVars>
          <dgm:bulletEnabled val="1"/>
        </dgm:presLayoutVars>
      </dgm:prSet>
      <dgm:spPr/>
    </dgm:pt>
    <dgm:pt modelId="{AB061B83-FD1C-BE4D-A4DB-52DB5D21D582}" type="pres">
      <dgm:prSet presAssocID="{65D908AB-8597-124F-B67F-EA898077BE69}" presName="rect1" presStyleLbl="ln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0F0F635-DF0A-2441-8C36-DFA50E156497}" type="pres">
      <dgm:prSet presAssocID="{6D4F5A89-A763-B34B-B242-FFC1592F43EC}" presName="sibTrans" presStyleCnt="0"/>
      <dgm:spPr/>
    </dgm:pt>
    <dgm:pt modelId="{F736AA0D-2A0F-DC42-B480-2ADF0CF92B74}" type="pres">
      <dgm:prSet presAssocID="{30C0F42D-B122-A04B-A566-90D8CB5D1C42}" presName="comp" presStyleCnt="0"/>
      <dgm:spPr/>
    </dgm:pt>
    <dgm:pt modelId="{79984167-7BCB-F443-9BA0-1AE2466C2C7A}" type="pres">
      <dgm:prSet presAssocID="{30C0F42D-B122-A04B-A566-90D8CB5D1C42}" presName="rect2" presStyleLbl="node1" presStyleIdx="1" presStyleCnt="3">
        <dgm:presLayoutVars>
          <dgm:bulletEnabled val="1"/>
        </dgm:presLayoutVars>
      </dgm:prSet>
      <dgm:spPr/>
    </dgm:pt>
    <dgm:pt modelId="{09A5AAE8-99DE-454F-A811-25758908A8F2}" type="pres">
      <dgm:prSet presAssocID="{30C0F42D-B122-A04B-A566-90D8CB5D1C42}" presName="rect1" presStyleLbl="ln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5726BC4-E3E4-B54B-A3C4-293052847664}" type="pres">
      <dgm:prSet presAssocID="{D396C7D3-6B2B-A74F-B126-E9240D68FA2B}" presName="sibTrans" presStyleCnt="0"/>
      <dgm:spPr/>
    </dgm:pt>
    <dgm:pt modelId="{82DE4220-9A44-7043-9EAC-5D278CF644C7}" type="pres">
      <dgm:prSet presAssocID="{3F78F52B-E411-674F-81F9-E74DF36414E6}" presName="comp" presStyleCnt="0"/>
      <dgm:spPr/>
    </dgm:pt>
    <dgm:pt modelId="{642016AB-BBB4-1E46-A203-87CA57FF2716}" type="pres">
      <dgm:prSet presAssocID="{3F78F52B-E411-674F-81F9-E74DF36414E6}" presName="rect2" presStyleLbl="node1" presStyleIdx="2" presStyleCnt="3">
        <dgm:presLayoutVars>
          <dgm:bulletEnabled val="1"/>
        </dgm:presLayoutVars>
      </dgm:prSet>
      <dgm:spPr/>
    </dgm:pt>
    <dgm:pt modelId="{F0B0A105-F708-EC43-A7BA-C9DE3E493534}" type="pres">
      <dgm:prSet presAssocID="{3F78F52B-E411-674F-81F9-E74DF36414E6}" presName="rect1" presStyleLbl="ln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</dgm:ptLst>
  <dgm:cxnLst>
    <dgm:cxn modelId="{462E2C00-75E2-B74A-894C-6A994AC53779}" srcId="{3F78F52B-E411-674F-81F9-E74DF36414E6}" destId="{11316C16-3EC8-924A-9A50-59BC6F127CB4}" srcOrd="1" destOrd="0" parTransId="{4671B8D4-B2FD-3F49-9E5E-27612A06D292}" sibTransId="{3A0C11FE-497E-2A41-8A23-4DA4DCD7A246}"/>
    <dgm:cxn modelId="{61803A17-18DF-3942-A1A1-505584938DD7}" srcId="{3F78F52B-E411-674F-81F9-E74DF36414E6}" destId="{C2DF1BC3-3561-4047-BE23-709C3B16F86D}" srcOrd="0" destOrd="0" parTransId="{CF83DB79-C93A-CB4A-80C6-D97D5EC26F57}" sibTransId="{9C32D469-36EE-E844-B9F3-62C653810373}"/>
    <dgm:cxn modelId="{5DE43441-83DE-AE41-93C0-E9C16F48A1A8}" type="presOf" srcId="{11316C16-3EC8-924A-9A50-59BC6F127CB4}" destId="{642016AB-BBB4-1E46-A203-87CA57FF2716}" srcOrd="0" destOrd="2" presId="urn:microsoft.com/office/officeart/2008/layout/AlternatingPictureBlocks"/>
    <dgm:cxn modelId="{D2A20845-7391-E04F-8BE0-8F21537FF8E5}" srcId="{A8F1EE7E-0ED7-DA4D-8950-D56BF8A1B4D3}" destId="{30C0F42D-B122-A04B-A566-90D8CB5D1C42}" srcOrd="1" destOrd="0" parTransId="{DEB6F8FC-2882-0746-BB91-543B7C366B37}" sibTransId="{D396C7D3-6B2B-A74F-B126-E9240D68FA2B}"/>
    <dgm:cxn modelId="{CA113B60-9AFE-3449-ADBE-0B7545B59983}" type="presOf" srcId="{65D908AB-8597-124F-B67F-EA898077BE69}" destId="{2DEF2AF4-C7C3-C94A-9A5C-7678E24FF447}" srcOrd="0" destOrd="0" presId="urn:microsoft.com/office/officeart/2008/layout/AlternatingPictureBlocks"/>
    <dgm:cxn modelId="{595BA96D-C8D5-9441-A43D-F1B0776B030A}" srcId="{A8F1EE7E-0ED7-DA4D-8950-D56BF8A1B4D3}" destId="{3F78F52B-E411-674F-81F9-E74DF36414E6}" srcOrd="2" destOrd="0" parTransId="{C0632855-2C2E-F14E-9032-74F43CD6574C}" sibTransId="{129AE27B-59ED-B54E-BD4A-B33CEC355243}"/>
    <dgm:cxn modelId="{A9191273-F663-5E4F-90BB-355FA905B2E1}" srcId="{A8F1EE7E-0ED7-DA4D-8950-D56BF8A1B4D3}" destId="{65D908AB-8597-124F-B67F-EA898077BE69}" srcOrd="0" destOrd="0" parTransId="{B699337A-0D07-4F4D-8581-708C993EA929}" sibTransId="{6D4F5A89-A763-B34B-B242-FFC1592F43EC}"/>
    <dgm:cxn modelId="{B0DA5773-1305-924A-9300-2154CA5866CB}" type="presOf" srcId="{3F78F52B-E411-674F-81F9-E74DF36414E6}" destId="{642016AB-BBB4-1E46-A203-87CA57FF2716}" srcOrd="0" destOrd="0" presId="urn:microsoft.com/office/officeart/2008/layout/AlternatingPictureBlocks"/>
    <dgm:cxn modelId="{1198077A-616A-414A-ADCC-F6D0739AFB69}" srcId="{3F78F52B-E411-674F-81F9-E74DF36414E6}" destId="{70FA2FA5-A0BB-9A40-8558-A0598F925D97}" srcOrd="2" destOrd="0" parTransId="{C36B18F0-EC70-E94E-B6A3-0ECB40FE655C}" sibTransId="{F640E940-4876-0549-9467-CDC245786618}"/>
    <dgm:cxn modelId="{E208AA7B-7736-7F43-86DF-F8F9672D8A47}" type="presOf" srcId="{30C0F42D-B122-A04B-A566-90D8CB5D1C42}" destId="{79984167-7BCB-F443-9BA0-1AE2466C2C7A}" srcOrd="0" destOrd="0" presId="urn:microsoft.com/office/officeart/2008/layout/AlternatingPictureBlocks"/>
    <dgm:cxn modelId="{C15DCC80-5A5C-1C46-9029-7ECA90B65B24}" type="presOf" srcId="{C2DF1BC3-3561-4047-BE23-709C3B16F86D}" destId="{642016AB-BBB4-1E46-A203-87CA57FF2716}" srcOrd="0" destOrd="1" presId="urn:microsoft.com/office/officeart/2008/layout/AlternatingPictureBlocks"/>
    <dgm:cxn modelId="{E025BAD1-8834-FC4D-A2DA-9C8AA7B6BC34}" type="presOf" srcId="{A8F1EE7E-0ED7-DA4D-8950-D56BF8A1B4D3}" destId="{65A2C579-CFAF-DD4D-9E00-EA305777244C}" srcOrd="0" destOrd="0" presId="urn:microsoft.com/office/officeart/2008/layout/AlternatingPictureBlocks"/>
    <dgm:cxn modelId="{F2C5FBE0-61B8-9949-B267-DA29302FD8AA}" type="presOf" srcId="{70FA2FA5-A0BB-9A40-8558-A0598F925D97}" destId="{642016AB-BBB4-1E46-A203-87CA57FF2716}" srcOrd="0" destOrd="3" presId="urn:microsoft.com/office/officeart/2008/layout/AlternatingPictureBlocks"/>
    <dgm:cxn modelId="{F45881C7-D078-EF4B-8467-6D697C6F0ABC}" type="presParOf" srcId="{65A2C579-CFAF-DD4D-9E00-EA305777244C}" destId="{FBBCD0EB-FB88-3341-9E65-ECD3454ECD92}" srcOrd="0" destOrd="0" presId="urn:microsoft.com/office/officeart/2008/layout/AlternatingPictureBlocks"/>
    <dgm:cxn modelId="{32E52F6E-DE84-C94D-B87C-92208C6ADE6B}" type="presParOf" srcId="{FBBCD0EB-FB88-3341-9E65-ECD3454ECD92}" destId="{2DEF2AF4-C7C3-C94A-9A5C-7678E24FF447}" srcOrd="0" destOrd="0" presId="urn:microsoft.com/office/officeart/2008/layout/AlternatingPictureBlocks"/>
    <dgm:cxn modelId="{F3EA851B-33F1-8141-955B-0DD8FFB76282}" type="presParOf" srcId="{FBBCD0EB-FB88-3341-9E65-ECD3454ECD92}" destId="{AB061B83-FD1C-BE4D-A4DB-52DB5D21D582}" srcOrd="1" destOrd="0" presId="urn:microsoft.com/office/officeart/2008/layout/AlternatingPictureBlocks"/>
    <dgm:cxn modelId="{856F7496-7342-6540-AA7B-40CDA4BD33C6}" type="presParOf" srcId="{65A2C579-CFAF-DD4D-9E00-EA305777244C}" destId="{F0F0F635-DF0A-2441-8C36-DFA50E156497}" srcOrd="1" destOrd="0" presId="urn:microsoft.com/office/officeart/2008/layout/AlternatingPictureBlocks"/>
    <dgm:cxn modelId="{CDF4781A-68BC-B144-B044-0555549742EF}" type="presParOf" srcId="{65A2C579-CFAF-DD4D-9E00-EA305777244C}" destId="{F736AA0D-2A0F-DC42-B480-2ADF0CF92B74}" srcOrd="2" destOrd="0" presId="urn:microsoft.com/office/officeart/2008/layout/AlternatingPictureBlocks"/>
    <dgm:cxn modelId="{A3DC2F16-1834-F647-B905-A52E198C076E}" type="presParOf" srcId="{F736AA0D-2A0F-DC42-B480-2ADF0CF92B74}" destId="{79984167-7BCB-F443-9BA0-1AE2466C2C7A}" srcOrd="0" destOrd="0" presId="urn:microsoft.com/office/officeart/2008/layout/AlternatingPictureBlocks"/>
    <dgm:cxn modelId="{03EA1F1A-718F-BF46-BEE4-0449BC079CD9}" type="presParOf" srcId="{F736AA0D-2A0F-DC42-B480-2ADF0CF92B74}" destId="{09A5AAE8-99DE-454F-A811-25758908A8F2}" srcOrd="1" destOrd="0" presId="urn:microsoft.com/office/officeart/2008/layout/AlternatingPictureBlocks"/>
    <dgm:cxn modelId="{FFDBCC79-96EB-4B4C-A2EA-90A749AEFAB8}" type="presParOf" srcId="{65A2C579-CFAF-DD4D-9E00-EA305777244C}" destId="{F5726BC4-E3E4-B54B-A3C4-293052847664}" srcOrd="3" destOrd="0" presId="urn:microsoft.com/office/officeart/2008/layout/AlternatingPictureBlocks"/>
    <dgm:cxn modelId="{E2A8E96A-097A-7447-B53C-F612DB741D67}" type="presParOf" srcId="{65A2C579-CFAF-DD4D-9E00-EA305777244C}" destId="{82DE4220-9A44-7043-9EAC-5D278CF644C7}" srcOrd="4" destOrd="0" presId="urn:microsoft.com/office/officeart/2008/layout/AlternatingPictureBlocks"/>
    <dgm:cxn modelId="{A9131324-F7CE-ED40-978D-ECE9CFA9D0AA}" type="presParOf" srcId="{82DE4220-9A44-7043-9EAC-5D278CF644C7}" destId="{642016AB-BBB4-1E46-A203-87CA57FF2716}" srcOrd="0" destOrd="0" presId="urn:microsoft.com/office/officeart/2008/layout/AlternatingPictureBlocks"/>
    <dgm:cxn modelId="{793FE99E-A334-3949-BA77-29288FCCD05D}" type="presParOf" srcId="{82DE4220-9A44-7043-9EAC-5D278CF644C7}" destId="{F0B0A105-F708-EC43-A7BA-C9DE3E493534}" srcOrd="1" destOrd="0" presId="urn:microsoft.com/office/officeart/2008/layout/AlternatingPictureBlocks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9A638D0-1FC4-7C4D-A987-085FD9EF89B7}" type="doc">
      <dgm:prSet loTypeId="urn:microsoft.com/office/officeart/2005/8/layout/process4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6D07A3-CDF4-CD43-B4A4-3795DCC4014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Pilot round: 447 utterances</a:t>
          </a:r>
        </a:p>
      </dgm:t>
    </dgm:pt>
    <dgm:pt modelId="{33AD73C6-60B1-AA4D-A4D7-A428C9E7A010}" type="parTrans" cxnId="{4151D4E7-CE42-C746-9B75-CDF49361364C}">
      <dgm:prSet/>
      <dgm:spPr/>
      <dgm:t>
        <a:bodyPr/>
        <a:lstStyle/>
        <a:p>
          <a:endParaRPr lang="en-US"/>
        </a:p>
      </dgm:t>
    </dgm:pt>
    <dgm:pt modelId="{4C4203ED-27E7-744A-BBA2-209561F34B0F}" type="sibTrans" cxnId="{4151D4E7-CE42-C746-9B75-CDF49361364C}">
      <dgm:prSet/>
      <dgm:spPr/>
      <dgm:t>
        <a:bodyPr/>
        <a:lstStyle/>
        <a:p>
          <a:endParaRPr lang="en-US"/>
        </a:p>
      </dgm:t>
    </dgm:pt>
    <dgm:pt modelId="{577B5A9B-77C9-AD4B-8061-A3662B57E134}">
      <dgm:prSet phldrT="[Text]"/>
      <dgm:spPr/>
      <dgm:t>
        <a:bodyPr/>
        <a:lstStyle/>
        <a:p>
          <a:r>
            <a:rPr lang="en-US" dirty="0"/>
            <a:t>First round: 565 utterances</a:t>
          </a:r>
        </a:p>
      </dgm:t>
    </dgm:pt>
    <dgm:pt modelId="{A917FA2E-95AE-0F4A-B85D-8124D0A6EA32}" type="parTrans" cxnId="{0963DA70-4B77-4540-9CB6-38C68966582F}">
      <dgm:prSet/>
      <dgm:spPr/>
      <dgm:t>
        <a:bodyPr/>
        <a:lstStyle/>
        <a:p>
          <a:endParaRPr lang="en-US"/>
        </a:p>
      </dgm:t>
    </dgm:pt>
    <dgm:pt modelId="{20F8B7DA-9564-EB43-9DBF-67E1539B7F76}" type="sibTrans" cxnId="{0963DA70-4B77-4540-9CB6-38C68966582F}">
      <dgm:prSet/>
      <dgm:spPr/>
      <dgm:t>
        <a:bodyPr/>
        <a:lstStyle/>
        <a:p>
          <a:endParaRPr lang="en-US"/>
        </a:p>
      </dgm:t>
    </dgm:pt>
    <dgm:pt modelId="{A679D37D-0185-124C-854B-C08D3127C2CE}">
      <dgm:prSet phldrT="[Text]"/>
      <dgm:spPr/>
      <dgm:t>
        <a:bodyPr/>
        <a:lstStyle/>
        <a:p>
          <a:r>
            <a:rPr lang="en-US" dirty="0"/>
            <a:t>Disagreements resolved through adjudication before obtaining final labels</a:t>
          </a:r>
        </a:p>
      </dgm:t>
    </dgm:pt>
    <dgm:pt modelId="{61D2435B-D252-984A-BBA4-12A7EDE7B71D}" type="parTrans" cxnId="{39F7F2C1-07B3-854F-911B-90895FDCF476}">
      <dgm:prSet/>
      <dgm:spPr/>
      <dgm:t>
        <a:bodyPr/>
        <a:lstStyle/>
        <a:p>
          <a:endParaRPr lang="en-US"/>
        </a:p>
      </dgm:t>
    </dgm:pt>
    <dgm:pt modelId="{1234D0F9-E3E5-C945-B4D1-1FEEE4DAC298}" type="sibTrans" cxnId="{39F7F2C1-07B3-854F-911B-90895FDCF476}">
      <dgm:prSet/>
      <dgm:spPr/>
      <dgm:t>
        <a:bodyPr/>
        <a:lstStyle/>
        <a:p>
          <a:endParaRPr lang="en-US"/>
        </a:p>
      </dgm:t>
    </dgm:pt>
    <dgm:pt modelId="{CC1D7F5E-7855-654A-89A6-AFC2D9F95C4F}">
      <dgm:prSet phldrT="[Text]"/>
      <dgm:spPr/>
      <dgm:t>
        <a:bodyPr/>
        <a:lstStyle/>
        <a:p>
          <a:r>
            <a:rPr lang="el-GR" b="1" dirty="0"/>
            <a:t>κ = 0.89</a:t>
          </a:r>
          <a:r>
            <a:rPr lang="el-GR" dirty="0"/>
            <a:t> </a:t>
          </a:r>
          <a:r>
            <a:rPr lang="en-US" dirty="0"/>
            <a:t>for CR identification </a:t>
          </a:r>
        </a:p>
      </dgm:t>
    </dgm:pt>
    <dgm:pt modelId="{11B533F7-E96C-1640-9D48-E69290B59766}" type="parTrans" cxnId="{587FD98B-23C5-184F-8A75-0C06F924F437}">
      <dgm:prSet/>
      <dgm:spPr/>
      <dgm:t>
        <a:bodyPr/>
        <a:lstStyle/>
        <a:p>
          <a:endParaRPr lang="en-US"/>
        </a:p>
      </dgm:t>
    </dgm:pt>
    <dgm:pt modelId="{7282EDE7-8EEC-1843-8177-8327B25B0FF0}" type="sibTrans" cxnId="{587FD98B-23C5-184F-8A75-0C06F924F437}">
      <dgm:prSet/>
      <dgm:spPr/>
      <dgm:t>
        <a:bodyPr/>
        <a:lstStyle/>
        <a:p>
          <a:endParaRPr lang="en-US"/>
        </a:p>
      </dgm:t>
    </dgm:pt>
    <dgm:pt modelId="{5287E826-7013-DB4E-8C57-D7461537B3F6}">
      <dgm:prSet phldrT="[Text]"/>
      <dgm:spPr/>
      <dgm:t>
        <a:bodyPr/>
        <a:lstStyle/>
        <a:p>
          <a:r>
            <a:rPr lang="el-GR" b="1" dirty="0"/>
            <a:t>κ = 0.64</a:t>
          </a:r>
          <a:r>
            <a:rPr lang="el-GR" dirty="0"/>
            <a:t> </a:t>
          </a:r>
          <a:r>
            <a:rPr lang="en-US" dirty="0"/>
            <a:t>for grounding modality   </a:t>
          </a:r>
        </a:p>
      </dgm:t>
    </dgm:pt>
    <dgm:pt modelId="{6DF01064-0E97-FB45-8EAF-554A6CCDA621}" type="parTrans" cxnId="{29A09266-E500-6847-A87A-6AA3C1E83A09}">
      <dgm:prSet/>
      <dgm:spPr/>
      <dgm:t>
        <a:bodyPr/>
        <a:lstStyle/>
        <a:p>
          <a:endParaRPr lang="en-US"/>
        </a:p>
      </dgm:t>
    </dgm:pt>
    <dgm:pt modelId="{654A3BB1-DA54-E641-AF23-04F22ED57A34}" type="sibTrans" cxnId="{29A09266-E500-6847-A87A-6AA3C1E83A09}">
      <dgm:prSet/>
      <dgm:spPr/>
      <dgm:t>
        <a:bodyPr/>
        <a:lstStyle/>
        <a:p>
          <a:endParaRPr lang="en-US"/>
        </a:p>
      </dgm:t>
    </dgm:pt>
    <dgm:pt modelId="{12CBAD52-5C83-CD44-8773-30224CE2A97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Disagreements resolved through discussion</a:t>
          </a:r>
        </a:p>
      </dgm:t>
    </dgm:pt>
    <dgm:pt modelId="{E1E1DE4F-4DD2-E94B-9775-55890716E169}" type="parTrans" cxnId="{DB357E38-9608-6848-9120-46445EF5781C}">
      <dgm:prSet/>
      <dgm:spPr/>
      <dgm:t>
        <a:bodyPr/>
        <a:lstStyle/>
        <a:p>
          <a:endParaRPr lang="en-US"/>
        </a:p>
      </dgm:t>
    </dgm:pt>
    <dgm:pt modelId="{0D169C6B-92A8-904E-99A6-C0C042485E76}" type="sibTrans" cxnId="{DB357E38-9608-6848-9120-46445EF5781C}">
      <dgm:prSet/>
      <dgm:spPr/>
      <dgm:t>
        <a:bodyPr/>
        <a:lstStyle/>
        <a:p>
          <a:endParaRPr lang="en-US"/>
        </a:p>
      </dgm:t>
    </dgm:pt>
    <dgm:pt modelId="{68C927D5-C498-F342-A761-22A69A595F00}" type="pres">
      <dgm:prSet presAssocID="{B9A638D0-1FC4-7C4D-A987-085FD9EF89B7}" presName="Name0" presStyleCnt="0">
        <dgm:presLayoutVars>
          <dgm:dir/>
          <dgm:animLvl val="lvl"/>
          <dgm:resizeHandles val="exact"/>
        </dgm:presLayoutVars>
      </dgm:prSet>
      <dgm:spPr/>
    </dgm:pt>
    <dgm:pt modelId="{41749662-93E4-2A4B-BED4-E3D08FC0EDC9}" type="pres">
      <dgm:prSet presAssocID="{A679D37D-0185-124C-854B-C08D3127C2CE}" presName="boxAndChildren" presStyleCnt="0"/>
      <dgm:spPr/>
    </dgm:pt>
    <dgm:pt modelId="{ABD6C001-48BD-544E-959A-374E2109521F}" type="pres">
      <dgm:prSet presAssocID="{A679D37D-0185-124C-854B-C08D3127C2CE}" presName="parentTextBox" presStyleLbl="node1" presStyleIdx="0" presStyleCnt="3"/>
      <dgm:spPr/>
    </dgm:pt>
    <dgm:pt modelId="{558EBD84-015F-FE4E-8BF3-62F28AF894E2}" type="pres">
      <dgm:prSet presAssocID="{20F8B7DA-9564-EB43-9DBF-67E1539B7F76}" presName="sp" presStyleCnt="0"/>
      <dgm:spPr/>
    </dgm:pt>
    <dgm:pt modelId="{AD60026E-5875-ED46-A6A3-7FAA95142A5B}" type="pres">
      <dgm:prSet presAssocID="{577B5A9B-77C9-AD4B-8061-A3662B57E134}" presName="arrowAndChildren" presStyleCnt="0"/>
      <dgm:spPr/>
    </dgm:pt>
    <dgm:pt modelId="{E3A566F3-1143-A348-957F-C582EB9017C5}" type="pres">
      <dgm:prSet presAssocID="{577B5A9B-77C9-AD4B-8061-A3662B57E134}" presName="parentTextArrow" presStyleLbl="node1" presStyleIdx="0" presStyleCnt="3"/>
      <dgm:spPr/>
    </dgm:pt>
    <dgm:pt modelId="{E951C0C0-BB95-2A4D-99F9-DD3DAEB820B4}" type="pres">
      <dgm:prSet presAssocID="{577B5A9B-77C9-AD4B-8061-A3662B57E134}" presName="arrow" presStyleLbl="node1" presStyleIdx="1" presStyleCnt="3"/>
      <dgm:spPr/>
    </dgm:pt>
    <dgm:pt modelId="{4669CBDB-32A5-494F-B121-8908EB7CD017}" type="pres">
      <dgm:prSet presAssocID="{577B5A9B-77C9-AD4B-8061-A3662B57E134}" presName="descendantArrow" presStyleCnt="0"/>
      <dgm:spPr/>
    </dgm:pt>
    <dgm:pt modelId="{6F14BF5F-5312-9F4E-973E-C513424773ED}" type="pres">
      <dgm:prSet presAssocID="{CC1D7F5E-7855-654A-89A6-AFC2D9F95C4F}" presName="childTextArrow" presStyleLbl="fgAccFollowNode1" presStyleIdx="0" presStyleCnt="3">
        <dgm:presLayoutVars>
          <dgm:bulletEnabled val="1"/>
        </dgm:presLayoutVars>
      </dgm:prSet>
      <dgm:spPr/>
    </dgm:pt>
    <dgm:pt modelId="{D44EF392-2AE9-1946-9477-B2ECB1DAAA2F}" type="pres">
      <dgm:prSet presAssocID="{5287E826-7013-DB4E-8C57-D7461537B3F6}" presName="childTextArrow" presStyleLbl="fgAccFollowNode1" presStyleIdx="1" presStyleCnt="3">
        <dgm:presLayoutVars>
          <dgm:bulletEnabled val="1"/>
        </dgm:presLayoutVars>
      </dgm:prSet>
      <dgm:spPr/>
    </dgm:pt>
    <dgm:pt modelId="{9B6F52C3-97B0-CE42-BE36-14A1F2109B98}" type="pres">
      <dgm:prSet presAssocID="{4C4203ED-27E7-744A-BBA2-209561F34B0F}" presName="sp" presStyleCnt="0"/>
      <dgm:spPr/>
    </dgm:pt>
    <dgm:pt modelId="{7B57FB0A-BA96-0643-A58F-BC903A4CC720}" type="pres">
      <dgm:prSet presAssocID="{9C6D07A3-CDF4-CD43-B4A4-3795DCC40148}" presName="arrowAndChildren" presStyleCnt="0"/>
      <dgm:spPr/>
    </dgm:pt>
    <dgm:pt modelId="{2C9F0BE3-667E-2641-A047-FEA8E17035E9}" type="pres">
      <dgm:prSet presAssocID="{9C6D07A3-CDF4-CD43-B4A4-3795DCC40148}" presName="parentTextArrow" presStyleLbl="node1" presStyleIdx="1" presStyleCnt="3"/>
      <dgm:spPr/>
    </dgm:pt>
    <dgm:pt modelId="{520ABF8C-2194-D543-B4D5-DFD2430FF03D}" type="pres">
      <dgm:prSet presAssocID="{9C6D07A3-CDF4-CD43-B4A4-3795DCC40148}" presName="arrow" presStyleLbl="node1" presStyleIdx="2" presStyleCnt="3"/>
      <dgm:spPr/>
    </dgm:pt>
    <dgm:pt modelId="{07A2D836-37D9-FE40-B45F-D89E4811DF04}" type="pres">
      <dgm:prSet presAssocID="{9C6D07A3-CDF4-CD43-B4A4-3795DCC40148}" presName="descendantArrow" presStyleCnt="0"/>
      <dgm:spPr/>
    </dgm:pt>
    <dgm:pt modelId="{40EF6C02-061F-244A-8EC2-537C15DD7DC3}" type="pres">
      <dgm:prSet presAssocID="{12CBAD52-5C83-CD44-8773-30224CE2A97C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34C09602-74C5-B74B-94D6-1B26734E4F1C}" type="presOf" srcId="{CC1D7F5E-7855-654A-89A6-AFC2D9F95C4F}" destId="{6F14BF5F-5312-9F4E-973E-C513424773ED}" srcOrd="0" destOrd="0" presId="urn:microsoft.com/office/officeart/2005/8/layout/process4"/>
    <dgm:cxn modelId="{E9E0671C-6E82-694B-9255-3C416010F78B}" type="presOf" srcId="{577B5A9B-77C9-AD4B-8061-A3662B57E134}" destId="{E3A566F3-1143-A348-957F-C582EB9017C5}" srcOrd="0" destOrd="0" presId="urn:microsoft.com/office/officeart/2005/8/layout/process4"/>
    <dgm:cxn modelId="{B5B5E225-F38B-9B46-A45F-04556E090B27}" type="presOf" srcId="{9C6D07A3-CDF4-CD43-B4A4-3795DCC40148}" destId="{520ABF8C-2194-D543-B4D5-DFD2430FF03D}" srcOrd="1" destOrd="0" presId="urn:microsoft.com/office/officeart/2005/8/layout/process4"/>
    <dgm:cxn modelId="{433B7937-8039-0B4C-A735-68145F686482}" type="presOf" srcId="{9C6D07A3-CDF4-CD43-B4A4-3795DCC40148}" destId="{2C9F0BE3-667E-2641-A047-FEA8E17035E9}" srcOrd="0" destOrd="0" presId="urn:microsoft.com/office/officeart/2005/8/layout/process4"/>
    <dgm:cxn modelId="{DB357E38-9608-6848-9120-46445EF5781C}" srcId="{9C6D07A3-CDF4-CD43-B4A4-3795DCC40148}" destId="{12CBAD52-5C83-CD44-8773-30224CE2A97C}" srcOrd="0" destOrd="0" parTransId="{E1E1DE4F-4DD2-E94B-9775-55890716E169}" sibTransId="{0D169C6B-92A8-904E-99A6-C0C042485E76}"/>
    <dgm:cxn modelId="{E2856261-FE44-1746-B85D-EFC4948A4E1B}" type="presOf" srcId="{5287E826-7013-DB4E-8C57-D7461537B3F6}" destId="{D44EF392-2AE9-1946-9477-B2ECB1DAAA2F}" srcOrd="0" destOrd="0" presId="urn:microsoft.com/office/officeart/2005/8/layout/process4"/>
    <dgm:cxn modelId="{29A09266-E500-6847-A87A-6AA3C1E83A09}" srcId="{577B5A9B-77C9-AD4B-8061-A3662B57E134}" destId="{5287E826-7013-DB4E-8C57-D7461537B3F6}" srcOrd="1" destOrd="0" parTransId="{6DF01064-0E97-FB45-8EAF-554A6CCDA621}" sibTransId="{654A3BB1-DA54-E641-AF23-04F22ED57A34}"/>
    <dgm:cxn modelId="{0963DA70-4B77-4540-9CB6-38C68966582F}" srcId="{B9A638D0-1FC4-7C4D-A987-085FD9EF89B7}" destId="{577B5A9B-77C9-AD4B-8061-A3662B57E134}" srcOrd="1" destOrd="0" parTransId="{A917FA2E-95AE-0F4A-B85D-8124D0A6EA32}" sibTransId="{20F8B7DA-9564-EB43-9DBF-67E1539B7F76}"/>
    <dgm:cxn modelId="{587FD98B-23C5-184F-8A75-0C06F924F437}" srcId="{577B5A9B-77C9-AD4B-8061-A3662B57E134}" destId="{CC1D7F5E-7855-654A-89A6-AFC2D9F95C4F}" srcOrd="0" destOrd="0" parTransId="{11B533F7-E96C-1640-9D48-E69290B59766}" sibTransId="{7282EDE7-8EEC-1843-8177-8327B25B0FF0}"/>
    <dgm:cxn modelId="{876BC2A5-227F-B749-A866-5596FCEF46B9}" type="presOf" srcId="{577B5A9B-77C9-AD4B-8061-A3662B57E134}" destId="{E951C0C0-BB95-2A4D-99F9-DD3DAEB820B4}" srcOrd="1" destOrd="0" presId="urn:microsoft.com/office/officeart/2005/8/layout/process4"/>
    <dgm:cxn modelId="{39F7F2C1-07B3-854F-911B-90895FDCF476}" srcId="{B9A638D0-1FC4-7C4D-A987-085FD9EF89B7}" destId="{A679D37D-0185-124C-854B-C08D3127C2CE}" srcOrd="2" destOrd="0" parTransId="{61D2435B-D252-984A-BBA4-12A7EDE7B71D}" sibTransId="{1234D0F9-E3E5-C945-B4D1-1FEEE4DAC298}"/>
    <dgm:cxn modelId="{389D78C7-DDC7-5D4C-8BF5-CF5413B44560}" type="presOf" srcId="{B9A638D0-1FC4-7C4D-A987-085FD9EF89B7}" destId="{68C927D5-C498-F342-A761-22A69A595F00}" srcOrd="0" destOrd="0" presId="urn:microsoft.com/office/officeart/2005/8/layout/process4"/>
    <dgm:cxn modelId="{9C8622CA-CC44-1548-B390-D5445517AC36}" type="presOf" srcId="{12CBAD52-5C83-CD44-8773-30224CE2A97C}" destId="{40EF6C02-061F-244A-8EC2-537C15DD7DC3}" srcOrd="0" destOrd="0" presId="urn:microsoft.com/office/officeart/2005/8/layout/process4"/>
    <dgm:cxn modelId="{4151D4E7-CE42-C746-9B75-CDF49361364C}" srcId="{B9A638D0-1FC4-7C4D-A987-085FD9EF89B7}" destId="{9C6D07A3-CDF4-CD43-B4A4-3795DCC40148}" srcOrd="0" destOrd="0" parTransId="{33AD73C6-60B1-AA4D-A4D7-A428C9E7A010}" sibTransId="{4C4203ED-27E7-744A-BBA2-209561F34B0F}"/>
    <dgm:cxn modelId="{0003D9F5-5281-B44F-8273-2061CDF02894}" type="presOf" srcId="{A679D37D-0185-124C-854B-C08D3127C2CE}" destId="{ABD6C001-48BD-544E-959A-374E2109521F}" srcOrd="0" destOrd="0" presId="urn:microsoft.com/office/officeart/2005/8/layout/process4"/>
    <dgm:cxn modelId="{02F9D144-BD2F-C24F-987B-A59E8BC1B0C4}" type="presParOf" srcId="{68C927D5-C498-F342-A761-22A69A595F00}" destId="{41749662-93E4-2A4B-BED4-E3D08FC0EDC9}" srcOrd="0" destOrd="0" presId="urn:microsoft.com/office/officeart/2005/8/layout/process4"/>
    <dgm:cxn modelId="{20D22B9E-8B08-C646-AD73-670D7EF24B22}" type="presParOf" srcId="{41749662-93E4-2A4B-BED4-E3D08FC0EDC9}" destId="{ABD6C001-48BD-544E-959A-374E2109521F}" srcOrd="0" destOrd="0" presId="urn:microsoft.com/office/officeart/2005/8/layout/process4"/>
    <dgm:cxn modelId="{80FD74AF-9BB1-F546-B8F8-357B329F812A}" type="presParOf" srcId="{68C927D5-C498-F342-A761-22A69A595F00}" destId="{558EBD84-015F-FE4E-8BF3-62F28AF894E2}" srcOrd="1" destOrd="0" presId="urn:microsoft.com/office/officeart/2005/8/layout/process4"/>
    <dgm:cxn modelId="{62B1F6DE-DEAA-3E4A-8E99-67092542AF91}" type="presParOf" srcId="{68C927D5-C498-F342-A761-22A69A595F00}" destId="{AD60026E-5875-ED46-A6A3-7FAA95142A5B}" srcOrd="2" destOrd="0" presId="urn:microsoft.com/office/officeart/2005/8/layout/process4"/>
    <dgm:cxn modelId="{4617A2D9-58D5-7145-8C9D-F9ACA6D9BE73}" type="presParOf" srcId="{AD60026E-5875-ED46-A6A3-7FAA95142A5B}" destId="{E3A566F3-1143-A348-957F-C582EB9017C5}" srcOrd="0" destOrd="0" presId="urn:microsoft.com/office/officeart/2005/8/layout/process4"/>
    <dgm:cxn modelId="{0EA82D92-009F-CF40-BC49-BDD8A2CB5BB6}" type="presParOf" srcId="{AD60026E-5875-ED46-A6A3-7FAA95142A5B}" destId="{E951C0C0-BB95-2A4D-99F9-DD3DAEB820B4}" srcOrd="1" destOrd="0" presId="urn:microsoft.com/office/officeart/2005/8/layout/process4"/>
    <dgm:cxn modelId="{99702C7E-B33D-6247-8D74-4D4ABAB1BA3F}" type="presParOf" srcId="{AD60026E-5875-ED46-A6A3-7FAA95142A5B}" destId="{4669CBDB-32A5-494F-B121-8908EB7CD017}" srcOrd="2" destOrd="0" presId="urn:microsoft.com/office/officeart/2005/8/layout/process4"/>
    <dgm:cxn modelId="{7154BCEA-8EA1-684D-AC99-B6DCA7180085}" type="presParOf" srcId="{4669CBDB-32A5-494F-B121-8908EB7CD017}" destId="{6F14BF5F-5312-9F4E-973E-C513424773ED}" srcOrd="0" destOrd="0" presId="urn:microsoft.com/office/officeart/2005/8/layout/process4"/>
    <dgm:cxn modelId="{AB61FEC1-98FF-EC46-B519-1E855E779222}" type="presParOf" srcId="{4669CBDB-32A5-494F-B121-8908EB7CD017}" destId="{D44EF392-2AE9-1946-9477-B2ECB1DAAA2F}" srcOrd="1" destOrd="0" presId="urn:microsoft.com/office/officeart/2005/8/layout/process4"/>
    <dgm:cxn modelId="{6AEC2731-EC34-2A4B-8221-F3C3083C24AD}" type="presParOf" srcId="{68C927D5-C498-F342-A761-22A69A595F00}" destId="{9B6F52C3-97B0-CE42-BE36-14A1F2109B98}" srcOrd="3" destOrd="0" presId="urn:microsoft.com/office/officeart/2005/8/layout/process4"/>
    <dgm:cxn modelId="{86D9BE62-2630-F54B-AEFE-4F72F4CB2AB3}" type="presParOf" srcId="{68C927D5-C498-F342-A761-22A69A595F00}" destId="{7B57FB0A-BA96-0643-A58F-BC903A4CC720}" srcOrd="4" destOrd="0" presId="urn:microsoft.com/office/officeart/2005/8/layout/process4"/>
    <dgm:cxn modelId="{138551AA-993B-5446-BDAE-53A2461AEBAC}" type="presParOf" srcId="{7B57FB0A-BA96-0643-A58F-BC903A4CC720}" destId="{2C9F0BE3-667E-2641-A047-FEA8E17035E9}" srcOrd="0" destOrd="0" presId="urn:microsoft.com/office/officeart/2005/8/layout/process4"/>
    <dgm:cxn modelId="{8E96EA45-103B-D442-812B-6CB1B8C10F1E}" type="presParOf" srcId="{7B57FB0A-BA96-0643-A58F-BC903A4CC720}" destId="{520ABF8C-2194-D543-B4D5-DFD2430FF03D}" srcOrd="1" destOrd="0" presId="urn:microsoft.com/office/officeart/2005/8/layout/process4"/>
    <dgm:cxn modelId="{E69D544F-9363-E441-8B13-E7476B353931}" type="presParOf" srcId="{7B57FB0A-BA96-0643-A58F-BC903A4CC720}" destId="{07A2D836-37D9-FE40-B45F-D89E4811DF04}" srcOrd="2" destOrd="0" presId="urn:microsoft.com/office/officeart/2005/8/layout/process4"/>
    <dgm:cxn modelId="{50D4F062-9B94-4D40-94BD-F905CC391432}" type="presParOf" srcId="{07A2D836-37D9-FE40-B45F-D89E4811DF04}" destId="{40EF6C02-061F-244A-8EC2-537C15DD7DC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9A638D0-1FC4-7C4D-A987-085FD9EF89B7}" type="doc">
      <dgm:prSet loTypeId="urn:microsoft.com/office/officeart/2005/8/layout/process4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6D07A3-CDF4-CD43-B4A4-3795DCC4014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/>
            <a:t>Context computed: 440 utterances</a:t>
          </a:r>
        </a:p>
      </dgm:t>
    </dgm:pt>
    <dgm:pt modelId="{33AD73C6-60B1-AA4D-A4D7-A428C9E7A010}" type="parTrans" cxnId="{4151D4E7-CE42-C746-9B75-CDF49361364C}">
      <dgm:prSet/>
      <dgm:spPr/>
      <dgm:t>
        <a:bodyPr/>
        <a:lstStyle/>
        <a:p>
          <a:endParaRPr lang="en-US" sz="1800"/>
        </a:p>
      </dgm:t>
    </dgm:pt>
    <dgm:pt modelId="{4C4203ED-27E7-744A-BBA2-209561F34B0F}" type="sibTrans" cxnId="{4151D4E7-CE42-C746-9B75-CDF49361364C}">
      <dgm:prSet/>
      <dgm:spPr/>
      <dgm:t>
        <a:bodyPr/>
        <a:lstStyle/>
        <a:p>
          <a:endParaRPr lang="en-US" sz="1800"/>
        </a:p>
      </dgm:t>
    </dgm:pt>
    <dgm:pt modelId="{577B5A9B-77C9-AD4B-8061-A3662B57E134}">
      <dgm:prSet phldrT="[Text]" custT="1"/>
      <dgm:spPr/>
      <dgm:t>
        <a:bodyPr/>
        <a:lstStyle/>
        <a:p>
          <a:r>
            <a:rPr lang="en-US" sz="1800" b="1" dirty="0"/>
            <a:t>73.5%</a:t>
          </a:r>
          <a:r>
            <a:rPr lang="en-US" sz="1800" dirty="0"/>
            <a:t> of CRs referred to content in the </a:t>
          </a:r>
          <a:r>
            <a:rPr lang="en-US" sz="1800" b="1" dirty="0"/>
            <a:t>previous two turns</a:t>
          </a:r>
          <a:r>
            <a:rPr lang="en-US" sz="1800" dirty="0"/>
            <a:t> </a:t>
          </a:r>
        </a:p>
      </dgm:t>
    </dgm:pt>
    <dgm:pt modelId="{A917FA2E-95AE-0F4A-B85D-8124D0A6EA32}" type="parTrans" cxnId="{0963DA70-4B77-4540-9CB6-38C68966582F}">
      <dgm:prSet/>
      <dgm:spPr/>
      <dgm:t>
        <a:bodyPr/>
        <a:lstStyle/>
        <a:p>
          <a:endParaRPr lang="en-US" sz="1800"/>
        </a:p>
      </dgm:t>
    </dgm:pt>
    <dgm:pt modelId="{20F8B7DA-9564-EB43-9DBF-67E1539B7F76}" type="sibTrans" cxnId="{0963DA70-4B77-4540-9CB6-38C68966582F}">
      <dgm:prSet/>
      <dgm:spPr/>
      <dgm:t>
        <a:bodyPr/>
        <a:lstStyle/>
        <a:p>
          <a:endParaRPr lang="en-US" sz="1800"/>
        </a:p>
      </dgm:t>
    </dgm:pt>
    <dgm:pt modelId="{A679D37D-0185-124C-854B-C08D3127C2CE}">
      <dgm:prSet phldrT="[Text]" custT="1"/>
      <dgm:spPr/>
      <dgm:t>
        <a:bodyPr/>
        <a:lstStyle/>
        <a:p>
          <a:r>
            <a:rPr lang="en-US" sz="1800" b="1" dirty="0"/>
            <a:t>Short dialogue windows are usually sufficient</a:t>
          </a:r>
          <a:r>
            <a:rPr lang="en-US" sz="1800" dirty="0"/>
            <a:t>, with slightly more context useful for visual CRs </a:t>
          </a:r>
        </a:p>
      </dgm:t>
    </dgm:pt>
    <dgm:pt modelId="{61D2435B-D252-984A-BBA4-12A7EDE7B71D}" type="parTrans" cxnId="{39F7F2C1-07B3-854F-911B-90895FDCF476}">
      <dgm:prSet/>
      <dgm:spPr/>
      <dgm:t>
        <a:bodyPr/>
        <a:lstStyle/>
        <a:p>
          <a:endParaRPr lang="en-US" sz="1800"/>
        </a:p>
      </dgm:t>
    </dgm:pt>
    <dgm:pt modelId="{1234D0F9-E3E5-C945-B4D1-1FEEE4DAC298}" type="sibTrans" cxnId="{39F7F2C1-07B3-854F-911B-90895FDCF476}">
      <dgm:prSet/>
      <dgm:spPr/>
      <dgm:t>
        <a:bodyPr/>
        <a:lstStyle/>
        <a:p>
          <a:endParaRPr lang="en-US" sz="1800"/>
        </a:p>
      </dgm:t>
    </dgm:pt>
    <dgm:pt modelId="{F7AF9D9F-460E-8E4B-A40F-4C9EBEA42112}">
      <dgm:prSet custT="1"/>
      <dgm:spPr/>
      <dgm:t>
        <a:bodyPr/>
        <a:lstStyle/>
        <a:p>
          <a:r>
            <a:rPr lang="en-US" sz="1800"/>
            <a:t>Visual CRs sometimes reached farther back </a:t>
          </a:r>
          <a:endParaRPr lang="en-US" sz="1800" dirty="0"/>
        </a:p>
      </dgm:t>
    </dgm:pt>
    <dgm:pt modelId="{D03042AF-9AA3-FD43-80E7-72BF98958364}" type="parTrans" cxnId="{3325CEC1-27DC-064D-A2FB-AE200AFA27A0}">
      <dgm:prSet/>
      <dgm:spPr/>
      <dgm:t>
        <a:bodyPr/>
        <a:lstStyle/>
        <a:p>
          <a:endParaRPr lang="en-US" sz="1800"/>
        </a:p>
      </dgm:t>
    </dgm:pt>
    <dgm:pt modelId="{443280DB-D844-024A-9963-90A76FE4082A}" type="sibTrans" cxnId="{3325CEC1-27DC-064D-A2FB-AE200AFA27A0}">
      <dgm:prSet/>
      <dgm:spPr/>
      <dgm:t>
        <a:bodyPr/>
        <a:lstStyle/>
        <a:p>
          <a:endParaRPr lang="en-US" sz="1800"/>
        </a:p>
      </dgm:t>
    </dgm:pt>
    <dgm:pt modelId="{68C927D5-C498-F342-A761-22A69A595F00}" type="pres">
      <dgm:prSet presAssocID="{B9A638D0-1FC4-7C4D-A987-085FD9EF89B7}" presName="Name0" presStyleCnt="0">
        <dgm:presLayoutVars>
          <dgm:dir/>
          <dgm:animLvl val="lvl"/>
          <dgm:resizeHandles val="exact"/>
        </dgm:presLayoutVars>
      </dgm:prSet>
      <dgm:spPr/>
    </dgm:pt>
    <dgm:pt modelId="{41749662-93E4-2A4B-BED4-E3D08FC0EDC9}" type="pres">
      <dgm:prSet presAssocID="{A679D37D-0185-124C-854B-C08D3127C2CE}" presName="boxAndChildren" presStyleCnt="0"/>
      <dgm:spPr/>
    </dgm:pt>
    <dgm:pt modelId="{ABD6C001-48BD-544E-959A-374E2109521F}" type="pres">
      <dgm:prSet presAssocID="{A679D37D-0185-124C-854B-C08D3127C2CE}" presName="parentTextBox" presStyleLbl="node1" presStyleIdx="0" presStyleCnt="3"/>
      <dgm:spPr/>
    </dgm:pt>
    <dgm:pt modelId="{558EBD84-015F-FE4E-8BF3-62F28AF894E2}" type="pres">
      <dgm:prSet presAssocID="{20F8B7DA-9564-EB43-9DBF-67E1539B7F76}" presName="sp" presStyleCnt="0"/>
      <dgm:spPr/>
    </dgm:pt>
    <dgm:pt modelId="{AD60026E-5875-ED46-A6A3-7FAA95142A5B}" type="pres">
      <dgm:prSet presAssocID="{577B5A9B-77C9-AD4B-8061-A3662B57E134}" presName="arrowAndChildren" presStyleCnt="0"/>
      <dgm:spPr/>
    </dgm:pt>
    <dgm:pt modelId="{E3A566F3-1143-A348-957F-C582EB9017C5}" type="pres">
      <dgm:prSet presAssocID="{577B5A9B-77C9-AD4B-8061-A3662B57E134}" presName="parentTextArrow" presStyleLbl="node1" presStyleIdx="0" presStyleCnt="3"/>
      <dgm:spPr/>
    </dgm:pt>
    <dgm:pt modelId="{2F3FB9A9-8307-CF42-B0BF-EE5AC55A304A}" type="pres">
      <dgm:prSet presAssocID="{577B5A9B-77C9-AD4B-8061-A3662B57E134}" presName="arrow" presStyleLbl="node1" presStyleIdx="1" presStyleCnt="3"/>
      <dgm:spPr/>
    </dgm:pt>
    <dgm:pt modelId="{120DD31D-1D45-F946-8B49-EAF4F19E6A5B}" type="pres">
      <dgm:prSet presAssocID="{577B5A9B-77C9-AD4B-8061-A3662B57E134}" presName="descendantArrow" presStyleCnt="0"/>
      <dgm:spPr/>
    </dgm:pt>
    <dgm:pt modelId="{A369C77D-CE4D-F04F-99B6-E278D5F28D8C}" type="pres">
      <dgm:prSet presAssocID="{F7AF9D9F-460E-8E4B-A40F-4C9EBEA42112}" presName="childTextArrow" presStyleLbl="fgAccFollowNode1" presStyleIdx="0" presStyleCnt="1">
        <dgm:presLayoutVars>
          <dgm:bulletEnabled val="1"/>
        </dgm:presLayoutVars>
      </dgm:prSet>
      <dgm:spPr/>
    </dgm:pt>
    <dgm:pt modelId="{9B6F52C3-97B0-CE42-BE36-14A1F2109B98}" type="pres">
      <dgm:prSet presAssocID="{4C4203ED-27E7-744A-BBA2-209561F34B0F}" presName="sp" presStyleCnt="0"/>
      <dgm:spPr/>
    </dgm:pt>
    <dgm:pt modelId="{7B57FB0A-BA96-0643-A58F-BC903A4CC720}" type="pres">
      <dgm:prSet presAssocID="{9C6D07A3-CDF4-CD43-B4A4-3795DCC40148}" presName="arrowAndChildren" presStyleCnt="0"/>
      <dgm:spPr/>
    </dgm:pt>
    <dgm:pt modelId="{2C9F0BE3-667E-2641-A047-FEA8E17035E9}" type="pres">
      <dgm:prSet presAssocID="{9C6D07A3-CDF4-CD43-B4A4-3795DCC40148}" presName="parentTextArrow" presStyleLbl="node1" presStyleIdx="2" presStyleCnt="3"/>
      <dgm:spPr/>
    </dgm:pt>
  </dgm:ptLst>
  <dgm:cxnLst>
    <dgm:cxn modelId="{E9E0671C-6E82-694B-9255-3C416010F78B}" type="presOf" srcId="{577B5A9B-77C9-AD4B-8061-A3662B57E134}" destId="{E3A566F3-1143-A348-957F-C582EB9017C5}" srcOrd="0" destOrd="0" presId="urn:microsoft.com/office/officeart/2005/8/layout/process4"/>
    <dgm:cxn modelId="{433B7937-8039-0B4C-A735-68145F686482}" type="presOf" srcId="{9C6D07A3-CDF4-CD43-B4A4-3795DCC40148}" destId="{2C9F0BE3-667E-2641-A047-FEA8E17035E9}" srcOrd="0" destOrd="0" presId="urn:microsoft.com/office/officeart/2005/8/layout/process4"/>
    <dgm:cxn modelId="{0963DA70-4B77-4540-9CB6-38C68966582F}" srcId="{B9A638D0-1FC4-7C4D-A987-085FD9EF89B7}" destId="{577B5A9B-77C9-AD4B-8061-A3662B57E134}" srcOrd="1" destOrd="0" parTransId="{A917FA2E-95AE-0F4A-B85D-8124D0A6EA32}" sibTransId="{20F8B7DA-9564-EB43-9DBF-67E1539B7F76}"/>
    <dgm:cxn modelId="{613AF27F-4B90-5A44-A537-423B1AAFCBFC}" type="presOf" srcId="{577B5A9B-77C9-AD4B-8061-A3662B57E134}" destId="{2F3FB9A9-8307-CF42-B0BF-EE5AC55A304A}" srcOrd="1" destOrd="0" presId="urn:microsoft.com/office/officeart/2005/8/layout/process4"/>
    <dgm:cxn modelId="{3325CEC1-27DC-064D-A2FB-AE200AFA27A0}" srcId="{577B5A9B-77C9-AD4B-8061-A3662B57E134}" destId="{F7AF9D9F-460E-8E4B-A40F-4C9EBEA42112}" srcOrd="0" destOrd="0" parTransId="{D03042AF-9AA3-FD43-80E7-72BF98958364}" sibTransId="{443280DB-D844-024A-9963-90A76FE4082A}"/>
    <dgm:cxn modelId="{39F7F2C1-07B3-854F-911B-90895FDCF476}" srcId="{B9A638D0-1FC4-7C4D-A987-085FD9EF89B7}" destId="{A679D37D-0185-124C-854B-C08D3127C2CE}" srcOrd="2" destOrd="0" parTransId="{61D2435B-D252-984A-BBA4-12A7EDE7B71D}" sibTransId="{1234D0F9-E3E5-C945-B4D1-1FEEE4DAC298}"/>
    <dgm:cxn modelId="{389D78C7-DDC7-5D4C-8BF5-CF5413B44560}" type="presOf" srcId="{B9A638D0-1FC4-7C4D-A987-085FD9EF89B7}" destId="{68C927D5-C498-F342-A761-22A69A595F00}" srcOrd="0" destOrd="0" presId="urn:microsoft.com/office/officeart/2005/8/layout/process4"/>
    <dgm:cxn modelId="{4151D4E7-CE42-C746-9B75-CDF49361364C}" srcId="{B9A638D0-1FC4-7C4D-A987-085FD9EF89B7}" destId="{9C6D07A3-CDF4-CD43-B4A4-3795DCC40148}" srcOrd="0" destOrd="0" parTransId="{33AD73C6-60B1-AA4D-A4D7-A428C9E7A010}" sibTransId="{4C4203ED-27E7-744A-BBA2-209561F34B0F}"/>
    <dgm:cxn modelId="{421084F4-6D42-2C41-9DF1-EA576FAA55DD}" type="presOf" srcId="{F7AF9D9F-460E-8E4B-A40F-4C9EBEA42112}" destId="{A369C77D-CE4D-F04F-99B6-E278D5F28D8C}" srcOrd="0" destOrd="0" presId="urn:microsoft.com/office/officeart/2005/8/layout/process4"/>
    <dgm:cxn modelId="{0003D9F5-5281-B44F-8273-2061CDF02894}" type="presOf" srcId="{A679D37D-0185-124C-854B-C08D3127C2CE}" destId="{ABD6C001-48BD-544E-959A-374E2109521F}" srcOrd="0" destOrd="0" presId="urn:microsoft.com/office/officeart/2005/8/layout/process4"/>
    <dgm:cxn modelId="{02F9D144-BD2F-C24F-987B-A59E8BC1B0C4}" type="presParOf" srcId="{68C927D5-C498-F342-A761-22A69A595F00}" destId="{41749662-93E4-2A4B-BED4-E3D08FC0EDC9}" srcOrd="0" destOrd="0" presId="urn:microsoft.com/office/officeart/2005/8/layout/process4"/>
    <dgm:cxn modelId="{20D22B9E-8B08-C646-AD73-670D7EF24B22}" type="presParOf" srcId="{41749662-93E4-2A4B-BED4-E3D08FC0EDC9}" destId="{ABD6C001-48BD-544E-959A-374E2109521F}" srcOrd="0" destOrd="0" presId="urn:microsoft.com/office/officeart/2005/8/layout/process4"/>
    <dgm:cxn modelId="{80FD74AF-9BB1-F546-B8F8-357B329F812A}" type="presParOf" srcId="{68C927D5-C498-F342-A761-22A69A595F00}" destId="{558EBD84-015F-FE4E-8BF3-62F28AF894E2}" srcOrd="1" destOrd="0" presId="urn:microsoft.com/office/officeart/2005/8/layout/process4"/>
    <dgm:cxn modelId="{62B1F6DE-DEAA-3E4A-8E99-67092542AF91}" type="presParOf" srcId="{68C927D5-C498-F342-A761-22A69A595F00}" destId="{AD60026E-5875-ED46-A6A3-7FAA95142A5B}" srcOrd="2" destOrd="0" presId="urn:microsoft.com/office/officeart/2005/8/layout/process4"/>
    <dgm:cxn modelId="{4617A2D9-58D5-7145-8C9D-F9ACA6D9BE73}" type="presParOf" srcId="{AD60026E-5875-ED46-A6A3-7FAA95142A5B}" destId="{E3A566F3-1143-A348-957F-C582EB9017C5}" srcOrd="0" destOrd="0" presId="urn:microsoft.com/office/officeart/2005/8/layout/process4"/>
    <dgm:cxn modelId="{A8EAD798-547E-DD4E-A48B-345EE90DBAA5}" type="presParOf" srcId="{AD60026E-5875-ED46-A6A3-7FAA95142A5B}" destId="{2F3FB9A9-8307-CF42-B0BF-EE5AC55A304A}" srcOrd="1" destOrd="0" presId="urn:microsoft.com/office/officeart/2005/8/layout/process4"/>
    <dgm:cxn modelId="{103801E6-FE64-9845-BD48-BB9114730C88}" type="presParOf" srcId="{AD60026E-5875-ED46-A6A3-7FAA95142A5B}" destId="{120DD31D-1D45-F946-8B49-EAF4F19E6A5B}" srcOrd="2" destOrd="0" presId="urn:microsoft.com/office/officeart/2005/8/layout/process4"/>
    <dgm:cxn modelId="{26016FCE-9D92-A943-909F-386F038C0B31}" type="presParOf" srcId="{120DD31D-1D45-F946-8B49-EAF4F19E6A5B}" destId="{A369C77D-CE4D-F04F-99B6-E278D5F28D8C}" srcOrd="0" destOrd="0" presId="urn:microsoft.com/office/officeart/2005/8/layout/process4"/>
    <dgm:cxn modelId="{6AEC2731-EC34-2A4B-8221-F3C3083C24AD}" type="presParOf" srcId="{68C927D5-C498-F342-A761-22A69A595F00}" destId="{9B6F52C3-97B0-CE42-BE36-14A1F2109B98}" srcOrd="3" destOrd="0" presId="urn:microsoft.com/office/officeart/2005/8/layout/process4"/>
    <dgm:cxn modelId="{86D9BE62-2630-F54B-AEFE-4F72F4CB2AB3}" type="presParOf" srcId="{68C927D5-C498-F342-A761-22A69A595F00}" destId="{7B57FB0A-BA96-0643-A58F-BC903A4CC720}" srcOrd="4" destOrd="0" presId="urn:microsoft.com/office/officeart/2005/8/layout/process4"/>
    <dgm:cxn modelId="{138551AA-993B-5446-BDAE-53A2461AEBAC}" type="presParOf" srcId="{7B57FB0A-BA96-0643-A58F-BC903A4CC720}" destId="{2C9F0BE3-667E-2641-A047-FEA8E17035E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4137B50-CB61-B940-974C-E53ED25DA7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ADFDD9-5800-0649-9116-2D032EA3EA3F}">
      <dgm:prSet custT="1"/>
      <dgm:spPr/>
      <dgm:t>
        <a:bodyPr/>
        <a:lstStyle/>
        <a:p>
          <a:r>
            <a:rPr lang="en-US" sz="1900" b="1"/>
            <a:t>Best CR-ID model</a:t>
          </a:r>
          <a:endParaRPr lang="en-US" sz="1900"/>
        </a:p>
      </dgm:t>
    </dgm:pt>
    <dgm:pt modelId="{95AC001D-20C4-D44F-AC84-C5330B5B25DB}" type="parTrans" cxnId="{721F1BA4-FDA1-0245-B0B5-A6BF5894078F}">
      <dgm:prSet/>
      <dgm:spPr/>
      <dgm:t>
        <a:bodyPr/>
        <a:lstStyle/>
        <a:p>
          <a:endParaRPr lang="en-US" sz="1900"/>
        </a:p>
      </dgm:t>
    </dgm:pt>
    <dgm:pt modelId="{D1867139-2A2D-D442-BDC5-4CFCFEB37DFC}" type="sibTrans" cxnId="{721F1BA4-FDA1-0245-B0B5-A6BF5894078F}">
      <dgm:prSet/>
      <dgm:spPr/>
      <dgm:t>
        <a:bodyPr/>
        <a:lstStyle/>
        <a:p>
          <a:endParaRPr lang="en-US" sz="1900"/>
        </a:p>
      </dgm:t>
    </dgm:pt>
    <dgm:pt modelId="{B790606E-D554-C741-B7FE-5EF688C9426B}">
      <dgm:prSet custT="1"/>
      <dgm:spPr/>
      <dgm:t>
        <a:bodyPr/>
        <a:lstStyle/>
        <a:p>
          <a:r>
            <a:rPr lang="en-US" sz="1900" b="1"/>
            <a:t>DistilBERT + Prev1</a:t>
          </a:r>
          <a:endParaRPr lang="en-US" sz="1900"/>
        </a:p>
      </dgm:t>
    </dgm:pt>
    <dgm:pt modelId="{736427A8-CDEE-694F-AD28-70AF107939CC}" type="parTrans" cxnId="{FD9B3951-72F4-B94D-9242-354E5C4C529B}">
      <dgm:prSet/>
      <dgm:spPr/>
      <dgm:t>
        <a:bodyPr/>
        <a:lstStyle/>
        <a:p>
          <a:endParaRPr lang="en-US" sz="1900"/>
        </a:p>
      </dgm:t>
    </dgm:pt>
    <dgm:pt modelId="{97945D03-20F0-E144-AF3D-FBBA0D2979DD}" type="sibTrans" cxnId="{FD9B3951-72F4-B94D-9242-354E5C4C529B}">
      <dgm:prSet/>
      <dgm:spPr/>
      <dgm:t>
        <a:bodyPr/>
        <a:lstStyle/>
        <a:p>
          <a:endParaRPr lang="en-US" sz="1900"/>
        </a:p>
      </dgm:t>
    </dgm:pt>
    <dgm:pt modelId="{CF1192AC-D9E4-B749-88BA-F5E83BF47486}">
      <dgm:prSet custT="1"/>
      <dgm:spPr/>
      <dgm:t>
        <a:bodyPr/>
        <a:lstStyle/>
        <a:p>
          <a:r>
            <a:rPr lang="en-US" sz="1900"/>
            <a:t>CR F1 = </a:t>
          </a:r>
          <a:r>
            <a:rPr lang="en-US" sz="1900" b="1"/>
            <a:t>0.66</a:t>
          </a:r>
          <a:endParaRPr lang="en-US" sz="1900"/>
        </a:p>
      </dgm:t>
    </dgm:pt>
    <dgm:pt modelId="{AF74F508-8839-9A4A-809D-4397FF1C8010}" type="parTrans" cxnId="{6D3E0CBE-D601-D44F-9910-6FD5C2AF8B42}">
      <dgm:prSet/>
      <dgm:spPr/>
      <dgm:t>
        <a:bodyPr/>
        <a:lstStyle/>
        <a:p>
          <a:endParaRPr lang="en-US" sz="1900"/>
        </a:p>
      </dgm:t>
    </dgm:pt>
    <dgm:pt modelId="{9D21227E-FB08-B94F-A7D2-EDE5A764CE5B}" type="sibTrans" cxnId="{6D3E0CBE-D601-D44F-9910-6FD5C2AF8B42}">
      <dgm:prSet/>
      <dgm:spPr/>
      <dgm:t>
        <a:bodyPr/>
        <a:lstStyle/>
        <a:p>
          <a:endParaRPr lang="en-US" sz="1900"/>
        </a:p>
      </dgm:t>
    </dgm:pt>
    <dgm:pt modelId="{90B0663F-E745-4445-BD1D-3D58D1DAAED0}">
      <dgm:prSet custT="1"/>
      <dgm:spPr/>
      <dgm:t>
        <a:bodyPr/>
        <a:lstStyle/>
        <a:p>
          <a:r>
            <a:rPr lang="en-US" sz="1900" dirty="0"/>
            <a:t>CR Precision / Recall = </a:t>
          </a:r>
          <a:r>
            <a:rPr lang="en-US" sz="1900" b="1" dirty="0"/>
            <a:t>0.75 / 0.59</a:t>
          </a:r>
          <a:endParaRPr lang="en-US" sz="1900" dirty="0"/>
        </a:p>
      </dgm:t>
    </dgm:pt>
    <dgm:pt modelId="{8126BF99-9487-7846-80DC-7F7BA43F5A71}" type="parTrans" cxnId="{68ABA11C-0E10-E54C-BA57-6D72C8BC70BC}">
      <dgm:prSet/>
      <dgm:spPr/>
      <dgm:t>
        <a:bodyPr/>
        <a:lstStyle/>
        <a:p>
          <a:endParaRPr lang="en-US" sz="1900"/>
        </a:p>
      </dgm:t>
    </dgm:pt>
    <dgm:pt modelId="{3E5F93AE-89DF-1042-9F60-B93E79524E4F}" type="sibTrans" cxnId="{68ABA11C-0E10-E54C-BA57-6D72C8BC70BC}">
      <dgm:prSet/>
      <dgm:spPr/>
      <dgm:t>
        <a:bodyPr/>
        <a:lstStyle/>
        <a:p>
          <a:endParaRPr lang="en-US" sz="1900"/>
        </a:p>
      </dgm:t>
    </dgm:pt>
    <dgm:pt modelId="{1EB7BD4E-CA58-8349-8479-9E1B8E8E2D51}">
      <dgm:prSet custT="1"/>
      <dgm:spPr/>
      <dgm:t>
        <a:bodyPr/>
        <a:lstStyle/>
        <a:p>
          <a:r>
            <a:rPr lang="en-US" sz="1900" b="1"/>
            <a:t>Best GMOD model</a:t>
          </a:r>
          <a:endParaRPr lang="en-US" sz="1900"/>
        </a:p>
      </dgm:t>
    </dgm:pt>
    <dgm:pt modelId="{7627A01B-9EBF-7547-8762-E3AFAD968B74}" type="parTrans" cxnId="{D28AAE40-C57E-604F-BBEE-73EE33A42F1E}">
      <dgm:prSet/>
      <dgm:spPr/>
      <dgm:t>
        <a:bodyPr/>
        <a:lstStyle/>
        <a:p>
          <a:endParaRPr lang="en-US" sz="1900"/>
        </a:p>
      </dgm:t>
    </dgm:pt>
    <dgm:pt modelId="{3558B49C-90A8-7A4D-97E7-AE58D31C8C55}" type="sibTrans" cxnId="{D28AAE40-C57E-604F-BBEE-73EE33A42F1E}">
      <dgm:prSet/>
      <dgm:spPr/>
      <dgm:t>
        <a:bodyPr/>
        <a:lstStyle/>
        <a:p>
          <a:endParaRPr lang="en-US" sz="1900"/>
        </a:p>
      </dgm:t>
    </dgm:pt>
    <dgm:pt modelId="{3343ADF8-803F-8648-8BC7-E18BEAB38E28}">
      <dgm:prSet custT="1"/>
      <dgm:spPr/>
      <dgm:t>
        <a:bodyPr/>
        <a:lstStyle/>
        <a:p>
          <a:r>
            <a:rPr lang="en-US" sz="1900" b="1"/>
            <a:t>TF-IDF + Logistic Regression</a:t>
          </a:r>
          <a:endParaRPr lang="en-US" sz="1900"/>
        </a:p>
      </dgm:t>
    </dgm:pt>
    <dgm:pt modelId="{895EABE9-9E53-9B41-8005-A951C1865141}" type="parTrans" cxnId="{2BF28AD2-CF20-1647-B08A-FE477DA9A077}">
      <dgm:prSet/>
      <dgm:spPr/>
      <dgm:t>
        <a:bodyPr/>
        <a:lstStyle/>
        <a:p>
          <a:endParaRPr lang="en-US" sz="1900"/>
        </a:p>
      </dgm:t>
    </dgm:pt>
    <dgm:pt modelId="{71183675-B740-A046-8C23-3A82C618D022}" type="sibTrans" cxnId="{2BF28AD2-CF20-1647-B08A-FE477DA9A077}">
      <dgm:prSet/>
      <dgm:spPr/>
      <dgm:t>
        <a:bodyPr/>
        <a:lstStyle/>
        <a:p>
          <a:endParaRPr lang="en-US" sz="1900"/>
        </a:p>
      </dgm:t>
    </dgm:pt>
    <dgm:pt modelId="{CCBB6A2B-EA7A-AC4A-975C-52B77BB7E989}">
      <dgm:prSet custT="1"/>
      <dgm:spPr/>
      <dgm:t>
        <a:bodyPr/>
        <a:lstStyle/>
        <a:p>
          <a:r>
            <a:rPr lang="en-US" sz="1900"/>
            <a:t>Visual F1 = </a:t>
          </a:r>
          <a:r>
            <a:rPr lang="en-US" sz="1900" b="1"/>
            <a:t>0.73 (+ Prev1)</a:t>
          </a:r>
          <a:endParaRPr lang="en-US" sz="1900"/>
        </a:p>
      </dgm:t>
    </dgm:pt>
    <dgm:pt modelId="{7F5F86C9-47A6-DC48-9E26-64BD8BA56760}" type="parTrans" cxnId="{2D8FD729-ADFC-8344-B5C0-9A5CFA35D5C2}">
      <dgm:prSet/>
      <dgm:spPr/>
      <dgm:t>
        <a:bodyPr/>
        <a:lstStyle/>
        <a:p>
          <a:endParaRPr lang="en-US" sz="1900"/>
        </a:p>
      </dgm:t>
    </dgm:pt>
    <dgm:pt modelId="{F4CDA694-3800-7B4C-8E23-2BCD8F42BF84}" type="sibTrans" cxnId="{2D8FD729-ADFC-8344-B5C0-9A5CFA35D5C2}">
      <dgm:prSet/>
      <dgm:spPr/>
      <dgm:t>
        <a:bodyPr/>
        <a:lstStyle/>
        <a:p>
          <a:endParaRPr lang="en-US" sz="1900"/>
        </a:p>
      </dgm:t>
    </dgm:pt>
    <dgm:pt modelId="{F007E754-654E-3549-94E6-66FDE59DBBBE}">
      <dgm:prSet custT="1"/>
      <dgm:spPr/>
      <dgm:t>
        <a:bodyPr/>
        <a:lstStyle/>
        <a:p>
          <a:r>
            <a:rPr lang="en-US" sz="1900"/>
            <a:t>Kinesthetic F1 = </a:t>
          </a:r>
          <a:r>
            <a:rPr lang="en-US" sz="1900" b="1"/>
            <a:t>0.55 (no context)</a:t>
          </a:r>
          <a:endParaRPr lang="en-US" sz="1900"/>
        </a:p>
      </dgm:t>
    </dgm:pt>
    <dgm:pt modelId="{D90A4021-5145-C441-8F55-75E6EA8B941C}" type="parTrans" cxnId="{6CD350EF-1131-654A-AEF2-8E750E8B248B}">
      <dgm:prSet/>
      <dgm:spPr/>
      <dgm:t>
        <a:bodyPr/>
        <a:lstStyle/>
        <a:p>
          <a:endParaRPr lang="en-US" sz="1900"/>
        </a:p>
      </dgm:t>
    </dgm:pt>
    <dgm:pt modelId="{CDEAEB69-19B5-D44C-84BD-51A08F9040CF}" type="sibTrans" cxnId="{6CD350EF-1131-654A-AEF2-8E750E8B248B}">
      <dgm:prSet/>
      <dgm:spPr/>
      <dgm:t>
        <a:bodyPr/>
        <a:lstStyle/>
        <a:p>
          <a:endParaRPr lang="en-US" sz="1900"/>
        </a:p>
      </dgm:t>
    </dgm:pt>
    <dgm:pt modelId="{74372DCD-2C43-C942-BA85-26B0CBFE682B}">
      <dgm:prSet custT="1"/>
      <dgm:spPr/>
      <dgm:t>
        <a:bodyPr/>
        <a:lstStyle/>
        <a:p>
          <a:r>
            <a:rPr lang="en-US" sz="1900" b="1"/>
            <a:t>DistilBERT</a:t>
          </a:r>
          <a:endParaRPr lang="en-US" sz="1900"/>
        </a:p>
      </dgm:t>
    </dgm:pt>
    <dgm:pt modelId="{EF5A25EC-A408-6443-90C5-C5A83CC16C71}" type="parTrans" cxnId="{F3FF2B33-2F07-7347-88C1-0927145EECB3}">
      <dgm:prSet/>
      <dgm:spPr/>
      <dgm:t>
        <a:bodyPr/>
        <a:lstStyle/>
        <a:p>
          <a:endParaRPr lang="en-US" sz="1900"/>
        </a:p>
      </dgm:t>
    </dgm:pt>
    <dgm:pt modelId="{D3239DF7-6E12-D04D-9D18-2D692DF2F79F}" type="sibTrans" cxnId="{F3FF2B33-2F07-7347-88C1-0927145EECB3}">
      <dgm:prSet/>
      <dgm:spPr/>
      <dgm:t>
        <a:bodyPr/>
        <a:lstStyle/>
        <a:p>
          <a:endParaRPr lang="en-US" sz="1900"/>
        </a:p>
      </dgm:t>
    </dgm:pt>
    <dgm:pt modelId="{E0AFC270-8C65-D24F-954F-F119817EB2F6}">
      <dgm:prSet custT="1"/>
      <dgm:spPr/>
      <dgm:t>
        <a:bodyPr/>
        <a:lstStyle/>
        <a:p>
          <a:r>
            <a:rPr lang="en-US" sz="1900" b="1"/>
            <a:t>Auditory F1 =  0.43 (no context)</a:t>
          </a:r>
          <a:endParaRPr lang="en-US" sz="1900"/>
        </a:p>
      </dgm:t>
    </dgm:pt>
    <dgm:pt modelId="{01F65013-1466-774A-BF74-115C0F86710A}" type="parTrans" cxnId="{998E7674-2439-164A-8CB7-10C4103F8B39}">
      <dgm:prSet/>
      <dgm:spPr/>
      <dgm:t>
        <a:bodyPr/>
        <a:lstStyle/>
        <a:p>
          <a:endParaRPr lang="en-US" sz="1900"/>
        </a:p>
      </dgm:t>
    </dgm:pt>
    <dgm:pt modelId="{2F13F8DC-C22A-0B46-9EA2-226EAAD3EAA2}" type="sibTrans" cxnId="{998E7674-2439-164A-8CB7-10C4103F8B39}">
      <dgm:prSet/>
      <dgm:spPr/>
      <dgm:t>
        <a:bodyPr/>
        <a:lstStyle/>
        <a:p>
          <a:endParaRPr lang="en-US" sz="1900"/>
        </a:p>
      </dgm:t>
    </dgm:pt>
    <dgm:pt modelId="{CF173F20-EE94-6D43-ACE2-E07FF598A53D}">
      <dgm:prSet custT="1"/>
      <dgm:spPr/>
      <dgm:t>
        <a:bodyPr/>
        <a:lstStyle/>
        <a:p>
          <a:r>
            <a:rPr lang="en-US" sz="1900" b="1"/>
            <a:t>Overall baseline pattern on grounding modality classification: Visual &gt; Kinesthetic &gt; Auditory</a:t>
          </a:r>
          <a:endParaRPr lang="en-US" sz="1900"/>
        </a:p>
      </dgm:t>
    </dgm:pt>
    <dgm:pt modelId="{2F05A7A1-AEB6-DF42-BCDB-BC1B8D51028A}" type="parTrans" cxnId="{0D3FE147-358A-9C42-B73C-AC5FB593F052}">
      <dgm:prSet/>
      <dgm:spPr/>
      <dgm:t>
        <a:bodyPr/>
        <a:lstStyle/>
        <a:p>
          <a:endParaRPr lang="en-US" sz="1900"/>
        </a:p>
      </dgm:t>
    </dgm:pt>
    <dgm:pt modelId="{468DD4A1-997D-D449-AFF5-9A971AC9C414}" type="sibTrans" cxnId="{0D3FE147-358A-9C42-B73C-AC5FB593F052}">
      <dgm:prSet/>
      <dgm:spPr/>
      <dgm:t>
        <a:bodyPr/>
        <a:lstStyle/>
        <a:p>
          <a:endParaRPr lang="en-US" sz="1900"/>
        </a:p>
      </dgm:t>
    </dgm:pt>
    <dgm:pt modelId="{D286478B-C466-954D-B1C9-EF1FC36809EE}">
      <dgm:prSet custT="1"/>
      <dgm:spPr/>
      <dgm:t>
        <a:bodyPr/>
        <a:lstStyle/>
        <a:p>
          <a:r>
            <a:rPr lang="en-US" sz="1900" b="1"/>
            <a:t>Takeaways</a:t>
          </a:r>
          <a:endParaRPr lang="en-US" sz="1900"/>
        </a:p>
      </dgm:t>
    </dgm:pt>
    <dgm:pt modelId="{2E64DD71-E5F8-914B-A04B-C4D792D257E2}" type="parTrans" cxnId="{6F951B14-378E-044F-98A5-3B566D24D174}">
      <dgm:prSet/>
      <dgm:spPr/>
      <dgm:t>
        <a:bodyPr/>
        <a:lstStyle/>
        <a:p>
          <a:endParaRPr lang="en-US" sz="1900"/>
        </a:p>
      </dgm:t>
    </dgm:pt>
    <dgm:pt modelId="{2031BE0C-FDA1-BA48-800E-D48CD2FC40B9}" type="sibTrans" cxnId="{6F951B14-378E-044F-98A5-3B566D24D174}">
      <dgm:prSet/>
      <dgm:spPr/>
      <dgm:t>
        <a:bodyPr/>
        <a:lstStyle/>
        <a:p>
          <a:endParaRPr lang="en-US" sz="1900"/>
        </a:p>
      </dgm:t>
    </dgm:pt>
    <dgm:pt modelId="{13BB2B66-61E4-9340-BAD1-D23F08991A0E}">
      <dgm:prSet custT="1"/>
      <dgm:spPr/>
      <dgm:t>
        <a:bodyPr/>
        <a:lstStyle/>
        <a:p>
          <a:r>
            <a:rPr lang="en-US" sz="1900" dirty="0"/>
            <a:t>Baselines show that </a:t>
          </a:r>
          <a:r>
            <a:rPr lang="en-US" sz="1900" dirty="0" err="1"/>
            <a:t>ClarVis</a:t>
          </a:r>
          <a:r>
            <a:rPr lang="en-US" sz="1900" dirty="0"/>
            <a:t> contains learnable signals for both CR identification and grounding modality classification. </a:t>
          </a:r>
        </a:p>
      </dgm:t>
    </dgm:pt>
    <dgm:pt modelId="{28E7AE6F-2486-184E-88BA-5776F9A94AF2}" type="parTrans" cxnId="{8006A946-EF0A-4245-AE6F-79D3EA4634B0}">
      <dgm:prSet/>
      <dgm:spPr/>
      <dgm:t>
        <a:bodyPr/>
        <a:lstStyle/>
        <a:p>
          <a:endParaRPr lang="en-US" sz="1900"/>
        </a:p>
      </dgm:t>
    </dgm:pt>
    <dgm:pt modelId="{9F998593-3346-C04F-A489-DC21629F8D88}" type="sibTrans" cxnId="{8006A946-EF0A-4245-AE6F-79D3EA4634B0}">
      <dgm:prSet/>
      <dgm:spPr/>
      <dgm:t>
        <a:bodyPr/>
        <a:lstStyle/>
        <a:p>
          <a:endParaRPr lang="en-US" sz="1900"/>
        </a:p>
      </dgm:t>
    </dgm:pt>
    <dgm:pt modelId="{681A9BE0-87F9-F84A-B834-6694D46D6417}">
      <dgm:prSet custT="1"/>
      <dgm:spPr/>
      <dgm:t>
        <a:bodyPr/>
        <a:lstStyle/>
        <a:p>
          <a:r>
            <a:rPr lang="en-US" sz="1900"/>
            <a:t>Short dialogue context helped CR-ID, especially with DistilBERT. </a:t>
          </a:r>
        </a:p>
      </dgm:t>
    </dgm:pt>
    <dgm:pt modelId="{BC8428CC-4CA7-6544-84B1-0A28D1E50598}" type="parTrans" cxnId="{FBB084EB-ADFF-AF4E-939C-0C0561DD6C86}">
      <dgm:prSet/>
      <dgm:spPr/>
      <dgm:t>
        <a:bodyPr/>
        <a:lstStyle/>
        <a:p>
          <a:endParaRPr lang="en-US" sz="1900"/>
        </a:p>
      </dgm:t>
    </dgm:pt>
    <dgm:pt modelId="{E621B445-F043-364D-A4C0-2C70945A885D}" type="sibTrans" cxnId="{FBB084EB-ADFF-AF4E-939C-0C0561DD6C86}">
      <dgm:prSet/>
      <dgm:spPr/>
      <dgm:t>
        <a:bodyPr/>
        <a:lstStyle/>
        <a:p>
          <a:endParaRPr lang="en-US" sz="1900"/>
        </a:p>
      </dgm:t>
    </dgm:pt>
    <dgm:pt modelId="{17A3C3B6-C421-A744-BFAA-C799CEB30E35}">
      <dgm:prSet custT="1"/>
      <dgm:spPr/>
      <dgm:t>
        <a:bodyPr/>
        <a:lstStyle/>
        <a:p>
          <a:r>
            <a:rPr lang="en-US" sz="1900" dirty="0"/>
            <a:t>Visual grounding: most recoverable modality</a:t>
          </a:r>
        </a:p>
      </dgm:t>
    </dgm:pt>
    <dgm:pt modelId="{5963B6D1-905C-B042-8FCD-D5BC629DE08F}" type="parTrans" cxnId="{6F22DD99-EB68-AC41-8081-7C30ECC00CF1}">
      <dgm:prSet/>
      <dgm:spPr/>
      <dgm:t>
        <a:bodyPr/>
        <a:lstStyle/>
        <a:p>
          <a:endParaRPr lang="en-US" sz="1900"/>
        </a:p>
      </dgm:t>
    </dgm:pt>
    <dgm:pt modelId="{875724BA-8EC5-6F41-84D6-DEBAFC7B0203}" type="sibTrans" cxnId="{6F22DD99-EB68-AC41-8081-7C30ECC00CF1}">
      <dgm:prSet/>
      <dgm:spPr/>
      <dgm:t>
        <a:bodyPr/>
        <a:lstStyle/>
        <a:p>
          <a:endParaRPr lang="en-US" sz="1900"/>
        </a:p>
      </dgm:t>
    </dgm:pt>
    <dgm:pt modelId="{5D1951CA-7038-E249-925A-835D8B764391}" type="pres">
      <dgm:prSet presAssocID="{24137B50-CB61-B940-974C-E53ED25DA7E6}" presName="linear" presStyleCnt="0">
        <dgm:presLayoutVars>
          <dgm:animLvl val="lvl"/>
          <dgm:resizeHandles val="exact"/>
        </dgm:presLayoutVars>
      </dgm:prSet>
      <dgm:spPr/>
    </dgm:pt>
    <dgm:pt modelId="{DB2241FA-0C22-954B-AC97-DB93F17EB18A}" type="pres">
      <dgm:prSet presAssocID="{37ADFDD9-5800-0649-9116-2D032EA3EA3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8318F6E-24FF-3441-B320-37ABE698E909}" type="pres">
      <dgm:prSet presAssocID="{37ADFDD9-5800-0649-9116-2D032EA3EA3F}" presName="childText" presStyleLbl="revTx" presStyleIdx="0" presStyleCnt="3">
        <dgm:presLayoutVars>
          <dgm:bulletEnabled val="1"/>
        </dgm:presLayoutVars>
      </dgm:prSet>
      <dgm:spPr/>
    </dgm:pt>
    <dgm:pt modelId="{9787C8DC-0185-B049-AB3C-1C8BA2B40DA8}" type="pres">
      <dgm:prSet presAssocID="{1EB7BD4E-CA58-8349-8479-9E1B8E8E2D5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0C8C29-AC47-754E-9F2F-8A70192DA2A3}" type="pres">
      <dgm:prSet presAssocID="{1EB7BD4E-CA58-8349-8479-9E1B8E8E2D51}" presName="childText" presStyleLbl="revTx" presStyleIdx="1" presStyleCnt="3">
        <dgm:presLayoutVars>
          <dgm:bulletEnabled val="1"/>
        </dgm:presLayoutVars>
      </dgm:prSet>
      <dgm:spPr/>
    </dgm:pt>
    <dgm:pt modelId="{32685FBA-1A5C-DB46-97C5-82CDD14D9FC2}" type="pres">
      <dgm:prSet presAssocID="{CF173F20-EE94-6D43-ACE2-E07FF598A53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0A14BF5-3EF7-534E-8326-055925B54A13}" type="pres">
      <dgm:prSet presAssocID="{468DD4A1-997D-D449-AFF5-9A971AC9C414}" presName="spacer" presStyleCnt="0"/>
      <dgm:spPr/>
    </dgm:pt>
    <dgm:pt modelId="{CF3A8436-D684-714A-A8B2-A8FF9954F7A2}" type="pres">
      <dgm:prSet presAssocID="{D286478B-C466-954D-B1C9-EF1FC36809E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D911C0C-9769-8D47-98B2-F7BF82341324}" type="pres">
      <dgm:prSet presAssocID="{D286478B-C466-954D-B1C9-EF1FC36809E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64F2A05-99D6-8C4F-9B1F-C835E8121975}" type="presOf" srcId="{681A9BE0-87F9-F84A-B834-6694D46D6417}" destId="{5D911C0C-9769-8D47-98B2-F7BF82341324}" srcOrd="0" destOrd="1" presId="urn:microsoft.com/office/officeart/2005/8/layout/vList2"/>
    <dgm:cxn modelId="{6F951B14-378E-044F-98A5-3B566D24D174}" srcId="{24137B50-CB61-B940-974C-E53ED25DA7E6}" destId="{D286478B-C466-954D-B1C9-EF1FC36809EE}" srcOrd="3" destOrd="0" parTransId="{2E64DD71-E5F8-914B-A04B-C4D792D257E2}" sibTransId="{2031BE0C-FDA1-BA48-800E-D48CD2FC40B9}"/>
    <dgm:cxn modelId="{68ABA11C-0E10-E54C-BA57-6D72C8BC70BC}" srcId="{B790606E-D554-C741-B7FE-5EF688C9426B}" destId="{90B0663F-E745-4445-BD1D-3D58D1DAAED0}" srcOrd="1" destOrd="0" parTransId="{8126BF99-9487-7846-80DC-7F7BA43F5A71}" sibTransId="{3E5F93AE-89DF-1042-9F60-B93E79524E4F}"/>
    <dgm:cxn modelId="{20555325-CAF5-AA4E-ADC1-F23043FB4CC5}" type="presOf" srcId="{1EB7BD4E-CA58-8349-8479-9E1B8E8E2D51}" destId="{9787C8DC-0185-B049-AB3C-1C8BA2B40DA8}" srcOrd="0" destOrd="0" presId="urn:microsoft.com/office/officeart/2005/8/layout/vList2"/>
    <dgm:cxn modelId="{2D8FD729-ADFC-8344-B5C0-9A5CFA35D5C2}" srcId="{3343ADF8-803F-8648-8BC7-E18BEAB38E28}" destId="{CCBB6A2B-EA7A-AC4A-975C-52B77BB7E989}" srcOrd="0" destOrd="0" parTransId="{7F5F86C9-47A6-DC48-9E26-64BD8BA56760}" sibTransId="{F4CDA694-3800-7B4C-8E23-2BCD8F42BF84}"/>
    <dgm:cxn modelId="{F3FF2B33-2F07-7347-88C1-0927145EECB3}" srcId="{1EB7BD4E-CA58-8349-8479-9E1B8E8E2D51}" destId="{74372DCD-2C43-C942-BA85-26B0CBFE682B}" srcOrd="1" destOrd="0" parTransId="{EF5A25EC-A408-6443-90C5-C5A83CC16C71}" sibTransId="{D3239DF7-6E12-D04D-9D18-2D692DF2F79F}"/>
    <dgm:cxn modelId="{D28AAE40-C57E-604F-BBEE-73EE33A42F1E}" srcId="{24137B50-CB61-B940-974C-E53ED25DA7E6}" destId="{1EB7BD4E-CA58-8349-8479-9E1B8E8E2D51}" srcOrd="1" destOrd="0" parTransId="{7627A01B-9EBF-7547-8762-E3AFAD968B74}" sibTransId="{3558B49C-90A8-7A4D-97E7-AE58D31C8C55}"/>
    <dgm:cxn modelId="{8006A946-EF0A-4245-AE6F-79D3EA4634B0}" srcId="{D286478B-C466-954D-B1C9-EF1FC36809EE}" destId="{13BB2B66-61E4-9340-BAD1-D23F08991A0E}" srcOrd="0" destOrd="0" parTransId="{28E7AE6F-2486-184E-88BA-5776F9A94AF2}" sibTransId="{9F998593-3346-C04F-A489-DC21629F8D88}"/>
    <dgm:cxn modelId="{1926B346-F0C8-BB47-890A-92C420E5CFBB}" type="presOf" srcId="{17A3C3B6-C421-A744-BFAA-C799CEB30E35}" destId="{5D911C0C-9769-8D47-98B2-F7BF82341324}" srcOrd="0" destOrd="2" presId="urn:microsoft.com/office/officeart/2005/8/layout/vList2"/>
    <dgm:cxn modelId="{0D3FE147-358A-9C42-B73C-AC5FB593F052}" srcId="{24137B50-CB61-B940-974C-E53ED25DA7E6}" destId="{CF173F20-EE94-6D43-ACE2-E07FF598A53D}" srcOrd="2" destOrd="0" parTransId="{2F05A7A1-AEB6-DF42-BCDB-BC1B8D51028A}" sibTransId="{468DD4A1-997D-D449-AFF5-9A971AC9C414}"/>
    <dgm:cxn modelId="{FD9B3951-72F4-B94D-9242-354E5C4C529B}" srcId="{37ADFDD9-5800-0649-9116-2D032EA3EA3F}" destId="{B790606E-D554-C741-B7FE-5EF688C9426B}" srcOrd="0" destOrd="0" parTransId="{736427A8-CDEE-694F-AD28-70AF107939CC}" sibTransId="{97945D03-20F0-E144-AF3D-FBBA0D2979DD}"/>
    <dgm:cxn modelId="{7E391C59-6ED4-7242-A8F5-D7A1C7D167B0}" type="presOf" srcId="{37ADFDD9-5800-0649-9116-2D032EA3EA3F}" destId="{DB2241FA-0C22-954B-AC97-DB93F17EB18A}" srcOrd="0" destOrd="0" presId="urn:microsoft.com/office/officeart/2005/8/layout/vList2"/>
    <dgm:cxn modelId="{998E7674-2439-164A-8CB7-10C4103F8B39}" srcId="{74372DCD-2C43-C942-BA85-26B0CBFE682B}" destId="{E0AFC270-8C65-D24F-954F-F119817EB2F6}" srcOrd="0" destOrd="0" parTransId="{01F65013-1466-774A-BF74-115C0F86710A}" sibTransId="{2F13F8DC-C22A-0B46-9EA2-226EAAD3EAA2}"/>
    <dgm:cxn modelId="{9E110579-25F0-CA41-B595-2BEBF3DE98A0}" type="presOf" srcId="{3343ADF8-803F-8648-8BC7-E18BEAB38E28}" destId="{4A0C8C29-AC47-754E-9F2F-8A70192DA2A3}" srcOrd="0" destOrd="0" presId="urn:microsoft.com/office/officeart/2005/8/layout/vList2"/>
    <dgm:cxn modelId="{6F22DD99-EB68-AC41-8081-7C30ECC00CF1}" srcId="{D286478B-C466-954D-B1C9-EF1FC36809EE}" destId="{17A3C3B6-C421-A744-BFAA-C799CEB30E35}" srcOrd="2" destOrd="0" parTransId="{5963B6D1-905C-B042-8FCD-D5BC629DE08F}" sibTransId="{875724BA-8EC5-6F41-84D6-DEBAFC7B0203}"/>
    <dgm:cxn modelId="{721F1BA4-FDA1-0245-B0B5-A6BF5894078F}" srcId="{24137B50-CB61-B940-974C-E53ED25DA7E6}" destId="{37ADFDD9-5800-0649-9116-2D032EA3EA3F}" srcOrd="0" destOrd="0" parTransId="{95AC001D-20C4-D44F-AC84-C5330B5B25DB}" sibTransId="{D1867139-2A2D-D442-BDC5-4CFCFEB37DFC}"/>
    <dgm:cxn modelId="{F62B62AC-2BCD-9540-B242-A5E841B11BF3}" type="presOf" srcId="{CF1192AC-D9E4-B749-88BA-F5E83BF47486}" destId="{08318F6E-24FF-3441-B320-37ABE698E909}" srcOrd="0" destOrd="1" presId="urn:microsoft.com/office/officeart/2005/8/layout/vList2"/>
    <dgm:cxn modelId="{91148DAF-DCB2-7E44-9172-DFC88042FA3D}" type="presOf" srcId="{13BB2B66-61E4-9340-BAD1-D23F08991A0E}" destId="{5D911C0C-9769-8D47-98B2-F7BF82341324}" srcOrd="0" destOrd="0" presId="urn:microsoft.com/office/officeart/2005/8/layout/vList2"/>
    <dgm:cxn modelId="{6D3E0CBE-D601-D44F-9910-6FD5C2AF8B42}" srcId="{B790606E-D554-C741-B7FE-5EF688C9426B}" destId="{CF1192AC-D9E4-B749-88BA-F5E83BF47486}" srcOrd="0" destOrd="0" parTransId="{AF74F508-8839-9A4A-809D-4397FF1C8010}" sibTransId="{9D21227E-FB08-B94F-A7D2-EDE5A764CE5B}"/>
    <dgm:cxn modelId="{10065BC2-3A7E-5D46-8F4D-4256B01E8C31}" type="presOf" srcId="{74372DCD-2C43-C942-BA85-26B0CBFE682B}" destId="{4A0C8C29-AC47-754E-9F2F-8A70192DA2A3}" srcOrd="0" destOrd="3" presId="urn:microsoft.com/office/officeart/2005/8/layout/vList2"/>
    <dgm:cxn modelId="{C657C1C2-BDA6-F642-A96F-E3F529F279CD}" type="presOf" srcId="{B790606E-D554-C741-B7FE-5EF688C9426B}" destId="{08318F6E-24FF-3441-B320-37ABE698E909}" srcOrd="0" destOrd="0" presId="urn:microsoft.com/office/officeart/2005/8/layout/vList2"/>
    <dgm:cxn modelId="{4AEB6BC7-383F-3244-949F-AC9148626CB3}" type="presOf" srcId="{CF173F20-EE94-6D43-ACE2-E07FF598A53D}" destId="{32685FBA-1A5C-DB46-97C5-82CDD14D9FC2}" srcOrd="0" destOrd="0" presId="urn:microsoft.com/office/officeart/2005/8/layout/vList2"/>
    <dgm:cxn modelId="{2BF28AD2-CF20-1647-B08A-FE477DA9A077}" srcId="{1EB7BD4E-CA58-8349-8479-9E1B8E8E2D51}" destId="{3343ADF8-803F-8648-8BC7-E18BEAB38E28}" srcOrd="0" destOrd="0" parTransId="{895EABE9-9E53-9B41-8005-A951C1865141}" sibTransId="{71183675-B740-A046-8C23-3A82C618D022}"/>
    <dgm:cxn modelId="{FBB084EB-ADFF-AF4E-939C-0C0561DD6C86}" srcId="{D286478B-C466-954D-B1C9-EF1FC36809EE}" destId="{681A9BE0-87F9-F84A-B834-6694D46D6417}" srcOrd="1" destOrd="0" parTransId="{BC8428CC-4CA7-6544-84B1-0A28D1E50598}" sibTransId="{E621B445-F043-364D-A4C0-2C70945A885D}"/>
    <dgm:cxn modelId="{A046AEEC-328B-5249-A86F-99A6D795A16C}" type="presOf" srcId="{24137B50-CB61-B940-974C-E53ED25DA7E6}" destId="{5D1951CA-7038-E249-925A-835D8B764391}" srcOrd="0" destOrd="0" presId="urn:microsoft.com/office/officeart/2005/8/layout/vList2"/>
    <dgm:cxn modelId="{4241F8EC-5E6D-1B42-A14D-CA58B69725D2}" type="presOf" srcId="{90B0663F-E745-4445-BD1D-3D58D1DAAED0}" destId="{08318F6E-24FF-3441-B320-37ABE698E909}" srcOrd="0" destOrd="2" presId="urn:microsoft.com/office/officeart/2005/8/layout/vList2"/>
    <dgm:cxn modelId="{6CD350EF-1131-654A-AEF2-8E750E8B248B}" srcId="{3343ADF8-803F-8648-8BC7-E18BEAB38E28}" destId="{F007E754-654E-3549-94E6-66FDE59DBBBE}" srcOrd="1" destOrd="0" parTransId="{D90A4021-5145-C441-8F55-75E6EA8B941C}" sibTransId="{CDEAEB69-19B5-D44C-84BD-51A08F9040CF}"/>
    <dgm:cxn modelId="{0ED55CF4-403B-AF40-8E84-45B5A8D12706}" type="presOf" srcId="{CCBB6A2B-EA7A-AC4A-975C-52B77BB7E989}" destId="{4A0C8C29-AC47-754E-9F2F-8A70192DA2A3}" srcOrd="0" destOrd="1" presId="urn:microsoft.com/office/officeart/2005/8/layout/vList2"/>
    <dgm:cxn modelId="{68DEAEF5-085C-E247-AE71-437FB404B04F}" type="presOf" srcId="{F007E754-654E-3549-94E6-66FDE59DBBBE}" destId="{4A0C8C29-AC47-754E-9F2F-8A70192DA2A3}" srcOrd="0" destOrd="2" presId="urn:microsoft.com/office/officeart/2005/8/layout/vList2"/>
    <dgm:cxn modelId="{5EA613F6-A3F3-504F-9704-DBE0010AF2DF}" type="presOf" srcId="{E0AFC270-8C65-D24F-954F-F119817EB2F6}" destId="{4A0C8C29-AC47-754E-9F2F-8A70192DA2A3}" srcOrd="0" destOrd="4" presId="urn:microsoft.com/office/officeart/2005/8/layout/vList2"/>
    <dgm:cxn modelId="{9C5CB1FF-AC22-5F44-93BF-64B1B5EE797A}" type="presOf" srcId="{D286478B-C466-954D-B1C9-EF1FC36809EE}" destId="{CF3A8436-D684-714A-A8B2-A8FF9954F7A2}" srcOrd="0" destOrd="0" presId="urn:microsoft.com/office/officeart/2005/8/layout/vList2"/>
    <dgm:cxn modelId="{4BA969FF-C5B3-B44E-AE47-D3A3777B2ACA}" type="presParOf" srcId="{5D1951CA-7038-E249-925A-835D8B764391}" destId="{DB2241FA-0C22-954B-AC97-DB93F17EB18A}" srcOrd="0" destOrd="0" presId="urn:microsoft.com/office/officeart/2005/8/layout/vList2"/>
    <dgm:cxn modelId="{CE13C99C-1BC8-7D4D-B71D-02C567D71BBF}" type="presParOf" srcId="{5D1951CA-7038-E249-925A-835D8B764391}" destId="{08318F6E-24FF-3441-B320-37ABE698E909}" srcOrd="1" destOrd="0" presId="urn:microsoft.com/office/officeart/2005/8/layout/vList2"/>
    <dgm:cxn modelId="{7918759D-0BB3-6443-8529-67032C9C5E32}" type="presParOf" srcId="{5D1951CA-7038-E249-925A-835D8B764391}" destId="{9787C8DC-0185-B049-AB3C-1C8BA2B40DA8}" srcOrd="2" destOrd="0" presId="urn:microsoft.com/office/officeart/2005/8/layout/vList2"/>
    <dgm:cxn modelId="{25EF5C6A-00B1-E043-9FAF-64F217805323}" type="presParOf" srcId="{5D1951CA-7038-E249-925A-835D8B764391}" destId="{4A0C8C29-AC47-754E-9F2F-8A70192DA2A3}" srcOrd="3" destOrd="0" presId="urn:microsoft.com/office/officeart/2005/8/layout/vList2"/>
    <dgm:cxn modelId="{9B31DBDF-4E12-BD42-BCEE-E80C3A89B4DA}" type="presParOf" srcId="{5D1951CA-7038-E249-925A-835D8B764391}" destId="{32685FBA-1A5C-DB46-97C5-82CDD14D9FC2}" srcOrd="4" destOrd="0" presId="urn:microsoft.com/office/officeart/2005/8/layout/vList2"/>
    <dgm:cxn modelId="{6B372D93-8A2E-C647-A109-A3B6CBBDC38B}" type="presParOf" srcId="{5D1951CA-7038-E249-925A-835D8B764391}" destId="{A0A14BF5-3EF7-534E-8326-055925B54A13}" srcOrd="5" destOrd="0" presId="urn:microsoft.com/office/officeart/2005/8/layout/vList2"/>
    <dgm:cxn modelId="{4B7882A1-5065-B14E-8B22-6DCD48901579}" type="presParOf" srcId="{5D1951CA-7038-E249-925A-835D8B764391}" destId="{CF3A8436-D684-714A-A8B2-A8FF9954F7A2}" srcOrd="6" destOrd="0" presId="urn:microsoft.com/office/officeart/2005/8/layout/vList2"/>
    <dgm:cxn modelId="{63B704F2-27E0-2845-90EA-A9DB9580AF09}" type="presParOf" srcId="{5D1951CA-7038-E249-925A-835D8B764391}" destId="{5D911C0C-9769-8D47-98B2-F7BF8234132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8ECD5BE-D0F0-7A4A-9410-7A6CB44478DB}" type="doc">
      <dgm:prSet loTypeId="urn:microsoft.com/office/officeart/2005/8/layout/hierarchy5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44D6C3C-9046-454B-9851-FD09B5CA5B4C}">
      <dgm:prSet/>
      <dgm:spPr/>
      <dgm:t>
        <a:bodyPr/>
        <a:lstStyle/>
        <a:p>
          <a:r>
            <a:rPr lang="en-US" b="1" dirty="0"/>
            <a:t>Final Intent Labels</a:t>
          </a:r>
          <a:endParaRPr lang="en-US" dirty="0"/>
        </a:p>
      </dgm:t>
    </dgm:pt>
    <dgm:pt modelId="{385A008F-FB99-C645-B6F2-10384900B6D8}" type="parTrans" cxnId="{4945998A-1047-7942-ABAA-85BC570C8B27}">
      <dgm:prSet/>
      <dgm:spPr/>
      <dgm:t>
        <a:bodyPr/>
        <a:lstStyle/>
        <a:p>
          <a:endParaRPr lang="en-US"/>
        </a:p>
      </dgm:t>
    </dgm:pt>
    <dgm:pt modelId="{B2298B39-7AAF-E841-A043-38D2204E7610}" type="sibTrans" cxnId="{4945998A-1047-7942-ABAA-85BC570C8B27}">
      <dgm:prSet/>
      <dgm:spPr/>
      <dgm:t>
        <a:bodyPr/>
        <a:lstStyle/>
        <a:p>
          <a:endParaRPr lang="en-US"/>
        </a:p>
      </dgm:t>
    </dgm:pt>
    <dgm:pt modelId="{A73C746B-C7BC-9F4D-8631-745B6D22DEE5}">
      <dgm:prSet/>
      <dgm:spPr/>
      <dgm:t>
        <a:bodyPr/>
        <a:lstStyle/>
        <a:p>
          <a:r>
            <a:rPr lang="en-US" b="1" dirty="0"/>
            <a:t>CR: 445</a:t>
          </a:r>
          <a:endParaRPr lang="en-US" dirty="0"/>
        </a:p>
      </dgm:t>
    </dgm:pt>
    <dgm:pt modelId="{F3735D23-829E-454A-B103-71D67D39EBA7}" type="parTrans" cxnId="{EA4B92B2-C677-A549-A055-90905A303EC9}">
      <dgm:prSet/>
      <dgm:spPr/>
      <dgm:t>
        <a:bodyPr/>
        <a:lstStyle/>
        <a:p>
          <a:endParaRPr lang="en-US"/>
        </a:p>
      </dgm:t>
    </dgm:pt>
    <dgm:pt modelId="{F2DF1CEC-D8FA-5D44-9131-670B2E59052C}" type="sibTrans" cxnId="{EA4B92B2-C677-A549-A055-90905A303EC9}">
      <dgm:prSet/>
      <dgm:spPr/>
      <dgm:t>
        <a:bodyPr/>
        <a:lstStyle/>
        <a:p>
          <a:endParaRPr lang="en-US"/>
        </a:p>
      </dgm:t>
    </dgm:pt>
    <dgm:pt modelId="{D2245864-F588-A042-B2E5-D8A03E46BB85}">
      <dgm:prSet/>
      <dgm:spPr/>
      <dgm:t>
        <a:bodyPr/>
        <a:lstStyle/>
        <a:p>
          <a:r>
            <a:rPr lang="en-US" b="1" dirty="0"/>
            <a:t>VIS: 1400</a:t>
          </a:r>
          <a:endParaRPr lang="en-US" dirty="0"/>
        </a:p>
      </dgm:t>
    </dgm:pt>
    <dgm:pt modelId="{BF175EB1-7F49-AB4D-AAF6-D08249072816}" type="parTrans" cxnId="{A7BF61DF-55C6-0040-8089-1D562A725903}">
      <dgm:prSet/>
      <dgm:spPr/>
      <dgm:t>
        <a:bodyPr/>
        <a:lstStyle/>
        <a:p>
          <a:endParaRPr lang="en-US"/>
        </a:p>
      </dgm:t>
    </dgm:pt>
    <dgm:pt modelId="{FBEC7EEB-88FD-844B-9B25-F586CCA7CF21}" type="sibTrans" cxnId="{A7BF61DF-55C6-0040-8089-1D562A725903}">
      <dgm:prSet/>
      <dgm:spPr/>
      <dgm:t>
        <a:bodyPr/>
        <a:lstStyle/>
        <a:p>
          <a:endParaRPr lang="en-US"/>
        </a:p>
      </dgm:t>
    </dgm:pt>
    <dgm:pt modelId="{C52BD03C-464D-F243-9A60-88CCEE5213AA}">
      <dgm:prSet/>
      <dgm:spPr/>
      <dgm:t>
        <a:bodyPr/>
        <a:lstStyle/>
        <a:p>
          <a:r>
            <a:rPr lang="en-US" b="1" dirty="0"/>
            <a:t>None</a:t>
          </a:r>
          <a:r>
            <a:rPr lang="en-US" dirty="0"/>
            <a:t>: </a:t>
          </a:r>
          <a:r>
            <a:rPr lang="en-US" b="1" dirty="0"/>
            <a:t>5082</a:t>
          </a:r>
        </a:p>
      </dgm:t>
    </dgm:pt>
    <dgm:pt modelId="{36FB2466-AA97-0A45-93B2-93CB0D5B80B5}" type="parTrans" cxnId="{4A719A0F-240A-A340-82D9-CD8C16DDC1C1}">
      <dgm:prSet/>
      <dgm:spPr/>
      <dgm:t>
        <a:bodyPr/>
        <a:lstStyle/>
        <a:p>
          <a:endParaRPr lang="en-US"/>
        </a:p>
      </dgm:t>
    </dgm:pt>
    <dgm:pt modelId="{B822B81B-7B70-7B4B-A294-F930D884FF88}" type="sibTrans" cxnId="{4A719A0F-240A-A340-82D9-CD8C16DDC1C1}">
      <dgm:prSet/>
      <dgm:spPr/>
      <dgm:t>
        <a:bodyPr/>
        <a:lstStyle/>
        <a:p>
          <a:endParaRPr lang="en-US"/>
        </a:p>
      </dgm:t>
    </dgm:pt>
    <dgm:pt modelId="{A1AB8DB7-20B9-4245-AA14-BE81A0EEE07F}" type="pres">
      <dgm:prSet presAssocID="{F8ECD5BE-D0F0-7A4A-9410-7A6CB44478D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14854AA-E6A8-D244-9F78-B457D544F7B1}" type="pres">
      <dgm:prSet presAssocID="{F8ECD5BE-D0F0-7A4A-9410-7A6CB44478DB}" presName="hierFlow" presStyleCnt="0"/>
      <dgm:spPr/>
    </dgm:pt>
    <dgm:pt modelId="{04E1C8DB-E916-A140-930E-F06287E75E40}" type="pres">
      <dgm:prSet presAssocID="{F8ECD5BE-D0F0-7A4A-9410-7A6CB44478D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7EA5E06-962E-7249-868E-D236B82FCA76}" type="pres">
      <dgm:prSet presAssocID="{A44D6C3C-9046-454B-9851-FD09B5CA5B4C}" presName="Name17" presStyleCnt="0"/>
      <dgm:spPr/>
    </dgm:pt>
    <dgm:pt modelId="{84B59C4B-6756-9440-9CD2-57F5C353B1F7}" type="pres">
      <dgm:prSet presAssocID="{A44D6C3C-9046-454B-9851-FD09B5CA5B4C}" presName="level1Shape" presStyleLbl="node0" presStyleIdx="0" presStyleCnt="1">
        <dgm:presLayoutVars>
          <dgm:chPref val="3"/>
        </dgm:presLayoutVars>
      </dgm:prSet>
      <dgm:spPr/>
    </dgm:pt>
    <dgm:pt modelId="{CDB5216D-14BE-1B48-A479-49AB3490A853}" type="pres">
      <dgm:prSet presAssocID="{A44D6C3C-9046-454B-9851-FD09B5CA5B4C}" presName="hierChild2" presStyleCnt="0"/>
      <dgm:spPr/>
    </dgm:pt>
    <dgm:pt modelId="{F9AD140C-E911-3F44-930B-C738168691EF}" type="pres">
      <dgm:prSet presAssocID="{F3735D23-829E-454A-B103-71D67D39EBA7}" presName="Name25" presStyleLbl="parChTrans1D2" presStyleIdx="0" presStyleCnt="3"/>
      <dgm:spPr/>
    </dgm:pt>
    <dgm:pt modelId="{21C1D36C-C0AB-1841-AFB6-B628AF52B685}" type="pres">
      <dgm:prSet presAssocID="{F3735D23-829E-454A-B103-71D67D39EBA7}" presName="connTx" presStyleLbl="parChTrans1D2" presStyleIdx="0" presStyleCnt="3"/>
      <dgm:spPr/>
    </dgm:pt>
    <dgm:pt modelId="{4B8BABAA-F5C1-C04A-89F7-EB71CE407F58}" type="pres">
      <dgm:prSet presAssocID="{A73C746B-C7BC-9F4D-8631-745B6D22DEE5}" presName="Name30" presStyleCnt="0"/>
      <dgm:spPr/>
    </dgm:pt>
    <dgm:pt modelId="{2365A499-2206-BF42-90AD-A91F7E49CEB2}" type="pres">
      <dgm:prSet presAssocID="{A73C746B-C7BC-9F4D-8631-745B6D22DEE5}" presName="level2Shape" presStyleLbl="node2" presStyleIdx="0" presStyleCnt="3"/>
      <dgm:spPr/>
    </dgm:pt>
    <dgm:pt modelId="{3596993E-ED76-5843-914A-04AA676A18ED}" type="pres">
      <dgm:prSet presAssocID="{A73C746B-C7BC-9F4D-8631-745B6D22DEE5}" presName="hierChild3" presStyleCnt="0"/>
      <dgm:spPr/>
    </dgm:pt>
    <dgm:pt modelId="{020113D8-9736-4A46-AE42-8BD42996270F}" type="pres">
      <dgm:prSet presAssocID="{BF175EB1-7F49-AB4D-AAF6-D08249072816}" presName="Name25" presStyleLbl="parChTrans1D2" presStyleIdx="1" presStyleCnt="3"/>
      <dgm:spPr/>
    </dgm:pt>
    <dgm:pt modelId="{6426E6D6-30B9-AA41-9050-B244746E203B}" type="pres">
      <dgm:prSet presAssocID="{BF175EB1-7F49-AB4D-AAF6-D08249072816}" presName="connTx" presStyleLbl="parChTrans1D2" presStyleIdx="1" presStyleCnt="3"/>
      <dgm:spPr/>
    </dgm:pt>
    <dgm:pt modelId="{E54B8133-329E-1541-883F-3812559912F9}" type="pres">
      <dgm:prSet presAssocID="{D2245864-F588-A042-B2E5-D8A03E46BB85}" presName="Name30" presStyleCnt="0"/>
      <dgm:spPr/>
    </dgm:pt>
    <dgm:pt modelId="{2CCAF4D7-2045-8D4C-931E-BB1BAEABA74B}" type="pres">
      <dgm:prSet presAssocID="{D2245864-F588-A042-B2E5-D8A03E46BB85}" presName="level2Shape" presStyleLbl="node2" presStyleIdx="1" presStyleCnt="3"/>
      <dgm:spPr/>
    </dgm:pt>
    <dgm:pt modelId="{D0D34175-2711-F54A-81AF-282FFC7284F9}" type="pres">
      <dgm:prSet presAssocID="{D2245864-F588-A042-B2E5-D8A03E46BB85}" presName="hierChild3" presStyleCnt="0"/>
      <dgm:spPr/>
    </dgm:pt>
    <dgm:pt modelId="{4AA17F1E-93FE-5848-8ADA-23D38754FD31}" type="pres">
      <dgm:prSet presAssocID="{36FB2466-AA97-0A45-93B2-93CB0D5B80B5}" presName="Name25" presStyleLbl="parChTrans1D2" presStyleIdx="2" presStyleCnt="3"/>
      <dgm:spPr/>
    </dgm:pt>
    <dgm:pt modelId="{9049EA11-BBAB-DE42-A8DE-7E27FF851FBE}" type="pres">
      <dgm:prSet presAssocID="{36FB2466-AA97-0A45-93B2-93CB0D5B80B5}" presName="connTx" presStyleLbl="parChTrans1D2" presStyleIdx="2" presStyleCnt="3"/>
      <dgm:spPr/>
    </dgm:pt>
    <dgm:pt modelId="{CE86B3CF-22D1-D142-B6A0-9B54A9E8DAC0}" type="pres">
      <dgm:prSet presAssocID="{C52BD03C-464D-F243-9A60-88CCEE5213AA}" presName="Name30" presStyleCnt="0"/>
      <dgm:spPr/>
    </dgm:pt>
    <dgm:pt modelId="{0C6DAD05-0033-FD4A-8EF4-EB8440AC0A9C}" type="pres">
      <dgm:prSet presAssocID="{C52BD03C-464D-F243-9A60-88CCEE5213AA}" presName="level2Shape" presStyleLbl="node2" presStyleIdx="2" presStyleCnt="3"/>
      <dgm:spPr/>
    </dgm:pt>
    <dgm:pt modelId="{8845E569-335B-4B44-B2B2-8DDDA2085D36}" type="pres">
      <dgm:prSet presAssocID="{C52BD03C-464D-F243-9A60-88CCEE5213AA}" presName="hierChild3" presStyleCnt="0"/>
      <dgm:spPr/>
    </dgm:pt>
    <dgm:pt modelId="{4ED804B8-8D12-8F4E-81D6-998B5158E322}" type="pres">
      <dgm:prSet presAssocID="{F8ECD5BE-D0F0-7A4A-9410-7A6CB44478DB}" presName="bgShapesFlow" presStyleCnt="0"/>
      <dgm:spPr/>
    </dgm:pt>
  </dgm:ptLst>
  <dgm:cxnLst>
    <dgm:cxn modelId="{4A719A0F-240A-A340-82D9-CD8C16DDC1C1}" srcId="{A44D6C3C-9046-454B-9851-FD09B5CA5B4C}" destId="{C52BD03C-464D-F243-9A60-88CCEE5213AA}" srcOrd="2" destOrd="0" parTransId="{36FB2466-AA97-0A45-93B2-93CB0D5B80B5}" sibTransId="{B822B81B-7B70-7B4B-A294-F930D884FF88}"/>
    <dgm:cxn modelId="{01136123-6FA0-F847-8812-5ACC9BE2CE56}" type="presOf" srcId="{BF175EB1-7F49-AB4D-AAF6-D08249072816}" destId="{6426E6D6-30B9-AA41-9050-B244746E203B}" srcOrd="1" destOrd="0" presId="urn:microsoft.com/office/officeart/2005/8/layout/hierarchy5"/>
    <dgm:cxn modelId="{6ADF214C-8673-204D-9201-3415BA8BF8CA}" type="presOf" srcId="{A44D6C3C-9046-454B-9851-FD09B5CA5B4C}" destId="{84B59C4B-6756-9440-9CD2-57F5C353B1F7}" srcOrd="0" destOrd="0" presId="urn:microsoft.com/office/officeart/2005/8/layout/hierarchy5"/>
    <dgm:cxn modelId="{AC50054D-B9CD-D744-A16D-6BBD8A13064D}" type="presOf" srcId="{36FB2466-AA97-0A45-93B2-93CB0D5B80B5}" destId="{4AA17F1E-93FE-5848-8ADA-23D38754FD31}" srcOrd="0" destOrd="0" presId="urn:microsoft.com/office/officeart/2005/8/layout/hierarchy5"/>
    <dgm:cxn modelId="{999B804F-ACBB-DB43-8AF2-2BD721EE7D90}" type="presOf" srcId="{BF175EB1-7F49-AB4D-AAF6-D08249072816}" destId="{020113D8-9736-4A46-AE42-8BD42996270F}" srcOrd="0" destOrd="0" presId="urn:microsoft.com/office/officeart/2005/8/layout/hierarchy5"/>
    <dgm:cxn modelId="{2DFE4750-3221-E64A-82D7-D184C3698AF5}" type="presOf" srcId="{F3735D23-829E-454A-B103-71D67D39EBA7}" destId="{21C1D36C-C0AB-1841-AFB6-B628AF52B685}" srcOrd="1" destOrd="0" presId="urn:microsoft.com/office/officeart/2005/8/layout/hierarchy5"/>
    <dgm:cxn modelId="{4EE7D250-D1B7-EA40-AD9E-AE6AFB776701}" type="presOf" srcId="{F8ECD5BE-D0F0-7A4A-9410-7A6CB44478DB}" destId="{A1AB8DB7-20B9-4245-AA14-BE81A0EEE07F}" srcOrd="0" destOrd="0" presId="urn:microsoft.com/office/officeart/2005/8/layout/hierarchy5"/>
    <dgm:cxn modelId="{C0A02A7C-8098-4E4D-B4A5-2E09A28A0E79}" type="presOf" srcId="{F3735D23-829E-454A-B103-71D67D39EBA7}" destId="{F9AD140C-E911-3F44-930B-C738168691EF}" srcOrd="0" destOrd="0" presId="urn:microsoft.com/office/officeart/2005/8/layout/hierarchy5"/>
    <dgm:cxn modelId="{562F9183-6761-A54F-9DF4-B5071D4F9143}" type="presOf" srcId="{C52BD03C-464D-F243-9A60-88CCEE5213AA}" destId="{0C6DAD05-0033-FD4A-8EF4-EB8440AC0A9C}" srcOrd="0" destOrd="0" presId="urn:microsoft.com/office/officeart/2005/8/layout/hierarchy5"/>
    <dgm:cxn modelId="{4945998A-1047-7942-ABAA-85BC570C8B27}" srcId="{F8ECD5BE-D0F0-7A4A-9410-7A6CB44478DB}" destId="{A44D6C3C-9046-454B-9851-FD09B5CA5B4C}" srcOrd="0" destOrd="0" parTransId="{385A008F-FB99-C645-B6F2-10384900B6D8}" sibTransId="{B2298B39-7AAF-E841-A043-38D2204E7610}"/>
    <dgm:cxn modelId="{E3FD878B-A6E9-9649-BE5C-DDAE6399C877}" type="presOf" srcId="{36FB2466-AA97-0A45-93B2-93CB0D5B80B5}" destId="{9049EA11-BBAB-DE42-A8DE-7E27FF851FBE}" srcOrd="1" destOrd="0" presId="urn:microsoft.com/office/officeart/2005/8/layout/hierarchy5"/>
    <dgm:cxn modelId="{702366A9-DDF4-0E43-BD50-11A9B4AF21EA}" type="presOf" srcId="{D2245864-F588-A042-B2E5-D8A03E46BB85}" destId="{2CCAF4D7-2045-8D4C-931E-BB1BAEABA74B}" srcOrd="0" destOrd="0" presId="urn:microsoft.com/office/officeart/2005/8/layout/hierarchy5"/>
    <dgm:cxn modelId="{EA4B92B2-C677-A549-A055-90905A303EC9}" srcId="{A44D6C3C-9046-454B-9851-FD09B5CA5B4C}" destId="{A73C746B-C7BC-9F4D-8631-745B6D22DEE5}" srcOrd="0" destOrd="0" parTransId="{F3735D23-829E-454A-B103-71D67D39EBA7}" sibTransId="{F2DF1CEC-D8FA-5D44-9131-670B2E59052C}"/>
    <dgm:cxn modelId="{447B5BD4-0B14-B441-BF14-A78C8180803F}" type="presOf" srcId="{A73C746B-C7BC-9F4D-8631-745B6D22DEE5}" destId="{2365A499-2206-BF42-90AD-A91F7E49CEB2}" srcOrd="0" destOrd="0" presId="urn:microsoft.com/office/officeart/2005/8/layout/hierarchy5"/>
    <dgm:cxn modelId="{A7BF61DF-55C6-0040-8089-1D562A725903}" srcId="{A44D6C3C-9046-454B-9851-FD09B5CA5B4C}" destId="{D2245864-F588-A042-B2E5-D8A03E46BB85}" srcOrd="1" destOrd="0" parTransId="{BF175EB1-7F49-AB4D-AAF6-D08249072816}" sibTransId="{FBEC7EEB-88FD-844B-9B25-F586CCA7CF21}"/>
    <dgm:cxn modelId="{B810E97E-BF4E-884A-9432-CBF28E399956}" type="presParOf" srcId="{A1AB8DB7-20B9-4245-AA14-BE81A0EEE07F}" destId="{014854AA-E6A8-D244-9F78-B457D544F7B1}" srcOrd="0" destOrd="0" presId="urn:microsoft.com/office/officeart/2005/8/layout/hierarchy5"/>
    <dgm:cxn modelId="{CB68080A-C59D-844B-AC40-E20149AFAAA8}" type="presParOf" srcId="{014854AA-E6A8-D244-9F78-B457D544F7B1}" destId="{04E1C8DB-E916-A140-930E-F06287E75E40}" srcOrd="0" destOrd="0" presId="urn:microsoft.com/office/officeart/2005/8/layout/hierarchy5"/>
    <dgm:cxn modelId="{6E1DE825-9F90-0A4C-B9BE-1AA6DBCAD303}" type="presParOf" srcId="{04E1C8DB-E916-A140-930E-F06287E75E40}" destId="{37EA5E06-962E-7249-868E-D236B82FCA76}" srcOrd="0" destOrd="0" presId="urn:microsoft.com/office/officeart/2005/8/layout/hierarchy5"/>
    <dgm:cxn modelId="{E5BC46F9-828D-EB4A-BA3C-884F7AC37A7D}" type="presParOf" srcId="{37EA5E06-962E-7249-868E-D236B82FCA76}" destId="{84B59C4B-6756-9440-9CD2-57F5C353B1F7}" srcOrd="0" destOrd="0" presId="urn:microsoft.com/office/officeart/2005/8/layout/hierarchy5"/>
    <dgm:cxn modelId="{D30816DA-ECEF-F644-9815-0C3F181D5A39}" type="presParOf" srcId="{37EA5E06-962E-7249-868E-D236B82FCA76}" destId="{CDB5216D-14BE-1B48-A479-49AB3490A853}" srcOrd="1" destOrd="0" presId="urn:microsoft.com/office/officeart/2005/8/layout/hierarchy5"/>
    <dgm:cxn modelId="{807A2E18-C0AD-BC4C-B83D-B1A4EA957695}" type="presParOf" srcId="{CDB5216D-14BE-1B48-A479-49AB3490A853}" destId="{F9AD140C-E911-3F44-930B-C738168691EF}" srcOrd="0" destOrd="0" presId="urn:microsoft.com/office/officeart/2005/8/layout/hierarchy5"/>
    <dgm:cxn modelId="{CE617A4E-77BB-8D4C-B6F8-D5BDCE1FFC72}" type="presParOf" srcId="{F9AD140C-E911-3F44-930B-C738168691EF}" destId="{21C1D36C-C0AB-1841-AFB6-B628AF52B685}" srcOrd="0" destOrd="0" presId="urn:microsoft.com/office/officeart/2005/8/layout/hierarchy5"/>
    <dgm:cxn modelId="{D4A67A18-AB17-CA40-8AF1-A66B81BB589D}" type="presParOf" srcId="{CDB5216D-14BE-1B48-A479-49AB3490A853}" destId="{4B8BABAA-F5C1-C04A-89F7-EB71CE407F58}" srcOrd="1" destOrd="0" presId="urn:microsoft.com/office/officeart/2005/8/layout/hierarchy5"/>
    <dgm:cxn modelId="{24817DAC-2103-E84C-A954-7AEE13A058AF}" type="presParOf" srcId="{4B8BABAA-F5C1-C04A-89F7-EB71CE407F58}" destId="{2365A499-2206-BF42-90AD-A91F7E49CEB2}" srcOrd="0" destOrd="0" presId="urn:microsoft.com/office/officeart/2005/8/layout/hierarchy5"/>
    <dgm:cxn modelId="{AE17DB68-B75C-504A-B3DF-BAC0463CFBB4}" type="presParOf" srcId="{4B8BABAA-F5C1-C04A-89F7-EB71CE407F58}" destId="{3596993E-ED76-5843-914A-04AA676A18ED}" srcOrd="1" destOrd="0" presId="urn:microsoft.com/office/officeart/2005/8/layout/hierarchy5"/>
    <dgm:cxn modelId="{81332C0E-B421-B747-A57B-5259E899F40E}" type="presParOf" srcId="{CDB5216D-14BE-1B48-A479-49AB3490A853}" destId="{020113D8-9736-4A46-AE42-8BD42996270F}" srcOrd="2" destOrd="0" presId="urn:microsoft.com/office/officeart/2005/8/layout/hierarchy5"/>
    <dgm:cxn modelId="{492D2411-FAF8-9B44-8B75-DB1A0FEA6107}" type="presParOf" srcId="{020113D8-9736-4A46-AE42-8BD42996270F}" destId="{6426E6D6-30B9-AA41-9050-B244746E203B}" srcOrd="0" destOrd="0" presId="urn:microsoft.com/office/officeart/2005/8/layout/hierarchy5"/>
    <dgm:cxn modelId="{153B8B56-3673-2B4F-9246-C8BE53A42AF1}" type="presParOf" srcId="{CDB5216D-14BE-1B48-A479-49AB3490A853}" destId="{E54B8133-329E-1541-883F-3812559912F9}" srcOrd="3" destOrd="0" presId="urn:microsoft.com/office/officeart/2005/8/layout/hierarchy5"/>
    <dgm:cxn modelId="{8C3EA5B3-A9D3-9B4D-850B-C76E3F556D32}" type="presParOf" srcId="{E54B8133-329E-1541-883F-3812559912F9}" destId="{2CCAF4D7-2045-8D4C-931E-BB1BAEABA74B}" srcOrd="0" destOrd="0" presId="urn:microsoft.com/office/officeart/2005/8/layout/hierarchy5"/>
    <dgm:cxn modelId="{E6642F89-3CEE-7E45-ADC7-FD1F484D73E6}" type="presParOf" srcId="{E54B8133-329E-1541-883F-3812559912F9}" destId="{D0D34175-2711-F54A-81AF-282FFC7284F9}" srcOrd="1" destOrd="0" presId="urn:microsoft.com/office/officeart/2005/8/layout/hierarchy5"/>
    <dgm:cxn modelId="{92195E4E-A0A7-F547-9A04-BDB23DB374C9}" type="presParOf" srcId="{CDB5216D-14BE-1B48-A479-49AB3490A853}" destId="{4AA17F1E-93FE-5848-8ADA-23D38754FD31}" srcOrd="4" destOrd="0" presId="urn:microsoft.com/office/officeart/2005/8/layout/hierarchy5"/>
    <dgm:cxn modelId="{95B9D41B-10E3-2A49-9BEC-CEFC61EE1E45}" type="presParOf" srcId="{4AA17F1E-93FE-5848-8ADA-23D38754FD31}" destId="{9049EA11-BBAB-DE42-A8DE-7E27FF851FBE}" srcOrd="0" destOrd="0" presId="urn:microsoft.com/office/officeart/2005/8/layout/hierarchy5"/>
    <dgm:cxn modelId="{A95A89FA-A4CC-5A4C-961A-E202CCDA130D}" type="presParOf" srcId="{CDB5216D-14BE-1B48-A479-49AB3490A853}" destId="{CE86B3CF-22D1-D142-B6A0-9B54A9E8DAC0}" srcOrd="5" destOrd="0" presId="urn:microsoft.com/office/officeart/2005/8/layout/hierarchy5"/>
    <dgm:cxn modelId="{1D271301-868C-D742-B7CC-51F451099C8D}" type="presParOf" srcId="{CE86B3CF-22D1-D142-B6A0-9B54A9E8DAC0}" destId="{0C6DAD05-0033-FD4A-8EF4-EB8440AC0A9C}" srcOrd="0" destOrd="0" presId="urn:microsoft.com/office/officeart/2005/8/layout/hierarchy5"/>
    <dgm:cxn modelId="{C4A1DFB4-D43A-634E-B4C4-D50D5BE9099E}" type="presParOf" srcId="{CE86B3CF-22D1-D142-B6A0-9B54A9E8DAC0}" destId="{8845E569-335B-4B44-B2B2-8DDDA2085D36}" srcOrd="1" destOrd="0" presId="urn:microsoft.com/office/officeart/2005/8/layout/hierarchy5"/>
    <dgm:cxn modelId="{E38641BA-0BE2-104C-9C85-F101836A795D}" type="presParOf" srcId="{A1AB8DB7-20B9-4245-AA14-BE81A0EEE07F}" destId="{4ED804B8-8D12-8F4E-81D6-998B5158E322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FA6DAC5-CDD0-A140-80F9-EEB2C66BF965}" type="doc">
      <dgm:prSet loTypeId="urn:microsoft.com/office/officeart/2005/8/layout/list1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7CFE89-BFED-F540-A479-07DD08D0A995}">
      <dgm:prSet/>
      <dgm:spPr/>
      <dgm:t>
        <a:bodyPr/>
        <a:lstStyle/>
        <a:p>
          <a:r>
            <a:rPr lang="en-US" b="1" dirty="0"/>
            <a:t>Auditory CRs:</a:t>
          </a:r>
          <a:endParaRPr lang="en-US" dirty="0"/>
        </a:p>
      </dgm:t>
    </dgm:pt>
    <dgm:pt modelId="{BBC0BBFD-0CA4-D44A-B3E8-8ABAA824164A}" type="parTrans" cxnId="{D6F9B530-CCFD-B543-A9F2-2405DC7B9643}">
      <dgm:prSet/>
      <dgm:spPr/>
      <dgm:t>
        <a:bodyPr/>
        <a:lstStyle/>
        <a:p>
          <a:endParaRPr lang="en-US"/>
        </a:p>
      </dgm:t>
    </dgm:pt>
    <dgm:pt modelId="{39FE116A-D90F-EA48-BADE-F1D89BD86546}" type="sibTrans" cxnId="{D6F9B530-CCFD-B543-A9F2-2405DC7B9643}">
      <dgm:prSet/>
      <dgm:spPr/>
      <dgm:t>
        <a:bodyPr/>
        <a:lstStyle/>
        <a:p>
          <a:endParaRPr lang="en-US"/>
        </a:p>
      </dgm:t>
    </dgm:pt>
    <dgm:pt modelId="{6C743232-FBD0-E348-9C22-2A6870C28164}">
      <dgm:prSet/>
      <dgm:spPr/>
      <dgm:t>
        <a:bodyPr/>
        <a:lstStyle/>
        <a:p>
          <a:r>
            <a:rPr lang="en-US" b="1" dirty="0"/>
            <a:t>Gaps in hearing</a:t>
          </a:r>
          <a:endParaRPr lang="en-US" dirty="0"/>
        </a:p>
      </dgm:t>
    </dgm:pt>
    <dgm:pt modelId="{7B4D85C4-AA99-474D-8BDF-FAEA77E6D03F}" type="parTrans" cxnId="{52154FAA-1D82-6946-BE52-AFA9DEF11621}">
      <dgm:prSet/>
      <dgm:spPr/>
      <dgm:t>
        <a:bodyPr/>
        <a:lstStyle/>
        <a:p>
          <a:endParaRPr lang="en-US"/>
        </a:p>
      </dgm:t>
    </dgm:pt>
    <dgm:pt modelId="{CB8690A8-A314-5140-B5F6-B04B2E0CBE5B}" type="sibTrans" cxnId="{52154FAA-1D82-6946-BE52-AFA9DEF11621}">
      <dgm:prSet/>
      <dgm:spPr/>
      <dgm:t>
        <a:bodyPr/>
        <a:lstStyle/>
        <a:p>
          <a:endParaRPr lang="en-US"/>
        </a:p>
      </dgm:t>
    </dgm:pt>
    <dgm:pt modelId="{645195FD-7047-2647-861A-F48B62ACE314}">
      <dgm:prSet/>
      <dgm:spPr/>
      <dgm:t>
        <a:bodyPr/>
        <a:lstStyle/>
        <a:p>
          <a:r>
            <a:rPr lang="en-US" b="1"/>
            <a:t>Kinesthetic CRs:</a:t>
          </a:r>
          <a:endParaRPr lang="en-US"/>
        </a:p>
      </dgm:t>
    </dgm:pt>
    <dgm:pt modelId="{2A5F600E-F005-4C42-A606-4083A3CCE53C}" type="parTrans" cxnId="{1C791CC2-2C0B-D740-B58B-54089F7761C5}">
      <dgm:prSet/>
      <dgm:spPr/>
      <dgm:t>
        <a:bodyPr/>
        <a:lstStyle/>
        <a:p>
          <a:endParaRPr lang="en-US"/>
        </a:p>
      </dgm:t>
    </dgm:pt>
    <dgm:pt modelId="{E3EE46C6-A578-1A4F-B7C0-CF895159347C}" type="sibTrans" cxnId="{1C791CC2-2C0B-D740-B58B-54089F7761C5}">
      <dgm:prSet/>
      <dgm:spPr/>
      <dgm:t>
        <a:bodyPr/>
        <a:lstStyle/>
        <a:p>
          <a:endParaRPr lang="en-US"/>
        </a:p>
      </dgm:t>
    </dgm:pt>
    <dgm:pt modelId="{7A104694-AB88-E64C-9690-BA9FF144BB1D}">
      <dgm:prSet/>
      <dgm:spPr/>
      <dgm:t>
        <a:bodyPr/>
        <a:lstStyle/>
        <a:p>
          <a:r>
            <a:rPr lang="en-US" b="1" dirty="0"/>
            <a:t>How to interact with the system </a:t>
          </a:r>
          <a:endParaRPr lang="en-US" dirty="0"/>
        </a:p>
      </dgm:t>
    </dgm:pt>
    <dgm:pt modelId="{D69ECA52-2EED-B745-9B5D-EF2A28D1B62F}" type="parTrans" cxnId="{15876473-B7CE-AA43-9FA2-7C3217B48350}">
      <dgm:prSet/>
      <dgm:spPr/>
      <dgm:t>
        <a:bodyPr/>
        <a:lstStyle/>
        <a:p>
          <a:endParaRPr lang="en-US"/>
        </a:p>
      </dgm:t>
    </dgm:pt>
    <dgm:pt modelId="{D126D0FE-D1F7-4944-B9FC-1C028E2A99F1}" type="sibTrans" cxnId="{15876473-B7CE-AA43-9FA2-7C3217B48350}">
      <dgm:prSet/>
      <dgm:spPr/>
      <dgm:t>
        <a:bodyPr/>
        <a:lstStyle/>
        <a:p>
          <a:endParaRPr lang="en-US"/>
        </a:p>
      </dgm:t>
    </dgm:pt>
    <dgm:pt modelId="{1E4542F5-2F38-914D-962D-D2A145D3BEA1}">
      <dgm:prSet/>
      <dgm:spPr/>
      <dgm:t>
        <a:bodyPr/>
        <a:lstStyle/>
        <a:p>
          <a:r>
            <a:rPr lang="en-US" b="1" dirty="0"/>
            <a:t>Operate at a more meta-level </a:t>
          </a:r>
          <a:endParaRPr lang="en-US" dirty="0"/>
        </a:p>
      </dgm:t>
    </dgm:pt>
    <dgm:pt modelId="{AECF45B3-7801-FA43-8F40-B6E16448F9F5}" type="parTrans" cxnId="{10501F0F-3C3E-D049-8687-39434BD1F1FE}">
      <dgm:prSet/>
      <dgm:spPr/>
      <dgm:t>
        <a:bodyPr/>
        <a:lstStyle/>
        <a:p>
          <a:endParaRPr lang="en-US"/>
        </a:p>
      </dgm:t>
    </dgm:pt>
    <dgm:pt modelId="{A17DA73F-1C87-9348-9804-2731210038CD}" type="sibTrans" cxnId="{10501F0F-3C3E-D049-8687-39434BD1F1FE}">
      <dgm:prSet/>
      <dgm:spPr/>
      <dgm:t>
        <a:bodyPr/>
        <a:lstStyle/>
        <a:p>
          <a:endParaRPr lang="en-US"/>
        </a:p>
      </dgm:t>
    </dgm:pt>
    <dgm:pt modelId="{6C6224A0-E483-0248-8BC2-B13BDCA92B9D}">
      <dgm:prSet/>
      <dgm:spPr/>
      <dgm:t>
        <a:bodyPr/>
        <a:lstStyle/>
        <a:p>
          <a:r>
            <a:rPr lang="en-US" b="1"/>
            <a:t>Visual CRs:</a:t>
          </a:r>
          <a:endParaRPr lang="en-US"/>
        </a:p>
      </dgm:t>
    </dgm:pt>
    <dgm:pt modelId="{BA062938-DC2D-134D-AA1F-5535BA04B571}" type="parTrans" cxnId="{D9012BD5-59B3-F04B-AB3E-554D36599238}">
      <dgm:prSet/>
      <dgm:spPr/>
      <dgm:t>
        <a:bodyPr/>
        <a:lstStyle/>
        <a:p>
          <a:endParaRPr lang="en-US"/>
        </a:p>
      </dgm:t>
    </dgm:pt>
    <dgm:pt modelId="{85ED13B2-9464-7E40-BB1A-0A8D9F98CF68}" type="sibTrans" cxnId="{D9012BD5-59B3-F04B-AB3E-554D36599238}">
      <dgm:prSet/>
      <dgm:spPr/>
      <dgm:t>
        <a:bodyPr/>
        <a:lstStyle/>
        <a:p>
          <a:endParaRPr lang="en-US"/>
        </a:p>
      </dgm:t>
    </dgm:pt>
    <dgm:pt modelId="{0F062D85-E4A5-884F-9D1D-6F619E144BB9}">
      <dgm:prSet custT="1"/>
      <dgm:spPr/>
      <dgm:t>
        <a:bodyPr/>
        <a:lstStyle/>
        <a:p>
          <a:r>
            <a:rPr lang="en-US" sz="1600" b="1" dirty="0"/>
            <a:t>Tied to system’s core functionality </a:t>
          </a:r>
          <a:endParaRPr lang="en-US" sz="1600" dirty="0"/>
        </a:p>
      </dgm:t>
    </dgm:pt>
    <dgm:pt modelId="{B991FE04-D4C9-554D-B5E0-0B8AA0F256EF}" type="parTrans" cxnId="{5BAB51FF-B031-5648-93ED-A72760EAF6EB}">
      <dgm:prSet/>
      <dgm:spPr/>
      <dgm:t>
        <a:bodyPr/>
        <a:lstStyle/>
        <a:p>
          <a:endParaRPr lang="en-US"/>
        </a:p>
      </dgm:t>
    </dgm:pt>
    <dgm:pt modelId="{27A8D44F-3293-CF45-8924-191BF3318B3F}" type="sibTrans" cxnId="{5BAB51FF-B031-5648-93ED-A72760EAF6EB}">
      <dgm:prSet/>
      <dgm:spPr/>
      <dgm:t>
        <a:bodyPr/>
        <a:lstStyle/>
        <a:p>
          <a:endParaRPr lang="en-US"/>
        </a:p>
      </dgm:t>
    </dgm:pt>
    <dgm:pt modelId="{DB880787-9CC3-4040-B4E6-D569B087359D}">
      <dgm:prSet custT="1"/>
      <dgm:spPr/>
      <dgm:t>
        <a:bodyPr/>
        <a:lstStyle/>
        <a:p>
          <a:r>
            <a:rPr lang="en-US" sz="1600" b="1" dirty="0"/>
            <a:t>Concern interpreting generated visualizations</a:t>
          </a:r>
          <a:endParaRPr lang="en-US" sz="1600" dirty="0"/>
        </a:p>
      </dgm:t>
    </dgm:pt>
    <dgm:pt modelId="{C9322057-2961-0D48-897E-4E1F9C2720B2}" type="parTrans" cxnId="{DE834984-CB0E-C649-B9FE-BC2AA3E786E7}">
      <dgm:prSet/>
      <dgm:spPr/>
      <dgm:t>
        <a:bodyPr/>
        <a:lstStyle/>
        <a:p>
          <a:endParaRPr lang="en-US"/>
        </a:p>
      </dgm:t>
    </dgm:pt>
    <dgm:pt modelId="{E84BDABA-0BDD-B74E-9FFD-E283CEAEA5B5}" type="sibTrans" cxnId="{DE834984-CB0E-C649-B9FE-BC2AA3E786E7}">
      <dgm:prSet/>
      <dgm:spPr/>
      <dgm:t>
        <a:bodyPr/>
        <a:lstStyle/>
        <a:p>
          <a:endParaRPr lang="en-US"/>
        </a:p>
      </dgm:t>
    </dgm:pt>
    <dgm:pt modelId="{CFBDCFBA-B3C2-8C45-8D66-FB6EFA8B51F1}">
      <dgm:prSet/>
      <dgm:spPr/>
      <dgm:t>
        <a:bodyPr/>
        <a:lstStyle/>
        <a:p>
          <a:r>
            <a:rPr lang="en-US" b="1" dirty="0"/>
            <a:t>Directed to the co-participant </a:t>
          </a:r>
          <a:endParaRPr lang="en-US" dirty="0"/>
        </a:p>
      </dgm:t>
    </dgm:pt>
    <dgm:pt modelId="{8E267C65-7140-7E4B-8622-020B9FE98BFA}" type="parTrans" cxnId="{2161356D-1C9C-404A-BC36-5939AD089F53}">
      <dgm:prSet/>
      <dgm:spPr/>
      <dgm:t>
        <a:bodyPr/>
        <a:lstStyle/>
        <a:p>
          <a:endParaRPr lang="en-US"/>
        </a:p>
      </dgm:t>
    </dgm:pt>
    <dgm:pt modelId="{6B9CE79E-DDBE-1548-AA00-FB9158305B10}" type="sibTrans" cxnId="{2161356D-1C9C-404A-BC36-5939AD089F53}">
      <dgm:prSet/>
      <dgm:spPr/>
      <dgm:t>
        <a:bodyPr/>
        <a:lstStyle/>
        <a:p>
          <a:endParaRPr lang="en-US"/>
        </a:p>
      </dgm:t>
    </dgm:pt>
    <dgm:pt modelId="{01B4A12E-89ED-204E-A7D6-8C09CEAF8E4C}" type="pres">
      <dgm:prSet presAssocID="{8FA6DAC5-CDD0-A140-80F9-EEB2C66BF965}" presName="linear" presStyleCnt="0">
        <dgm:presLayoutVars>
          <dgm:dir/>
          <dgm:animLvl val="lvl"/>
          <dgm:resizeHandles val="exact"/>
        </dgm:presLayoutVars>
      </dgm:prSet>
      <dgm:spPr/>
    </dgm:pt>
    <dgm:pt modelId="{63040D09-B0D6-224C-BE5F-22326FE10D3E}" type="pres">
      <dgm:prSet presAssocID="{0B7CFE89-BFED-F540-A479-07DD08D0A995}" presName="parentLin" presStyleCnt="0"/>
      <dgm:spPr/>
    </dgm:pt>
    <dgm:pt modelId="{24809DCA-C18F-D840-A189-78BA6DFC7878}" type="pres">
      <dgm:prSet presAssocID="{0B7CFE89-BFED-F540-A479-07DD08D0A995}" presName="parentLeftMargin" presStyleLbl="node1" presStyleIdx="0" presStyleCnt="3"/>
      <dgm:spPr/>
    </dgm:pt>
    <dgm:pt modelId="{4F55FFAD-C5A4-AA4A-909C-24E0088F9F31}" type="pres">
      <dgm:prSet presAssocID="{0B7CFE89-BFED-F540-A479-07DD08D0A99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6F9630C-30A3-3043-B45A-58ACFF0CEBC2}" type="pres">
      <dgm:prSet presAssocID="{0B7CFE89-BFED-F540-A479-07DD08D0A995}" presName="negativeSpace" presStyleCnt="0"/>
      <dgm:spPr/>
    </dgm:pt>
    <dgm:pt modelId="{C564069C-5961-4845-AA03-57A6AE2C3A84}" type="pres">
      <dgm:prSet presAssocID="{0B7CFE89-BFED-F540-A479-07DD08D0A995}" presName="childText" presStyleLbl="conFgAcc1" presStyleIdx="0" presStyleCnt="3">
        <dgm:presLayoutVars>
          <dgm:bulletEnabled val="1"/>
        </dgm:presLayoutVars>
      </dgm:prSet>
      <dgm:spPr/>
    </dgm:pt>
    <dgm:pt modelId="{68DED7ED-4AA2-8045-8631-042C9FCE8705}" type="pres">
      <dgm:prSet presAssocID="{39FE116A-D90F-EA48-BADE-F1D89BD86546}" presName="spaceBetweenRectangles" presStyleCnt="0"/>
      <dgm:spPr/>
    </dgm:pt>
    <dgm:pt modelId="{6B465526-6833-3849-B014-59F0415A6C59}" type="pres">
      <dgm:prSet presAssocID="{645195FD-7047-2647-861A-F48B62ACE314}" presName="parentLin" presStyleCnt="0"/>
      <dgm:spPr/>
    </dgm:pt>
    <dgm:pt modelId="{4B884CD5-2C99-0B4E-9865-E87B48E1F49C}" type="pres">
      <dgm:prSet presAssocID="{645195FD-7047-2647-861A-F48B62ACE314}" presName="parentLeftMargin" presStyleLbl="node1" presStyleIdx="0" presStyleCnt="3"/>
      <dgm:spPr/>
    </dgm:pt>
    <dgm:pt modelId="{7EF7A8FB-1784-7948-B8BB-6C4AA8FCBD2F}" type="pres">
      <dgm:prSet presAssocID="{645195FD-7047-2647-861A-F48B62ACE31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B11A78E-5225-FB4E-88C9-F5A76B83DA17}" type="pres">
      <dgm:prSet presAssocID="{645195FD-7047-2647-861A-F48B62ACE314}" presName="negativeSpace" presStyleCnt="0"/>
      <dgm:spPr/>
    </dgm:pt>
    <dgm:pt modelId="{BE285DE6-D8FE-294F-9A12-CEE87AB71907}" type="pres">
      <dgm:prSet presAssocID="{645195FD-7047-2647-861A-F48B62ACE314}" presName="childText" presStyleLbl="conFgAcc1" presStyleIdx="1" presStyleCnt="3">
        <dgm:presLayoutVars>
          <dgm:bulletEnabled val="1"/>
        </dgm:presLayoutVars>
      </dgm:prSet>
      <dgm:spPr/>
    </dgm:pt>
    <dgm:pt modelId="{0E277813-CF8D-514A-9C03-160DC59E1B99}" type="pres">
      <dgm:prSet presAssocID="{E3EE46C6-A578-1A4F-B7C0-CF895159347C}" presName="spaceBetweenRectangles" presStyleCnt="0"/>
      <dgm:spPr/>
    </dgm:pt>
    <dgm:pt modelId="{7B08825D-4271-8D4A-B0BD-66C005F45B5F}" type="pres">
      <dgm:prSet presAssocID="{6C6224A0-E483-0248-8BC2-B13BDCA92B9D}" presName="parentLin" presStyleCnt="0"/>
      <dgm:spPr/>
    </dgm:pt>
    <dgm:pt modelId="{8F10A580-3323-DA42-959C-EF36D7B4A97E}" type="pres">
      <dgm:prSet presAssocID="{6C6224A0-E483-0248-8BC2-B13BDCA92B9D}" presName="parentLeftMargin" presStyleLbl="node1" presStyleIdx="1" presStyleCnt="3"/>
      <dgm:spPr/>
    </dgm:pt>
    <dgm:pt modelId="{07BC6495-952C-FB44-B010-33DC0961A7B7}" type="pres">
      <dgm:prSet presAssocID="{6C6224A0-E483-0248-8BC2-B13BDCA92B9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1B71523-BABA-CA44-9FAA-69D4D183B4C4}" type="pres">
      <dgm:prSet presAssocID="{6C6224A0-E483-0248-8BC2-B13BDCA92B9D}" presName="negativeSpace" presStyleCnt="0"/>
      <dgm:spPr/>
    </dgm:pt>
    <dgm:pt modelId="{380A6AE3-A2D0-A94C-BDCA-51120484FEFF}" type="pres">
      <dgm:prSet presAssocID="{6C6224A0-E483-0248-8BC2-B13BDCA92B9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0501F0F-3C3E-D049-8687-39434BD1F1FE}" srcId="{645195FD-7047-2647-861A-F48B62ACE314}" destId="{1E4542F5-2F38-914D-962D-D2A145D3BEA1}" srcOrd="1" destOrd="0" parTransId="{AECF45B3-7801-FA43-8F40-B6E16448F9F5}" sibTransId="{A17DA73F-1C87-9348-9804-2731210038CD}"/>
    <dgm:cxn modelId="{D6F9B530-CCFD-B543-A9F2-2405DC7B9643}" srcId="{8FA6DAC5-CDD0-A140-80F9-EEB2C66BF965}" destId="{0B7CFE89-BFED-F540-A479-07DD08D0A995}" srcOrd="0" destOrd="0" parTransId="{BBC0BBFD-0CA4-D44A-B3E8-8ABAA824164A}" sibTransId="{39FE116A-D90F-EA48-BADE-F1D89BD86546}"/>
    <dgm:cxn modelId="{0E838F32-78C3-AE43-BD0E-DD7C2EC977DF}" type="presOf" srcId="{7A104694-AB88-E64C-9690-BA9FF144BB1D}" destId="{BE285DE6-D8FE-294F-9A12-CEE87AB71907}" srcOrd="0" destOrd="0" presId="urn:microsoft.com/office/officeart/2005/8/layout/list1"/>
    <dgm:cxn modelId="{F6250235-A2CC-AE4E-8520-5B1201E993D7}" type="presOf" srcId="{0B7CFE89-BFED-F540-A479-07DD08D0A995}" destId="{4F55FFAD-C5A4-AA4A-909C-24E0088F9F31}" srcOrd="1" destOrd="0" presId="urn:microsoft.com/office/officeart/2005/8/layout/list1"/>
    <dgm:cxn modelId="{4214B438-1358-E74D-852D-A36D8524E095}" type="presOf" srcId="{0F062D85-E4A5-884F-9D1D-6F619E144BB9}" destId="{380A6AE3-A2D0-A94C-BDCA-51120484FEFF}" srcOrd="0" destOrd="0" presId="urn:microsoft.com/office/officeart/2005/8/layout/list1"/>
    <dgm:cxn modelId="{15F38A64-D190-2943-BD43-4236546E9385}" type="presOf" srcId="{645195FD-7047-2647-861A-F48B62ACE314}" destId="{7EF7A8FB-1784-7948-B8BB-6C4AA8FCBD2F}" srcOrd="1" destOrd="0" presId="urn:microsoft.com/office/officeart/2005/8/layout/list1"/>
    <dgm:cxn modelId="{2161356D-1C9C-404A-BC36-5939AD089F53}" srcId="{0B7CFE89-BFED-F540-A479-07DD08D0A995}" destId="{CFBDCFBA-B3C2-8C45-8D66-FB6EFA8B51F1}" srcOrd="1" destOrd="0" parTransId="{8E267C65-7140-7E4B-8622-020B9FE98BFA}" sibTransId="{6B9CE79E-DDBE-1548-AA00-FB9158305B10}"/>
    <dgm:cxn modelId="{03200A73-0EDA-9A41-8DCA-24CFE8A467DA}" type="presOf" srcId="{6C6224A0-E483-0248-8BC2-B13BDCA92B9D}" destId="{8F10A580-3323-DA42-959C-EF36D7B4A97E}" srcOrd="0" destOrd="0" presId="urn:microsoft.com/office/officeart/2005/8/layout/list1"/>
    <dgm:cxn modelId="{15876473-B7CE-AA43-9FA2-7C3217B48350}" srcId="{645195FD-7047-2647-861A-F48B62ACE314}" destId="{7A104694-AB88-E64C-9690-BA9FF144BB1D}" srcOrd="0" destOrd="0" parTransId="{D69ECA52-2EED-B745-9B5D-EF2A28D1B62F}" sibTransId="{D126D0FE-D1F7-4944-B9FC-1C028E2A99F1}"/>
    <dgm:cxn modelId="{D7171D82-0A06-2B49-9AF0-7E7E0FAAAA73}" type="presOf" srcId="{8FA6DAC5-CDD0-A140-80F9-EEB2C66BF965}" destId="{01B4A12E-89ED-204E-A7D6-8C09CEAF8E4C}" srcOrd="0" destOrd="0" presId="urn:microsoft.com/office/officeart/2005/8/layout/list1"/>
    <dgm:cxn modelId="{DE834984-CB0E-C649-B9FE-BC2AA3E786E7}" srcId="{6C6224A0-E483-0248-8BC2-B13BDCA92B9D}" destId="{DB880787-9CC3-4040-B4E6-D569B087359D}" srcOrd="1" destOrd="0" parTransId="{C9322057-2961-0D48-897E-4E1F9C2720B2}" sibTransId="{E84BDABA-0BDD-B74E-9FFD-E283CEAEA5B5}"/>
    <dgm:cxn modelId="{46EA7D95-8C29-C24D-B869-6C56D41E9C3A}" type="presOf" srcId="{DB880787-9CC3-4040-B4E6-D569B087359D}" destId="{380A6AE3-A2D0-A94C-BDCA-51120484FEFF}" srcOrd="0" destOrd="1" presId="urn:microsoft.com/office/officeart/2005/8/layout/list1"/>
    <dgm:cxn modelId="{5B7D159C-56F2-A744-928C-9140432E8484}" type="presOf" srcId="{6C6224A0-E483-0248-8BC2-B13BDCA92B9D}" destId="{07BC6495-952C-FB44-B010-33DC0961A7B7}" srcOrd="1" destOrd="0" presId="urn:microsoft.com/office/officeart/2005/8/layout/list1"/>
    <dgm:cxn modelId="{D7CE209C-22DA-054A-965F-73F521A40B9B}" type="presOf" srcId="{1E4542F5-2F38-914D-962D-D2A145D3BEA1}" destId="{BE285DE6-D8FE-294F-9A12-CEE87AB71907}" srcOrd="0" destOrd="1" presId="urn:microsoft.com/office/officeart/2005/8/layout/list1"/>
    <dgm:cxn modelId="{75CEF9A9-6B45-8142-8579-974C1DD43171}" type="presOf" srcId="{CFBDCFBA-B3C2-8C45-8D66-FB6EFA8B51F1}" destId="{C564069C-5961-4845-AA03-57A6AE2C3A84}" srcOrd="0" destOrd="1" presId="urn:microsoft.com/office/officeart/2005/8/layout/list1"/>
    <dgm:cxn modelId="{52154FAA-1D82-6946-BE52-AFA9DEF11621}" srcId="{0B7CFE89-BFED-F540-A479-07DD08D0A995}" destId="{6C743232-FBD0-E348-9C22-2A6870C28164}" srcOrd="0" destOrd="0" parTransId="{7B4D85C4-AA99-474D-8BDF-FAEA77E6D03F}" sibTransId="{CB8690A8-A314-5140-B5F6-B04B2E0CBE5B}"/>
    <dgm:cxn modelId="{833BC0AB-7878-6F49-BE17-C5104A61C75C}" type="presOf" srcId="{0B7CFE89-BFED-F540-A479-07DD08D0A995}" destId="{24809DCA-C18F-D840-A189-78BA6DFC7878}" srcOrd="0" destOrd="0" presId="urn:microsoft.com/office/officeart/2005/8/layout/list1"/>
    <dgm:cxn modelId="{26F6D3B6-9F70-284C-8E87-03980D5567F2}" type="presOf" srcId="{6C743232-FBD0-E348-9C22-2A6870C28164}" destId="{C564069C-5961-4845-AA03-57A6AE2C3A84}" srcOrd="0" destOrd="0" presId="urn:microsoft.com/office/officeart/2005/8/layout/list1"/>
    <dgm:cxn modelId="{1C791CC2-2C0B-D740-B58B-54089F7761C5}" srcId="{8FA6DAC5-CDD0-A140-80F9-EEB2C66BF965}" destId="{645195FD-7047-2647-861A-F48B62ACE314}" srcOrd="1" destOrd="0" parTransId="{2A5F600E-F005-4C42-A606-4083A3CCE53C}" sibTransId="{E3EE46C6-A578-1A4F-B7C0-CF895159347C}"/>
    <dgm:cxn modelId="{D9012BD5-59B3-F04B-AB3E-554D36599238}" srcId="{8FA6DAC5-CDD0-A140-80F9-EEB2C66BF965}" destId="{6C6224A0-E483-0248-8BC2-B13BDCA92B9D}" srcOrd="2" destOrd="0" parTransId="{BA062938-DC2D-134D-AA1F-5535BA04B571}" sibTransId="{85ED13B2-9464-7E40-BB1A-0A8D9F98CF68}"/>
    <dgm:cxn modelId="{C387A0E3-1E44-1043-9275-57EC674E7217}" type="presOf" srcId="{645195FD-7047-2647-861A-F48B62ACE314}" destId="{4B884CD5-2C99-0B4E-9865-E87B48E1F49C}" srcOrd="0" destOrd="0" presId="urn:microsoft.com/office/officeart/2005/8/layout/list1"/>
    <dgm:cxn modelId="{5BAB51FF-B031-5648-93ED-A72760EAF6EB}" srcId="{6C6224A0-E483-0248-8BC2-B13BDCA92B9D}" destId="{0F062D85-E4A5-884F-9D1D-6F619E144BB9}" srcOrd="0" destOrd="0" parTransId="{B991FE04-D4C9-554D-B5E0-0B8AA0F256EF}" sibTransId="{27A8D44F-3293-CF45-8924-191BF3318B3F}"/>
    <dgm:cxn modelId="{F75DAC84-0C99-0D49-93F8-59412E3896B5}" type="presParOf" srcId="{01B4A12E-89ED-204E-A7D6-8C09CEAF8E4C}" destId="{63040D09-B0D6-224C-BE5F-22326FE10D3E}" srcOrd="0" destOrd="0" presId="urn:microsoft.com/office/officeart/2005/8/layout/list1"/>
    <dgm:cxn modelId="{BF1E4107-C1DD-B446-9059-064670DD8055}" type="presParOf" srcId="{63040D09-B0D6-224C-BE5F-22326FE10D3E}" destId="{24809DCA-C18F-D840-A189-78BA6DFC7878}" srcOrd="0" destOrd="0" presId="urn:microsoft.com/office/officeart/2005/8/layout/list1"/>
    <dgm:cxn modelId="{7645EFEA-5B1A-ED4C-A24F-49C452FBD05D}" type="presParOf" srcId="{63040D09-B0D6-224C-BE5F-22326FE10D3E}" destId="{4F55FFAD-C5A4-AA4A-909C-24E0088F9F31}" srcOrd="1" destOrd="0" presId="urn:microsoft.com/office/officeart/2005/8/layout/list1"/>
    <dgm:cxn modelId="{FA74CCDD-C0B9-2A4A-B813-C9715396CA4A}" type="presParOf" srcId="{01B4A12E-89ED-204E-A7D6-8C09CEAF8E4C}" destId="{F6F9630C-30A3-3043-B45A-58ACFF0CEBC2}" srcOrd="1" destOrd="0" presId="urn:microsoft.com/office/officeart/2005/8/layout/list1"/>
    <dgm:cxn modelId="{453F604E-EDAB-7243-AAE3-3D827A166898}" type="presParOf" srcId="{01B4A12E-89ED-204E-A7D6-8C09CEAF8E4C}" destId="{C564069C-5961-4845-AA03-57A6AE2C3A84}" srcOrd="2" destOrd="0" presId="urn:microsoft.com/office/officeart/2005/8/layout/list1"/>
    <dgm:cxn modelId="{00B65DE3-A1F9-6246-83F4-769D625DC6E8}" type="presParOf" srcId="{01B4A12E-89ED-204E-A7D6-8C09CEAF8E4C}" destId="{68DED7ED-4AA2-8045-8631-042C9FCE8705}" srcOrd="3" destOrd="0" presId="urn:microsoft.com/office/officeart/2005/8/layout/list1"/>
    <dgm:cxn modelId="{D7034DA8-6F75-3949-B2C5-54376B08D453}" type="presParOf" srcId="{01B4A12E-89ED-204E-A7D6-8C09CEAF8E4C}" destId="{6B465526-6833-3849-B014-59F0415A6C59}" srcOrd="4" destOrd="0" presId="urn:microsoft.com/office/officeart/2005/8/layout/list1"/>
    <dgm:cxn modelId="{A9DC8D77-A649-7243-8F98-C6F11488A26B}" type="presParOf" srcId="{6B465526-6833-3849-B014-59F0415A6C59}" destId="{4B884CD5-2C99-0B4E-9865-E87B48E1F49C}" srcOrd="0" destOrd="0" presId="urn:microsoft.com/office/officeart/2005/8/layout/list1"/>
    <dgm:cxn modelId="{839C0B0E-5891-2F49-9846-71A172CD7F7E}" type="presParOf" srcId="{6B465526-6833-3849-B014-59F0415A6C59}" destId="{7EF7A8FB-1784-7948-B8BB-6C4AA8FCBD2F}" srcOrd="1" destOrd="0" presId="urn:microsoft.com/office/officeart/2005/8/layout/list1"/>
    <dgm:cxn modelId="{608BA85F-1D67-F543-A8A3-FE7F6C5855F2}" type="presParOf" srcId="{01B4A12E-89ED-204E-A7D6-8C09CEAF8E4C}" destId="{3B11A78E-5225-FB4E-88C9-F5A76B83DA17}" srcOrd="5" destOrd="0" presId="urn:microsoft.com/office/officeart/2005/8/layout/list1"/>
    <dgm:cxn modelId="{2EE4D769-CE4E-8643-9B70-1A39512A6D37}" type="presParOf" srcId="{01B4A12E-89ED-204E-A7D6-8C09CEAF8E4C}" destId="{BE285DE6-D8FE-294F-9A12-CEE87AB71907}" srcOrd="6" destOrd="0" presId="urn:microsoft.com/office/officeart/2005/8/layout/list1"/>
    <dgm:cxn modelId="{2854BCD7-292D-3A47-A116-2F281673D89F}" type="presParOf" srcId="{01B4A12E-89ED-204E-A7D6-8C09CEAF8E4C}" destId="{0E277813-CF8D-514A-9C03-160DC59E1B99}" srcOrd="7" destOrd="0" presId="urn:microsoft.com/office/officeart/2005/8/layout/list1"/>
    <dgm:cxn modelId="{EF8F26DA-2144-054E-92B1-5D34DF05420A}" type="presParOf" srcId="{01B4A12E-89ED-204E-A7D6-8C09CEAF8E4C}" destId="{7B08825D-4271-8D4A-B0BD-66C005F45B5F}" srcOrd="8" destOrd="0" presId="urn:microsoft.com/office/officeart/2005/8/layout/list1"/>
    <dgm:cxn modelId="{18D3350D-E047-0D40-9E32-45143F35F078}" type="presParOf" srcId="{7B08825D-4271-8D4A-B0BD-66C005F45B5F}" destId="{8F10A580-3323-DA42-959C-EF36D7B4A97E}" srcOrd="0" destOrd="0" presId="urn:microsoft.com/office/officeart/2005/8/layout/list1"/>
    <dgm:cxn modelId="{DE6A16DE-C0BB-C54F-A6C8-A0D8FC3425CD}" type="presParOf" srcId="{7B08825D-4271-8D4A-B0BD-66C005F45B5F}" destId="{07BC6495-952C-FB44-B010-33DC0961A7B7}" srcOrd="1" destOrd="0" presId="urn:microsoft.com/office/officeart/2005/8/layout/list1"/>
    <dgm:cxn modelId="{14152402-9ABF-F14B-B723-B0625CE045FF}" type="presParOf" srcId="{01B4A12E-89ED-204E-A7D6-8C09CEAF8E4C}" destId="{31B71523-BABA-CA44-9FAA-69D4D183B4C4}" srcOrd="9" destOrd="0" presId="urn:microsoft.com/office/officeart/2005/8/layout/list1"/>
    <dgm:cxn modelId="{9DE51993-8112-1947-A240-1547C782EDE5}" type="presParOf" srcId="{01B4A12E-89ED-204E-A7D6-8C09CEAF8E4C}" destId="{380A6AE3-A2D0-A94C-BDCA-51120484FEF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6CCBC90-B88D-9E41-84E5-F819EA20626F}" type="doc">
      <dgm:prSet loTypeId="urn:microsoft.com/office/officeart/2005/8/layout/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FFD27C9-7F25-7D4F-BF5C-81F1AEBCD82A}">
      <dgm:prSet phldrT="[Text]"/>
      <dgm:spPr>
        <a:solidFill>
          <a:schemeClr val="accent5"/>
        </a:solidFill>
      </dgm:spPr>
      <dgm:t>
        <a:bodyPr/>
        <a:lstStyle/>
        <a:p>
          <a:r>
            <a:rPr lang="en-US" dirty="0"/>
            <a:t>Part - 3</a:t>
          </a:r>
        </a:p>
      </dgm:t>
    </dgm:pt>
    <dgm:pt modelId="{5545978E-F7D9-4543-B58E-515453D2AA2B}" type="parTrans" cxnId="{25E50A57-5686-1A4B-A827-A0D9B1E0EA41}">
      <dgm:prSet/>
      <dgm:spPr/>
      <dgm:t>
        <a:bodyPr/>
        <a:lstStyle/>
        <a:p>
          <a:endParaRPr lang="en-US"/>
        </a:p>
      </dgm:t>
    </dgm:pt>
    <dgm:pt modelId="{E0190DE6-C8D1-AD43-B070-56BC41BE81F2}" type="sibTrans" cxnId="{25E50A57-5686-1A4B-A827-A0D9B1E0EA41}">
      <dgm:prSet/>
      <dgm:spPr/>
      <dgm:t>
        <a:bodyPr/>
        <a:lstStyle/>
        <a:p>
          <a:endParaRPr lang="en-US"/>
        </a:p>
      </dgm:t>
    </dgm:pt>
    <dgm:pt modelId="{14D0FFD3-00AC-8948-A773-18BD43DCCF15}">
      <dgm:prSet phldrT="[Text]" custT="1"/>
      <dgm:spPr/>
      <dgm:t>
        <a:bodyPr/>
        <a:lstStyle/>
        <a:p>
          <a:pPr>
            <a:buFont typeface="System Font Regular"/>
            <a:buNone/>
          </a:pPr>
          <a:r>
            <a:rPr lang="en-US" sz="3200" dirty="0">
              <a:solidFill>
                <a:schemeClr val="accent5"/>
              </a:solidFill>
            </a:rPr>
            <a:t>CRs in updated CA</a:t>
          </a:r>
        </a:p>
      </dgm:t>
    </dgm:pt>
    <dgm:pt modelId="{9121DA1C-F1E7-934A-9539-B6AD6D8B36C2}" type="sibTrans" cxnId="{575DD460-94CE-B64D-BD42-5FFAED38C455}">
      <dgm:prSet/>
      <dgm:spPr/>
      <dgm:t>
        <a:bodyPr/>
        <a:lstStyle/>
        <a:p>
          <a:endParaRPr lang="en-US"/>
        </a:p>
      </dgm:t>
    </dgm:pt>
    <dgm:pt modelId="{DE84667B-E73B-C441-A98E-402B96E9B828}" type="parTrans" cxnId="{575DD460-94CE-B64D-BD42-5FFAED38C455}">
      <dgm:prSet/>
      <dgm:spPr/>
      <dgm:t>
        <a:bodyPr/>
        <a:lstStyle/>
        <a:p>
          <a:endParaRPr lang="en-US"/>
        </a:p>
      </dgm:t>
    </dgm:pt>
    <dgm:pt modelId="{04425E19-CFCC-AF45-B061-AEECCD733C9C}" type="pres">
      <dgm:prSet presAssocID="{36CCBC90-B88D-9E41-84E5-F819EA20626F}" presName="linear" presStyleCnt="0">
        <dgm:presLayoutVars>
          <dgm:dir/>
          <dgm:animLvl val="lvl"/>
          <dgm:resizeHandles val="exact"/>
        </dgm:presLayoutVars>
      </dgm:prSet>
      <dgm:spPr/>
    </dgm:pt>
    <dgm:pt modelId="{D7DA8757-BF58-8046-88A3-D48DA0E3D61C}" type="pres">
      <dgm:prSet presAssocID="{0FFD27C9-7F25-7D4F-BF5C-81F1AEBCD82A}" presName="parentLin" presStyleCnt="0"/>
      <dgm:spPr/>
    </dgm:pt>
    <dgm:pt modelId="{685832FC-6B61-B04E-A3E6-9783154544FF}" type="pres">
      <dgm:prSet presAssocID="{0FFD27C9-7F25-7D4F-BF5C-81F1AEBCD82A}" presName="parentLeftMargin" presStyleLbl="node1" presStyleIdx="0" presStyleCnt="1"/>
      <dgm:spPr/>
    </dgm:pt>
    <dgm:pt modelId="{5467150C-A99F-9E43-882E-C439D5AEAC97}" type="pres">
      <dgm:prSet presAssocID="{0FFD27C9-7F25-7D4F-BF5C-81F1AEBCD82A}" presName="parentText" presStyleLbl="node1" presStyleIdx="0" presStyleCnt="1" custLinFactNeighborX="-13924" custLinFactNeighborY="-4335">
        <dgm:presLayoutVars>
          <dgm:chMax val="0"/>
          <dgm:bulletEnabled val="1"/>
        </dgm:presLayoutVars>
      </dgm:prSet>
      <dgm:spPr/>
    </dgm:pt>
    <dgm:pt modelId="{3481E77E-09B4-2343-AD7A-784D0CD92401}" type="pres">
      <dgm:prSet presAssocID="{0FFD27C9-7F25-7D4F-BF5C-81F1AEBCD82A}" presName="negativeSpace" presStyleCnt="0"/>
      <dgm:spPr/>
    </dgm:pt>
    <dgm:pt modelId="{0380495D-C6AD-8144-85C4-1B1C5776EA09}" type="pres">
      <dgm:prSet presAssocID="{0FFD27C9-7F25-7D4F-BF5C-81F1AEBCD82A}" presName="childText" presStyleLbl="conFgAcc1" presStyleIdx="0" presStyleCnt="1" custLinFactNeighborX="-1230" custLinFactNeighborY="1489">
        <dgm:presLayoutVars>
          <dgm:bulletEnabled val="1"/>
        </dgm:presLayoutVars>
      </dgm:prSet>
      <dgm:spPr/>
    </dgm:pt>
  </dgm:ptLst>
  <dgm:cxnLst>
    <dgm:cxn modelId="{A9918755-8D7D-EA47-A767-36BDA1086817}" type="presOf" srcId="{0FFD27C9-7F25-7D4F-BF5C-81F1AEBCD82A}" destId="{5467150C-A99F-9E43-882E-C439D5AEAC97}" srcOrd="1" destOrd="0" presId="urn:microsoft.com/office/officeart/2005/8/layout/list1"/>
    <dgm:cxn modelId="{25E50A57-5686-1A4B-A827-A0D9B1E0EA41}" srcId="{36CCBC90-B88D-9E41-84E5-F819EA20626F}" destId="{0FFD27C9-7F25-7D4F-BF5C-81F1AEBCD82A}" srcOrd="0" destOrd="0" parTransId="{5545978E-F7D9-4543-B58E-515453D2AA2B}" sibTransId="{E0190DE6-C8D1-AD43-B070-56BC41BE81F2}"/>
    <dgm:cxn modelId="{575DD460-94CE-B64D-BD42-5FFAED38C455}" srcId="{0FFD27C9-7F25-7D4F-BF5C-81F1AEBCD82A}" destId="{14D0FFD3-00AC-8948-A773-18BD43DCCF15}" srcOrd="0" destOrd="0" parTransId="{DE84667B-E73B-C441-A98E-402B96E9B828}" sibTransId="{9121DA1C-F1E7-934A-9539-B6AD6D8B36C2}"/>
    <dgm:cxn modelId="{D634D26A-C6CB-E841-826C-3C101CDD66EA}" type="presOf" srcId="{36CCBC90-B88D-9E41-84E5-F819EA20626F}" destId="{04425E19-CFCC-AF45-B061-AEECCD733C9C}" srcOrd="0" destOrd="0" presId="urn:microsoft.com/office/officeart/2005/8/layout/list1"/>
    <dgm:cxn modelId="{F2543FD1-FCBF-4B47-912F-BD69C0FA937A}" type="presOf" srcId="{14D0FFD3-00AC-8948-A773-18BD43DCCF15}" destId="{0380495D-C6AD-8144-85C4-1B1C5776EA09}" srcOrd="0" destOrd="0" presId="urn:microsoft.com/office/officeart/2005/8/layout/list1"/>
    <dgm:cxn modelId="{9167E8DA-5479-0645-9A5B-B7A72AC18345}" type="presOf" srcId="{0FFD27C9-7F25-7D4F-BF5C-81F1AEBCD82A}" destId="{685832FC-6B61-B04E-A3E6-9783154544FF}" srcOrd="0" destOrd="0" presId="urn:microsoft.com/office/officeart/2005/8/layout/list1"/>
    <dgm:cxn modelId="{C620215A-B36A-2042-94A8-578A19BF043B}" type="presParOf" srcId="{04425E19-CFCC-AF45-B061-AEECCD733C9C}" destId="{D7DA8757-BF58-8046-88A3-D48DA0E3D61C}" srcOrd="0" destOrd="0" presId="urn:microsoft.com/office/officeart/2005/8/layout/list1"/>
    <dgm:cxn modelId="{2E23A28F-E662-F743-A7E3-584771CCAA09}" type="presParOf" srcId="{D7DA8757-BF58-8046-88A3-D48DA0E3D61C}" destId="{685832FC-6B61-B04E-A3E6-9783154544FF}" srcOrd="0" destOrd="0" presId="urn:microsoft.com/office/officeart/2005/8/layout/list1"/>
    <dgm:cxn modelId="{A4759EE7-F3DF-1644-B1F3-B949FD110843}" type="presParOf" srcId="{D7DA8757-BF58-8046-88A3-D48DA0E3D61C}" destId="{5467150C-A99F-9E43-882E-C439D5AEAC97}" srcOrd="1" destOrd="0" presId="urn:microsoft.com/office/officeart/2005/8/layout/list1"/>
    <dgm:cxn modelId="{6D99A090-56DB-6749-AAF2-E8E9C1EA9ACD}" type="presParOf" srcId="{04425E19-CFCC-AF45-B061-AEECCD733C9C}" destId="{3481E77E-09B4-2343-AD7A-784D0CD92401}" srcOrd="1" destOrd="0" presId="urn:microsoft.com/office/officeart/2005/8/layout/list1"/>
    <dgm:cxn modelId="{83D82513-27B2-B141-92F3-37D77D0EAE39}" type="presParOf" srcId="{04425E19-CFCC-AF45-B061-AEECCD733C9C}" destId="{0380495D-C6AD-8144-85C4-1B1C5776EA09}" srcOrd="2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50F61E0-D598-1E45-A79A-D1029F575FF2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3D4546E-59E8-8C4B-8E35-7CB6A683AEA4}">
      <dgm:prSet/>
      <dgm:spPr/>
      <dgm:t>
        <a:bodyPr/>
        <a:lstStyle/>
        <a:p>
          <a:r>
            <a:rPr lang="en-US" b="1" dirty="0"/>
            <a:t>Multiple subtasks of interest:</a:t>
          </a:r>
          <a:endParaRPr lang="en-US" dirty="0"/>
        </a:p>
      </dgm:t>
    </dgm:pt>
    <dgm:pt modelId="{CBDFF79E-AB00-A84D-BE70-2491EA4F6A47}" type="parTrans" cxnId="{FE46DE0C-9FA0-7945-A8C9-4F4BE06A95C2}">
      <dgm:prSet/>
      <dgm:spPr/>
      <dgm:t>
        <a:bodyPr/>
        <a:lstStyle/>
        <a:p>
          <a:endParaRPr lang="en-US"/>
        </a:p>
      </dgm:t>
    </dgm:pt>
    <dgm:pt modelId="{C62059D5-FEB4-174C-BFFC-B70BF6FACEF7}" type="sibTrans" cxnId="{FE46DE0C-9FA0-7945-A8C9-4F4BE06A95C2}">
      <dgm:prSet/>
      <dgm:spPr/>
      <dgm:t>
        <a:bodyPr/>
        <a:lstStyle/>
        <a:p>
          <a:endParaRPr lang="en-US"/>
        </a:p>
      </dgm:t>
    </dgm:pt>
    <dgm:pt modelId="{BFDE0FD2-F1BE-9E48-B78C-66BFCD2CF6B0}">
      <dgm:prSet/>
      <dgm:spPr/>
      <dgm:t>
        <a:bodyPr/>
        <a:lstStyle/>
        <a:p>
          <a:r>
            <a:rPr lang="en-US"/>
            <a:t>intent detection</a:t>
          </a:r>
        </a:p>
      </dgm:t>
    </dgm:pt>
    <dgm:pt modelId="{A0D25FD5-A416-F24B-96EE-70B0F739ADC6}" type="parTrans" cxnId="{06B23C2A-E23F-B748-9076-748E4400DD11}">
      <dgm:prSet/>
      <dgm:spPr/>
      <dgm:t>
        <a:bodyPr/>
        <a:lstStyle/>
        <a:p>
          <a:endParaRPr lang="en-US"/>
        </a:p>
      </dgm:t>
    </dgm:pt>
    <dgm:pt modelId="{ADEE2002-6272-A548-A96C-3F0AF1DB87C4}" type="sibTrans" cxnId="{06B23C2A-E23F-B748-9076-748E4400DD11}">
      <dgm:prSet/>
      <dgm:spPr/>
      <dgm:t>
        <a:bodyPr/>
        <a:lstStyle/>
        <a:p>
          <a:endParaRPr lang="en-US"/>
        </a:p>
      </dgm:t>
    </dgm:pt>
    <dgm:pt modelId="{20BA555A-B88A-0E4C-8860-FCA9EA091B00}">
      <dgm:prSet/>
      <dgm:spPr/>
      <dgm:t>
        <a:bodyPr/>
        <a:lstStyle/>
        <a:p>
          <a:r>
            <a:rPr lang="en-US" dirty="0"/>
            <a:t>reference resolution</a:t>
          </a:r>
        </a:p>
      </dgm:t>
    </dgm:pt>
    <dgm:pt modelId="{8E2434E7-F0FA-C64B-9D81-4FCF1035E490}" type="parTrans" cxnId="{71A71B63-AC4C-C14B-8024-598784546BB6}">
      <dgm:prSet/>
      <dgm:spPr/>
      <dgm:t>
        <a:bodyPr/>
        <a:lstStyle/>
        <a:p>
          <a:endParaRPr lang="en-US"/>
        </a:p>
      </dgm:t>
    </dgm:pt>
    <dgm:pt modelId="{66F27018-62A4-0044-A63F-58C0F0BF6A01}" type="sibTrans" cxnId="{71A71B63-AC4C-C14B-8024-598784546BB6}">
      <dgm:prSet/>
      <dgm:spPr/>
      <dgm:t>
        <a:bodyPr/>
        <a:lstStyle/>
        <a:p>
          <a:endParaRPr lang="en-US"/>
        </a:p>
      </dgm:t>
    </dgm:pt>
    <dgm:pt modelId="{DDF9DB0B-9922-CD45-B994-1FD7DFE0E128}">
      <dgm:prSet/>
      <dgm:spPr/>
      <dgm:t>
        <a:bodyPr/>
        <a:lstStyle/>
        <a:p>
          <a:r>
            <a:rPr lang="en-US" dirty="0"/>
            <a:t>visualization construction and generation</a:t>
          </a:r>
        </a:p>
      </dgm:t>
    </dgm:pt>
    <dgm:pt modelId="{D42E42A2-BF9A-554B-A1C6-EA6ED98E6767}" type="parTrans" cxnId="{82A30EB5-6D76-5648-BAC8-A127B5FF133D}">
      <dgm:prSet/>
      <dgm:spPr/>
      <dgm:t>
        <a:bodyPr/>
        <a:lstStyle/>
        <a:p>
          <a:endParaRPr lang="en-US"/>
        </a:p>
      </dgm:t>
    </dgm:pt>
    <dgm:pt modelId="{1A2D20D2-7F92-F042-93C3-76770C822F5F}" type="sibTrans" cxnId="{82A30EB5-6D76-5648-BAC8-A127B5FF133D}">
      <dgm:prSet/>
      <dgm:spPr/>
      <dgm:t>
        <a:bodyPr/>
        <a:lstStyle/>
        <a:p>
          <a:endParaRPr lang="en-US"/>
        </a:p>
      </dgm:t>
    </dgm:pt>
    <dgm:pt modelId="{3DFCD7B7-D260-244D-B22A-AA3319158F88}">
      <dgm:prSet/>
      <dgm:spPr/>
      <dgm:t>
        <a:bodyPr/>
        <a:lstStyle/>
        <a:p>
          <a:r>
            <a:rPr lang="en-US"/>
            <a:t>clarification response generation.</a:t>
          </a:r>
        </a:p>
      </dgm:t>
    </dgm:pt>
    <dgm:pt modelId="{4CA2DBE6-D8A4-9F46-8E7C-51986E740EF0}" type="parTrans" cxnId="{4D15A85F-0CCE-384C-8DA8-3F5AB14ED1BB}">
      <dgm:prSet/>
      <dgm:spPr/>
      <dgm:t>
        <a:bodyPr/>
        <a:lstStyle/>
        <a:p>
          <a:endParaRPr lang="en-US"/>
        </a:p>
      </dgm:t>
    </dgm:pt>
    <dgm:pt modelId="{FBEAB28E-F6DF-224E-B8F2-EB8B3E338640}" type="sibTrans" cxnId="{4D15A85F-0CCE-384C-8DA8-3F5AB14ED1BB}">
      <dgm:prSet/>
      <dgm:spPr/>
      <dgm:t>
        <a:bodyPr/>
        <a:lstStyle/>
        <a:p>
          <a:endParaRPr lang="en-US"/>
        </a:p>
      </dgm:t>
    </dgm:pt>
    <dgm:pt modelId="{5348615E-FAEE-014A-A95F-1EA386EEE83D}">
      <dgm:prSet/>
      <dgm:spPr>
        <a:solidFill>
          <a:schemeClr val="accent3"/>
        </a:solidFill>
      </dgm:spPr>
      <dgm:t>
        <a:bodyPr/>
        <a:lstStyle/>
        <a:p>
          <a:r>
            <a:rPr lang="en-US" b="1" dirty="0"/>
            <a:t>More controllable and interpretable:</a:t>
          </a:r>
          <a:r>
            <a:rPr lang="en-US" dirty="0"/>
            <a:t> </a:t>
          </a:r>
        </a:p>
      </dgm:t>
    </dgm:pt>
    <dgm:pt modelId="{F744F2FA-6558-4449-A72A-EB66A84CA3B1}" type="parTrans" cxnId="{769DF2A0-AC7F-6847-983B-75F88AE3CB71}">
      <dgm:prSet/>
      <dgm:spPr/>
      <dgm:t>
        <a:bodyPr/>
        <a:lstStyle/>
        <a:p>
          <a:endParaRPr lang="en-US"/>
        </a:p>
      </dgm:t>
    </dgm:pt>
    <dgm:pt modelId="{8F505C90-702C-F846-A7D4-413E10BE1540}" type="sibTrans" cxnId="{769DF2A0-AC7F-6847-983B-75F88AE3CB71}">
      <dgm:prSet/>
      <dgm:spPr/>
      <dgm:t>
        <a:bodyPr/>
        <a:lstStyle/>
        <a:p>
          <a:endParaRPr lang="en-US"/>
        </a:p>
      </dgm:t>
    </dgm:pt>
    <dgm:pt modelId="{DE16B3A2-6BBA-F843-8596-F7576ADA23E7}">
      <dgm:prSet/>
      <dgm:spPr/>
      <dgm:t>
        <a:bodyPr/>
        <a:lstStyle/>
        <a:p>
          <a:r>
            <a:rPr lang="en-US" dirty="0"/>
            <a:t>Each stage can be </a:t>
          </a:r>
          <a:r>
            <a:rPr lang="en-US" b="1" dirty="0"/>
            <a:t>debugged, evaluated, and improved separately</a:t>
          </a:r>
          <a:r>
            <a:rPr lang="en-US" dirty="0"/>
            <a:t> while keeping outputs </a:t>
          </a:r>
          <a:r>
            <a:rPr lang="en-US" b="1" dirty="0"/>
            <a:t>grounded in the data.</a:t>
          </a:r>
          <a:endParaRPr lang="en-US" dirty="0"/>
        </a:p>
      </dgm:t>
    </dgm:pt>
    <dgm:pt modelId="{11D77353-3611-D544-B6FE-B9C225499E16}" type="parTrans" cxnId="{D8A113DE-1DCE-D14B-B97C-D499D6850794}">
      <dgm:prSet/>
      <dgm:spPr/>
      <dgm:t>
        <a:bodyPr/>
        <a:lstStyle/>
        <a:p>
          <a:endParaRPr lang="en-US"/>
        </a:p>
      </dgm:t>
    </dgm:pt>
    <dgm:pt modelId="{9425733C-7FFD-6F40-92C9-463C082054DB}" type="sibTrans" cxnId="{D8A113DE-1DCE-D14B-B97C-D499D6850794}">
      <dgm:prSet/>
      <dgm:spPr/>
      <dgm:t>
        <a:bodyPr/>
        <a:lstStyle/>
        <a:p>
          <a:endParaRPr lang="en-US"/>
        </a:p>
      </dgm:t>
    </dgm:pt>
    <dgm:pt modelId="{DCF89CC6-2598-8748-8149-583338F1E9E6}" type="pres">
      <dgm:prSet presAssocID="{050F61E0-D598-1E45-A79A-D1029F575FF2}" presName="Name0" presStyleCnt="0">
        <dgm:presLayoutVars>
          <dgm:dir/>
          <dgm:animLvl val="lvl"/>
          <dgm:resizeHandles val="exact"/>
        </dgm:presLayoutVars>
      </dgm:prSet>
      <dgm:spPr/>
    </dgm:pt>
    <dgm:pt modelId="{05BF46A8-D9C7-1D48-9796-32731D5DD6D2}" type="pres">
      <dgm:prSet presAssocID="{B3D4546E-59E8-8C4B-8E35-7CB6A683AEA4}" presName="composite" presStyleCnt="0"/>
      <dgm:spPr/>
    </dgm:pt>
    <dgm:pt modelId="{86D5DA20-E0C3-C44D-BBBB-EAA3821D9D93}" type="pres">
      <dgm:prSet presAssocID="{B3D4546E-59E8-8C4B-8E35-7CB6A683AEA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769787E-9BA2-3145-9756-976E53F5722B}" type="pres">
      <dgm:prSet presAssocID="{B3D4546E-59E8-8C4B-8E35-7CB6A683AEA4}" presName="desTx" presStyleLbl="alignAccFollowNode1" presStyleIdx="0" presStyleCnt="2">
        <dgm:presLayoutVars>
          <dgm:bulletEnabled val="1"/>
        </dgm:presLayoutVars>
      </dgm:prSet>
      <dgm:spPr/>
    </dgm:pt>
    <dgm:pt modelId="{3C7835BD-3E65-4440-BCC8-9C6BC92BC029}" type="pres">
      <dgm:prSet presAssocID="{C62059D5-FEB4-174C-BFFC-B70BF6FACEF7}" presName="space" presStyleCnt="0"/>
      <dgm:spPr/>
    </dgm:pt>
    <dgm:pt modelId="{4A40CA00-7C93-7740-93B8-76F2C7210834}" type="pres">
      <dgm:prSet presAssocID="{5348615E-FAEE-014A-A95F-1EA386EEE83D}" presName="composite" presStyleCnt="0"/>
      <dgm:spPr/>
    </dgm:pt>
    <dgm:pt modelId="{99489A28-67B1-2E4F-8C34-395D75757D48}" type="pres">
      <dgm:prSet presAssocID="{5348615E-FAEE-014A-A95F-1EA386EEE83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A66FC62-4A38-B242-A9BF-95D0A884F52C}" type="pres">
      <dgm:prSet presAssocID="{5348615E-FAEE-014A-A95F-1EA386EEE83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E46DE0C-9FA0-7945-A8C9-4F4BE06A95C2}" srcId="{050F61E0-D598-1E45-A79A-D1029F575FF2}" destId="{B3D4546E-59E8-8C4B-8E35-7CB6A683AEA4}" srcOrd="0" destOrd="0" parTransId="{CBDFF79E-AB00-A84D-BE70-2491EA4F6A47}" sibTransId="{C62059D5-FEB4-174C-BFFC-B70BF6FACEF7}"/>
    <dgm:cxn modelId="{06B23C2A-E23F-B748-9076-748E4400DD11}" srcId="{B3D4546E-59E8-8C4B-8E35-7CB6A683AEA4}" destId="{BFDE0FD2-F1BE-9E48-B78C-66BFCD2CF6B0}" srcOrd="0" destOrd="0" parTransId="{A0D25FD5-A416-F24B-96EE-70B0F739ADC6}" sibTransId="{ADEE2002-6272-A548-A96C-3F0AF1DB87C4}"/>
    <dgm:cxn modelId="{C828725A-1704-5042-B1E3-D1941F86EE2E}" type="presOf" srcId="{DDF9DB0B-9922-CD45-B994-1FD7DFE0E128}" destId="{9769787E-9BA2-3145-9756-976E53F5722B}" srcOrd="0" destOrd="2" presId="urn:microsoft.com/office/officeart/2005/8/layout/hList1"/>
    <dgm:cxn modelId="{4D15A85F-0CCE-384C-8DA8-3F5AB14ED1BB}" srcId="{B3D4546E-59E8-8C4B-8E35-7CB6A683AEA4}" destId="{3DFCD7B7-D260-244D-B22A-AA3319158F88}" srcOrd="3" destOrd="0" parTransId="{4CA2DBE6-D8A4-9F46-8E7C-51986E740EF0}" sibTransId="{FBEAB28E-F6DF-224E-B8F2-EB8B3E338640}"/>
    <dgm:cxn modelId="{71A71B63-AC4C-C14B-8024-598784546BB6}" srcId="{B3D4546E-59E8-8C4B-8E35-7CB6A683AEA4}" destId="{20BA555A-B88A-0E4C-8860-FCA9EA091B00}" srcOrd="1" destOrd="0" parTransId="{8E2434E7-F0FA-C64B-9D81-4FCF1035E490}" sibTransId="{66F27018-62A4-0044-A63F-58C0F0BF6A01}"/>
    <dgm:cxn modelId="{8ADBCA75-2A54-0F4A-AA1E-7A1FFCB0C9ED}" type="presOf" srcId="{BFDE0FD2-F1BE-9E48-B78C-66BFCD2CF6B0}" destId="{9769787E-9BA2-3145-9756-976E53F5722B}" srcOrd="0" destOrd="0" presId="urn:microsoft.com/office/officeart/2005/8/layout/hList1"/>
    <dgm:cxn modelId="{769DF2A0-AC7F-6847-983B-75F88AE3CB71}" srcId="{050F61E0-D598-1E45-A79A-D1029F575FF2}" destId="{5348615E-FAEE-014A-A95F-1EA386EEE83D}" srcOrd="1" destOrd="0" parTransId="{F744F2FA-6558-4449-A72A-EB66A84CA3B1}" sibTransId="{8F505C90-702C-F846-A7D4-413E10BE1540}"/>
    <dgm:cxn modelId="{82A30EB5-6D76-5648-BAC8-A127B5FF133D}" srcId="{B3D4546E-59E8-8C4B-8E35-7CB6A683AEA4}" destId="{DDF9DB0B-9922-CD45-B994-1FD7DFE0E128}" srcOrd="2" destOrd="0" parTransId="{D42E42A2-BF9A-554B-A1C6-EA6ED98E6767}" sibTransId="{1A2D20D2-7F92-F042-93C3-76770C822F5F}"/>
    <dgm:cxn modelId="{45726EB5-8D56-8248-B664-A7C91014D9AA}" type="presOf" srcId="{B3D4546E-59E8-8C4B-8E35-7CB6A683AEA4}" destId="{86D5DA20-E0C3-C44D-BBBB-EAA3821D9D93}" srcOrd="0" destOrd="0" presId="urn:microsoft.com/office/officeart/2005/8/layout/hList1"/>
    <dgm:cxn modelId="{7A519CCD-EC62-DF41-8C9B-C1939E11C37F}" type="presOf" srcId="{5348615E-FAEE-014A-A95F-1EA386EEE83D}" destId="{99489A28-67B1-2E4F-8C34-395D75757D48}" srcOrd="0" destOrd="0" presId="urn:microsoft.com/office/officeart/2005/8/layout/hList1"/>
    <dgm:cxn modelId="{A0C31FD9-8CDA-1D4C-B79A-6FB950E4CD49}" type="presOf" srcId="{3DFCD7B7-D260-244D-B22A-AA3319158F88}" destId="{9769787E-9BA2-3145-9756-976E53F5722B}" srcOrd="0" destOrd="3" presId="urn:microsoft.com/office/officeart/2005/8/layout/hList1"/>
    <dgm:cxn modelId="{D8A113DE-1DCE-D14B-B97C-D499D6850794}" srcId="{5348615E-FAEE-014A-A95F-1EA386EEE83D}" destId="{DE16B3A2-6BBA-F843-8596-F7576ADA23E7}" srcOrd="0" destOrd="0" parTransId="{11D77353-3611-D544-B6FE-B9C225499E16}" sibTransId="{9425733C-7FFD-6F40-92C9-463C082054DB}"/>
    <dgm:cxn modelId="{BF0C6BE3-02F8-9D48-A341-5964CD298ECD}" type="presOf" srcId="{050F61E0-D598-1E45-A79A-D1029F575FF2}" destId="{DCF89CC6-2598-8748-8149-583338F1E9E6}" srcOrd="0" destOrd="0" presId="urn:microsoft.com/office/officeart/2005/8/layout/hList1"/>
    <dgm:cxn modelId="{F2D31EF4-7C13-EA4B-999F-2CEF6F966A15}" type="presOf" srcId="{20BA555A-B88A-0E4C-8860-FCA9EA091B00}" destId="{9769787E-9BA2-3145-9756-976E53F5722B}" srcOrd="0" destOrd="1" presId="urn:microsoft.com/office/officeart/2005/8/layout/hList1"/>
    <dgm:cxn modelId="{7261B6FF-7CB2-1249-B4A2-E65E217CF38A}" type="presOf" srcId="{DE16B3A2-6BBA-F843-8596-F7576ADA23E7}" destId="{9A66FC62-4A38-B242-A9BF-95D0A884F52C}" srcOrd="0" destOrd="0" presId="urn:microsoft.com/office/officeart/2005/8/layout/hList1"/>
    <dgm:cxn modelId="{5590B736-7A9A-9B47-8B58-1BB2852A2E17}" type="presParOf" srcId="{DCF89CC6-2598-8748-8149-583338F1E9E6}" destId="{05BF46A8-D9C7-1D48-9796-32731D5DD6D2}" srcOrd="0" destOrd="0" presId="urn:microsoft.com/office/officeart/2005/8/layout/hList1"/>
    <dgm:cxn modelId="{AA102287-A4B8-AF41-944B-61B9348732A1}" type="presParOf" srcId="{05BF46A8-D9C7-1D48-9796-32731D5DD6D2}" destId="{86D5DA20-E0C3-C44D-BBBB-EAA3821D9D93}" srcOrd="0" destOrd="0" presId="urn:microsoft.com/office/officeart/2005/8/layout/hList1"/>
    <dgm:cxn modelId="{DC97752B-0611-9F4E-B977-179B19C973A8}" type="presParOf" srcId="{05BF46A8-D9C7-1D48-9796-32731D5DD6D2}" destId="{9769787E-9BA2-3145-9756-976E53F5722B}" srcOrd="1" destOrd="0" presId="urn:microsoft.com/office/officeart/2005/8/layout/hList1"/>
    <dgm:cxn modelId="{22C3074B-1FA2-7D48-B0C8-43592233E072}" type="presParOf" srcId="{DCF89CC6-2598-8748-8149-583338F1E9E6}" destId="{3C7835BD-3E65-4440-BCC8-9C6BC92BC029}" srcOrd="1" destOrd="0" presId="urn:microsoft.com/office/officeart/2005/8/layout/hList1"/>
    <dgm:cxn modelId="{A9C2D1CE-F9F3-AC4F-BA70-34B34C874B0A}" type="presParOf" srcId="{DCF89CC6-2598-8748-8149-583338F1E9E6}" destId="{4A40CA00-7C93-7740-93B8-76F2C7210834}" srcOrd="2" destOrd="0" presId="urn:microsoft.com/office/officeart/2005/8/layout/hList1"/>
    <dgm:cxn modelId="{DAE140DF-B293-6B46-9107-DB6EE1CE8459}" type="presParOf" srcId="{4A40CA00-7C93-7740-93B8-76F2C7210834}" destId="{99489A28-67B1-2E4F-8C34-395D75757D48}" srcOrd="0" destOrd="0" presId="urn:microsoft.com/office/officeart/2005/8/layout/hList1"/>
    <dgm:cxn modelId="{9B2ED872-5B91-8942-8276-8486C59E56A7}" type="presParOf" srcId="{4A40CA00-7C93-7740-93B8-76F2C7210834}" destId="{9A66FC62-4A38-B242-A9BF-95D0A884F52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B06DC031-A566-421B-82CA-1DBAD3E5ED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AB5C6D-3112-4969-AB48-8D6AADD868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Participants primarily engaged with the system as a tool for generating visual evidence.</a:t>
          </a:r>
        </a:p>
      </dgm:t>
    </dgm:pt>
    <dgm:pt modelId="{F00CD909-4943-4DA5-BC5F-923B2BF7ED86}" type="parTrans" cxnId="{038A5250-55D3-4A65-8B91-F38291CB93F4}">
      <dgm:prSet/>
      <dgm:spPr/>
      <dgm:t>
        <a:bodyPr/>
        <a:lstStyle/>
        <a:p>
          <a:endParaRPr lang="en-US" sz="1600"/>
        </a:p>
      </dgm:t>
    </dgm:pt>
    <dgm:pt modelId="{F60CBD56-9710-48BC-99C4-52A581BAC234}" type="sibTrans" cxnId="{038A5250-55D3-4A65-8B91-F38291CB93F4}">
      <dgm:prSet/>
      <dgm:spPr/>
      <dgm:t>
        <a:bodyPr/>
        <a:lstStyle/>
        <a:p>
          <a:endParaRPr lang="en-US" sz="1600"/>
        </a:p>
      </dgm:t>
    </dgm:pt>
    <dgm:pt modelId="{44EBFECF-E964-4FAB-892B-0C65C9B77BB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CRs played a more secondary, supporting role</a:t>
          </a:r>
        </a:p>
      </dgm:t>
    </dgm:pt>
    <dgm:pt modelId="{3AB1E995-0B4F-4C76-AB8D-7453AF6204E4}" type="parTrans" cxnId="{496EF335-FF88-4DA9-A716-61FDCC792B50}">
      <dgm:prSet/>
      <dgm:spPr/>
      <dgm:t>
        <a:bodyPr/>
        <a:lstStyle/>
        <a:p>
          <a:endParaRPr lang="en-US" sz="1600"/>
        </a:p>
      </dgm:t>
    </dgm:pt>
    <dgm:pt modelId="{7718AA6A-5CAF-45F1-AA31-18B894F5FA98}" type="sibTrans" cxnId="{496EF335-FF88-4DA9-A716-61FDCC792B50}">
      <dgm:prSet/>
      <dgm:spPr/>
      <dgm:t>
        <a:bodyPr/>
        <a:lstStyle/>
        <a:p>
          <a:endParaRPr lang="en-US" sz="1600"/>
        </a:p>
      </dgm:t>
    </dgm:pt>
    <dgm:pt modelId="{A9EFEF09-6582-48D1-8D3D-61948AC06FB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Aligns well with study design </a:t>
          </a:r>
          <a:r>
            <a:rPr lang="en-US" sz="1600" dirty="0">
              <a:sym typeface="Wingdings" panose="05000000000000000000" pitchFamily="2" charset="2"/>
            </a:rPr>
            <a:t></a:t>
          </a:r>
          <a:r>
            <a:rPr lang="en-US" sz="1600" dirty="0"/>
            <a:t> core task was collaborative EDA rather than question answering alone.</a:t>
          </a:r>
        </a:p>
      </dgm:t>
    </dgm:pt>
    <dgm:pt modelId="{5948C62E-DB5E-47FA-9C72-A344C5E6FE7B}" type="parTrans" cxnId="{59EE6B53-3137-47A8-A570-497B0AA02793}">
      <dgm:prSet/>
      <dgm:spPr/>
      <dgm:t>
        <a:bodyPr/>
        <a:lstStyle/>
        <a:p>
          <a:endParaRPr lang="en-US" sz="1600"/>
        </a:p>
      </dgm:t>
    </dgm:pt>
    <dgm:pt modelId="{790FAC3E-4F2D-496B-A6B7-BAAB2317591F}" type="sibTrans" cxnId="{59EE6B53-3137-47A8-A570-497B0AA02793}">
      <dgm:prSet/>
      <dgm:spPr/>
      <dgm:t>
        <a:bodyPr/>
        <a:lstStyle/>
        <a:p>
          <a:endParaRPr lang="en-US" sz="1600"/>
        </a:p>
      </dgm:t>
    </dgm:pt>
    <dgm:pt modelId="{1B51CBAD-0C5B-4E3D-AE73-B152C2EE4A8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Consistent with prior work </a:t>
          </a:r>
          <a:r>
            <a:rPr lang="en-US" sz="1600" dirty="0">
              <a:sym typeface="Wingdings" panose="05000000000000000000" pitchFamily="2" charset="2"/>
            </a:rPr>
            <a:t></a:t>
          </a:r>
          <a:r>
            <a:rPr lang="en-US" sz="1600" dirty="0"/>
            <a:t> although CRs play an important role in grounding and repair </a:t>
          </a:r>
          <a:r>
            <a:rPr lang="en-US" sz="1600" dirty="0">
              <a:sym typeface="Wingdings" panose="05000000000000000000" pitchFamily="2" charset="2"/>
            </a:rPr>
            <a:t></a:t>
          </a:r>
          <a:r>
            <a:rPr lang="en-US" sz="1600" dirty="0"/>
            <a:t> usually make up only a small share of utterances in dialogue corpora</a:t>
          </a:r>
        </a:p>
      </dgm:t>
    </dgm:pt>
    <dgm:pt modelId="{CFAF4ABC-434A-4A33-A415-829A233F163D}" type="parTrans" cxnId="{D7025AF2-888A-46B8-8E8C-8DF9ABA43FF6}">
      <dgm:prSet/>
      <dgm:spPr/>
      <dgm:t>
        <a:bodyPr/>
        <a:lstStyle/>
        <a:p>
          <a:endParaRPr lang="en-US" sz="1600"/>
        </a:p>
      </dgm:t>
    </dgm:pt>
    <dgm:pt modelId="{65719026-8086-496E-8526-A2A9930DC55C}" type="sibTrans" cxnId="{D7025AF2-888A-46B8-8E8C-8DF9ABA43FF6}">
      <dgm:prSet/>
      <dgm:spPr/>
      <dgm:t>
        <a:bodyPr/>
        <a:lstStyle/>
        <a:p>
          <a:endParaRPr lang="en-US" sz="1600"/>
        </a:p>
      </dgm:t>
    </dgm:pt>
    <dgm:pt modelId="{49F10BA1-CA05-43DF-8AB7-8300C5F8EDA8}" type="pres">
      <dgm:prSet presAssocID="{B06DC031-A566-421B-82CA-1DBAD3E5ED20}" presName="root" presStyleCnt="0">
        <dgm:presLayoutVars>
          <dgm:dir/>
          <dgm:resizeHandles val="exact"/>
        </dgm:presLayoutVars>
      </dgm:prSet>
      <dgm:spPr/>
    </dgm:pt>
    <dgm:pt modelId="{96FE0C28-22E1-4D28-87D8-11B2A7D9F0F7}" type="pres">
      <dgm:prSet presAssocID="{21AB5C6D-3112-4969-AB48-8D6AADD868DF}" presName="compNode" presStyleCnt="0"/>
      <dgm:spPr/>
    </dgm:pt>
    <dgm:pt modelId="{E443BE29-9C0E-402B-866D-829178E395FC}" type="pres">
      <dgm:prSet presAssocID="{21AB5C6D-3112-4969-AB48-8D6AADD868DF}" presName="bgRect" presStyleLbl="bgShp" presStyleIdx="0" presStyleCnt="4"/>
      <dgm:spPr/>
    </dgm:pt>
    <dgm:pt modelId="{D818E545-7E47-4688-83D4-C50770158666}" type="pres">
      <dgm:prSet presAssocID="{21AB5C6D-3112-4969-AB48-8D6AADD868D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685A722-C1DB-4EEC-A68E-D7E222579355}" type="pres">
      <dgm:prSet presAssocID="{21AB5C6D-3112-4969-AB48-8D6AADD868DF}" presName="spaceRect" presStyleCnt="0"/>
      <dgm:spPr/>
    </dgm:pt>
    <dgm:pt modelId="{E52C51C8-FF93-49BA-A399-7BD0C5C6D0FC}" type="pres">
      <dgm:prSet presAssocID="{21AB5C6D-3112-4969-AB48-8D6AADD868DF}" presName="parTx" presStyleLbl="revTx" presStyleIdx="0" presStyleCnt="4">
        <dgm:presLayoutVars>
          <dgm:chMax val="0"/>
          <dgm:chPref val="0"/>
        </dgm:presLayoutVars>
      </dgm:prSet>
      <dgm:spPr/>
    </dgm:pt>
    <dgm:pt modelId="{47829D52-6997-4627-884F-FFC7B90EE6BC}" type="pres">
      <dgm:prSet presAssocID="{F60CBD56-9710-48BC-99C4-52A581BAC234}" presName="sibTrans" presStyleCnt="0"/>
      <dgm:spPr/>
    </dgm:pt>
    <dgm:pt modelId="{E034118C-9538-4BC8-B999-2133E7A6E64F}" type="pres">
      <dgm:prSet presAssocID="{44EBFECF-E964-4FAB-892B-0C65C9B77BB7}" presName="compNode" presStyleCnt="0"/>
      <dgm:spPr/>
    </dgm:pt>
    <dgm:pt modelId="{49CD648C-59AC-4488-852B-B09807F37D48}" type="pres">
      <dgm:prSet presAssocID="{44EBFECF-E964-4FAB-892B-0C65C9B77BB7}" presName="bgRect" presStyleLbl="bgShp" presStyleIdx="1" presStyleCnt="4"/>
      <dgm:spPr/>
    </dgm:pt>
    <dgm:pt modelId="{7E3143BC-74AB-4427-B708-8F8F2BF292F0}" type="pres">
      <dgm:prSet presAssocID="{44EBFECF-E964-4FAB-892B-0C65C9B77BB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54772A6-55A3-49B8-AE0D-9B6181ABB1D6}" type="pres">
      <dgm:prSet presAssocID="{44EBFECF-E964-4FAB-892B-0C65C9B77BB7}" presName="spaceRect" presStyleCnt="0"/>
      <dgm:spPr/>
    </dgm:pt>
    <dgm:pt modelId="{B9A044C3-CF54-4E48-98D7-3141882853F5}" type="pres">
      <dgm:prSet presAssocID="{44EBFECF-E964-4FAB-892B-0C65C9B77BB7}" presName="parTx" presStyleLbl="revTx" presStyleIdx="1" presStyleCnt="4">
        <dgm:presLayoutVars>
          <dgm:chMax val="0"/>
          <dgm:chPref val="0"/>
        </dgm:presLayoutVars>
      </dgm:prSet>
      <dgm:spPr/>
    </dgm:pt>
    <dgm:pt modelId="{7F7D4B04-19C9-4769-9FD2-7FC9D6425352}" type="pres">
      <dgm:prSet presAssocID="{7718AA6A-5CAF-45F1-AA31-18B894F5FA98}" presName="sibTrans" presStyleCnt="0"/>
      <dgm:spPr/>
    </dgm:pt>
    <dgm:pt modelId="{7848BB0C-FA2F-4324-9FD3-C0E3BFA45856}" type="pres">
      <dgm:prSet presAssocID="{A9EFEF09-6582-48D1-8D3D-61948AC06FBC}" presName="compNode" presStyleCnt="0"/>
      <dgm:spPr/>
    </dgm:pt>
    <dgm:pt modelId="{F16C8FB4-048F-4E93-A6FE-05472DB31A72}" type="pres">
      <dgm:prSet presAssocID="{A9EFEF09-6582-48D1-8D3D-61948AC06FBC}" presName="bgRect" presStyleLbl="bgShp" presStyleIdx="2" presStyleCnt="4"/>
      <dgm:spPr/>
    </dgm:pt>
    <dgm:pt modelId="{D1CB94CA-8BCF-4C03-BAFA-3331850B1AD8}" type="pres">
      <dgm:prSet presAssocID="{A9EFEF09-6582-48D1-8D3D-61948AC06FB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4D8CE39-9FFA-4CCA-A463-4B80F05CF116}" type="pres">
      <dgm:prSet presAssocID="{A9EFEF09-6582-48D1-8D3D-61948AC06FBC}" presName="spaceRect" presStyleCnt="0"/>
      <dgm:spPr/>
    </dgm:pt>
    <dgm:pt modelId="{E22FBDCC-5CBB-4AE9-B9C8-8EE58F07EA10}" type="pres">
      <dgm:prSet presAssocID="{A9EFEF09-6582-48D1-8D3D-61948AC06FBC}" presName="parTx" presStyleLbl="revTx" presStyleIdx="2" presStyleCnt="4">
        <dgm:presLayoutVars>
          <dgm:chMax val="0"/>
          <dgm:chPref val="0"/>
        </dgm:presLayoutVars>
      </dgm:prSet>
      <dgm:spPr/>
    </dgm:pt>
    <dgm:pt modelId="{D0A1C9C7-7172-4025-907B-5B6AB194B950}" type="pres">
      <dgm:prSet presAssocID="{790FAC3E-4F2D-496B-A6B7-BAAB2317591F}" presName="sibTrans" presStyleCnt="0"/>
      <dgm:spPr/>
    </dgm:pt>
    <dgm:pt modelId="{B202C22F-3C57-4517-87FD-475CB6A4650A}" type="pres">
      <dgm:prSet presAssocID="{1B51CBAD-0C5B-4E3D-AE73-B152C2EE4A86}" presName="compNode" presStyleCnt="0"/>
      <dgm:spPr/>
    </dgm:pt>
    <dgm:pt modelId="{AB5AAB28-CDD4-42B2-A8FB-46698C5BB2D2}" type="pres">
      <dgm:prSet presAssocID="{1B51CBAD-0C5B-4E3D-AE73-B152C2EE4A86}" presName="bgRect" presStyleLbl="bgShp" presStyleIdx="3" presStyleCnt="4"/>
      <dgm:spPr/>
    </dgm:pt>
    <dgm:pt modelId="{C3EF9989-D8DC-46BC-9254-2CDF990DC9F8}" type="pres">
      <dgm:prSet presAssocID="{1B51CBAD-0C5B-4E3D-AE73-B152C2EE4A8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C0CF70B2-2BA2-47B1-8DEE-CE7CA7445B9D}" type="pres">
      <dgm:prSet presAssocID="{1B51CBAD-0C5B-4E3D-AE73-B152C2EE4A86}" presName="spaceRect" presStyleCnt="0"/>
      <dgm:spPr/>
    </dgm:pt>
    <dgm:pt modelId="{B2ADFF2A-FD7D-4A6C-B379-E4EBB3326227}" type="pres">
      <dgm:prSet presAssocID="{1B51CBAD-0C5B-4E3D-AE73-B152C2EE4A8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96EF335-FF88-4DA9-A716-61FDCC792B50}" srcId="{B06DC031-A566-421B-82CA-1DBAD3E5ED20}" destId="{44EBFECF-E964-4FAB-892B-0C65C9B77BB7}" srcOrd="1" destOrd="0" parTransId="{3AB1E995-0B4F-4C76-AB8D-7453AF6204E4}" sibTransId="{7718AA6A-5CAF-45F1-AA31-18B894F5FA98}"/>
    <dgm:cxn modelId="{038A5250-55D3-4A65-8B91-F38291CB93F4}" srcId="{B06DC031-A566-421B-82CA-1DBAD3E5ED20}" destId="{21AB5C6D-3112-4969-AB48-8D6AADD868DF}" srcOrd="0" destOrd="0" parTransId="{F00CD909-4943-4DA5-BC5F-923B2BF7ED86}" sibTransId="{F60CBD56-9710-48BC-99C4-52A581BAC234}"/>
    <dgm:cxn modelId="{59EE6B53-3137-47A8-A570-497B0AA02793}" srcId="{B06DC031-A566-421B-82CA-1DBAD3E5ED20}" destId="{A9EFEF09-6582-48D1-8D3D-61948AC06FBC}" srcOrd="2" destOrd="0" parTransId="{5948C62E-DB5E-47FA-9C72-A344C5E6FE7B}" sibTransId="{790FAC3E-4F2D-496B-A6B7-BAAB2317591F}"/>
    <dgm:cxn modelId="{A8AE7C54-49A1-3042-AF20-7B290341EF8C}" type="presOf" srcId="{21AB5C6D-3112-4969-AB48-8D6AADD868DF}" destId="{E52C51C8-FF93-49BA-A399-7BD0C5C6D0FC}" srcOrd="0" destOrd="0" presId="urn:microsoft.com/office/officeart/2018/2/layout/IconVerticalSolidList"/>
    <dgm:cxn modelId="{6A0DF37A-2D53-0946-92FC-AD55F0D480BA}" type="presOf" srcId="{A9EFEF09-6582-48D1-8D3D-61948AC06FBC}" destId="{E22FBDCC-5CBB-4AE9-B9C8-8EE58F07EA10}" srcOrd="0" destOrd="0" presId="urn:microsoft.com/office/officeart/2018/2/layout/IconVerticalSolidList"/>
    <dgm:cxn modelId="{1CD9E5B9-3700-9D4B-8C13-9A793D3B8723}" type="presOf" srcId="{1B51CBAD-0C5B-4E3D-AE73-B152C2EE4A86}" destId="{B2ADFF2A-FD7D-4A6C-B379-E4EBB3326227}" srcOrd="0" destOrd="0" presId="urn:microsoft.com/office/officeart/2018/2/layout/IconVerticalSolidList"/>
    <dgm:cxn modelId="{8E464BD4-5083-CE4E-82E3-AB89D925FB63}" type="presOf" srcId="{B06DC031-A566-421B-82CA-1DBAD3E5ED20}" destId="{49F10BA1-CA05-43DF-8AB7-8300C5F8EDA8}" srcOrd="0" destOrd="0" presId="urn:microsoft.com/office/officeart/2018/2/layout/IconVerticalSolidList"/>
    <dgm:cxn modelId="{D7025AF2-888A-46B8-8E8C-8DF9ABA43FF6}" srcId="{B06DC031-A566-421B-82CA-1DBAD3E5ED20}" destId="{1B51CBAD-0C5B-4E3D-AE73-B152C2EE4A86}" srcOrd="3" destOrd="0" parTransId="{CFAF4ABC-434A-4A33-A415-829A233F163D}" sibTransId="{65719026-8086-496E-8526-A2A9930DC55C}"/>
    <dgm:cxn modelId="{883884F4-6C60-B145-9E59-C3C5AB312053}" type="presOf" srcId="{44EBFECF-E964-4FAB-892B-0C65C9B77BB7}" destId="{B9A044C3-CF54-4E48-98D7-3141882853F5}" srcOrd="0" destOrd="0" presId="urn:microsoft.com/office/officeart/2018/2/layout/IconVerticalSolidList"/>
    <dgm:cxn modelId="{4648371B-1E0C-9143-B19B-96E903AF969B}" type="presParOf" srcId="{49F10BA1-CA05-43DF-8AB7-8300C5F8EDA8}" destId="{96FE0C28-22E1-4D28-87D8-11B2A7D9F0F7}" srcOrd="0" destOrd="0" presId="urn:microsoft.com/office/officeart/2018/2/layout/IconVerticalSolidList"/>
    <dgm:cxn modelId="{3A38F8E7-AED5-DC43-8C8D-740999411E74}" type="presParOf" srcId="{96FE0C28-22E1-4D28-87D8-11B2A7D9F0F7}" destId="{E443BE29-9C0E-402B-866D-829178E395FC}" srcOrd="0" destOrd="0" presId="urn:microsoft.com/office/officeart/2018/2/layout/IconVerticalSolidList"/>
    <dgm:cxn modelId="{121E894F-8C74-1A4C-9315-63C29D85AA53}" type="presParOf" srcId="{96FE0C28-22E1-4D28-87D8-11B2A7D9F0F7}" destId="{D818E545-7E47-4688-83D4-C50770158666}" srcOrd="1" destOrd="0" presId="urn:microsoft.com/office/officeart/2018/2/layout/IconVerticalSolidList"/>
    <dgm:cxn modelId="{0B58B4D7-5DD7-7F48-B114-38CB1C8B5C81}" type="presParOf" srcId="{96FE0C28-22E1-4D28-87D8-11B2A7D9F0F7}" destId="{2685A722-C1DB-4EEC-A68E-D7E222579355}" srcOrd="2" destOrd="0" presId="urn:microsoft.com/office/officeart/2018/2/layout/IconVerticalSolidList"/>
    <dgm:cxn modelId="{FE7ADCDE-B108-D044-8D90-4A1522D93C28}" type="presParOf" srcId="{96FE0C28-22E1-4D28-87D8-11B2A7D9F0F7}" destId="{E52C51C8-FF93-49BA-A399-7BD0C5C6D0FC}" srcOrd="3" destOrd="0" presId="urn:microsoft.com/office/officeart/2018/2/layout/IconVerticalSolidList"/>
    <dgm:cxn modelId="{64448493-A444-8B46-90E5-01D9A65CB28A}" type="presParOf" srcId="{49F10BA1-CA05-43DF-8AB7-8300C5F8EDA8}" destId="{47829D52-6997-4627-884F-FFC7B90EE6BC}" srcOrd="1" destOrd="0" presId="urn:microsoft.com/office/officeart/2018/2/layout/IconVerticalSolidList"/>
    <dgm:cxn modelId="{8097F592-1F24-F54A-B10E-0F4C0C47C863}" type="presParOf" srcId="{49F10BA1-CA05-43DF-8AB7-8300C5F8EDA8}" destId="{E034118C-9538-4BC8-B999-2133E7A6E64F}" srcOrd="2" destOrd="0" presId="urn:microsoft.com/office/officeart/2018/2/layout/IconVerticalSolidList"/>
    <dgm:cxn modelId="{8547062F-F8E4-8243-A153-76230A42AE4B}" type="presParOf" srcId="{E034118C-9538-4BC8-B999-2133E7A6E64F}" destId="{49CD648C-59AC-4488-852B-B09807F37D48}" srcOrd="0" destOrd="0" presId="urn:microsoft.com/office/officeart/2018/2/layout/IconVerticalSolidList"/>
    <dgm:cxn modelId="{48EA4A1B-AAFA-304C-AAB7-EA63590D03CD}" type="presParOf" srcId="{E034118C-9538-4BC8-B999-2133E7A6E64F}" destId="{7E3143BC-74AB-4427-B708-8F8F2BF292F0}" srcOrd="1" destOrd="0" presId="urn:microsoft.com/office/officeart/2018/2/layout/IconVerticalSolidList"/>
    <dgm:cxn modelId="{6AFFBF73-0622-DA4E-8DBA-5F702821B041}" type="presParOf" srcId="{E034118C-9538-4BC8-B999-2133E7A6E64F}" destId="{954772A6-55A3-49B8-AE0D-9B6181ABB1D6}" srcOrd="2" destOrd="0" presId="urn:microsoft.com/office/officeart/2018/2/layout/IconVerticalSolidList"/>
    <dgm:cxn modelId="{EB08D5E7-7486-6248-BC4F-667DCAADBCED}" type="presParOf" srcId="{E034118C-9538-4BC8-B999-2133E7A6E64F}" destId="{B9A044C3-CF54-4E48-98D7-3141882853F5}" srcOrd="3" destOrd="0" presId="urn:microsoft.com/office/officeart/2018/2/layout/IconVerticalSolidList"/>
    <dgm:cxn modelId="{315D6736-72BB-BC48-A65B-B1F7A4EAC3B7}" type="presParOf" srcId="{49F10BA1-CA05-43DF-8AB7-8300C5F8EDA8}" destId="{7F7D4B04-19C9-4769-9FD2-7FC9D6425352}" srcOrd="3" destOrd="0" presId="urn:microsoft.com/office/officeart/2018/2/layout/IconVerticalSolidList"/>
    <dgm:cxn modelId="{5CA4C5BF-1C6B-B94F-9F0D-B2C9F5CBF8E1}" type="presParOf" srcId="{49F10BA1-CA05-43DF-8AB7-8300C5F8EDA8}" destId="{7848BB0C-FA2F-4324-9FD3-C0E3BFA45856}" srcOrd="4" destOrd="0" presId="urn:microsoft.com/office/officeart/2018/2/layout/IconVerticalSolidList"/>
    <dgm:cxn modelId="{A8D06C9E-929E-4A4D-87D6-F7F82D95EDF2}" type="presParOf" srcId="{7848BB0C-FA2F-4324-9FD3-C0E3BFA45856}" destId="{F16C8FB4-048F-4E93-A6FE-05472DB31A72}" srcOrd="0" destOrd="0" presId="urn:microsoft.com/office/officeart/2018/2/layout/IconVerticalSolidList"/>
    <dgm:cxn modelId="{A3801FC6-6872-854B-B40C-A0AF24DF911C}" type="presParOf" srcId="{7848BB0C-FA2F-4324-9FD3-C0E3BFA45856}" destId="{D1CB94CA-8BCF-4C03-BAFA-3331850B1AD8}" srcOrd="1" destOrd="0" presId="urn:microsoft.com/office/officeart/2018/2/layout/IconVerticalSolidList"/>
    <dgm:cxn modelId="{457FC855-78CF-684D-8586-8567E1F11DE1}" type="presParOf" srcId="{7848BB0C-FA2F-4324-9FD3-C0E3BFA45856}" destId="{34D8CE39-9FFA-4CCA-A463-4B80F05CF116}" srcOrd="2" destOrd="0" presId="urn:microsoft.com/office/officeart/2018/2/layout/IconVerticalSolidList"/>
    <dgm:cxn modelId="{133BE005-C9C0-4546-8CBA-7917D5DB36A8}" type="presParOf" srcId="{7848BB0C-FA2F-4324-9FD3-C0E3BFA45856}" destId="{E22FBDCC-5CBB-4AE9-B9C8-8EE58F07EA10}" srcOrd="3" destOrd="0" presId="urn:microsoft.com/office/officeart/2018/2/layout/IconVerticalSolidList"/>
    <dgm:cxn modelId="{D0C92B7B-B6FC-904E-BD33-B58209AAEFB3}" type="presParOf" srcId="{49F10BA1-CA05-43DF-8AB7-8300C5F8EDA8}" destId="{D0A1C9C7-7172-4025-907B-5B6AB194B950}" srcOrd="5" destOrd="0" presId="urn:microsoft.com/office/officeart/2018/2/layout/IconVerticalSolidList"/>
    <dgm:cxn modelId="{CE4EB02B-5F78-7A40-8B3D-70F7006F5F6F}" type="presParOf" srcId="{49F10BA1-CA05-43DF-8AB7-8300C5F8EDA8}" destId="{B202C22F-3C57-4517-87FD-475CB6A4650A}" srcOrd="6" destOrd="0" presId="urn:microsoft.com/office/officeart/2018/2/layout/IconVerticalSolidList"/>
    <dgm:cxn modelId="{110039A4-FFE4-F043-9574-CDA0B3EAC565}" type="presParOf" srcId="{B202C22F-3C57-4517-87FD-475CB6A4650A}" destId="{AB5AAB28-CDD4-42B2-A8FB-46698C5BB2D2}" srcOrd="0" destOrd="0" presId="urn:microsoft.com/office/officeart/2018/2/layout/IconVerticalSolidList"/>
    <dgm:cxn modelId="{BAF733ED-1BD8-094C-87DB-C0EFA6117AC7}" type="presParOf" srcId="{B202C22F-3C57-4517-87FD-475CB6A4650A}" destId="{C3EF9989-D8DC-46BC-9254-2CDF990DC9F8}" srcOrd="1" destOrd="0" presId="urn:microsoft.com/office/officeart/2018/2/layout/IconVerticalSolidList"/>
    <dgm:cxn modelId="{A6DD46BC-946A-9F49-8E9E-429FF6CBD10E}" type="presParOf" srcId="{B202C22F-3C57-4517-87FD-475CB6A4650A}" destId="{C0CF70B2-2BA2-47B1-8DEE-CE7CA7445B9D}" srcOrd="2" destOrd="0" presId="urn:microsoft.com/office/officeart/2018/2/layout/IconVerticalSolidList"/>
    <dgm:cxn modelId="{5F60C756-30D4-D247-9B28-080833B85071}" type="presParOf" srcId="{B202C22F-3C57-4517-87FD-475CB6A4650A}" destId="{B2ADFF2A-FD7D-4A6C-B379-E4EBB33262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43ACD38-8E37-AD4D-8BD1-E09FA32ECB4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68CB35-41A4-FE42-9A46-E9C3F61D1464}">
      <dgm:prSet custT="1"/>
      <dgm:spPr/>
      <dgm:t>
        <a:bodyPr/>
        <a:lstStyle/>
        <a:p>
          <a:r>
            <a:rPr lang="en-US" sz="1800" b="1" dirty="0"/>
            <a:t>Checklist-based LLM-as-a-judge</a:t>
          </a:r>
          <a:r>
            <a:rPr lang="en-US" sz="1800" dirty="0"/>
            <a:t>  Inspired by </a:t>
          </a:r>
          <a:r>
            <a:rPr lang="en-US" sz="1800" b="1" dirty="0" err="1"/>
            <a:t>CheckEval</a:t>
          </a:r>
          <a:r>
            <a:rPr lang="en-US" sz="1800" b="1" dirty="0"/>
            <a:t> - </a:t>
          </a:r>
          <a:r>
            <a:rPr lang="en-US" sz="1800" dirty="0"/>
            <a:t>More </a:t>
          </a:r>
          <a:r>
            <a:rPr lang="en-US" sz="1800" b="1" dirty="0"/>
            <a:t>interpretable</a:t>
          </a:r>
          <a:r>
            <a:rPr lang="en-US" sz="1800" dirty="0"/>
            <a:t> and </a:t>
          </a:r>
          <a:r>
            <a:rPr lang="en-US" sz="1800" b="1" dirty="0"/>
            <a:t>stable</a:t>
          </a:r>
          <a:r>
            <a:rPr lang="en-US" sz="1800" dirty="0"/>
            <a:t> than one overall rating</a:t>
          </a:r>
        </a:p>
      </dgm:t>
    </dgm:pt>
    <dgm:pt modelId="{D2BCDAA0-2966-FC4A-84EF-AAF338EB786B}" type="parTrans" cxnId="{3E8ADFEF-F1A6-A545-B941-C836FB84F689}">
      <dgm:prSet/>
      <dgm:spPr/>
      <dgm:t>
        <a:bodyPr/>
        <a:lstStyle/>
        <a:p>
          <a:endParaRPr lang="en-US" sz="1800"/>
        </a:p>
      </dgm:t>
    </dgm:pt>
    <dgm:pt modelId="{DDDE52A8-9B21-B849-9A6D-0C815A11BBD5}" type="sibTrans" cxnId="{3E8ADFEF-F1A6-A545-B941-C836FB84F689}">
      <dgm:prSet/>
      <dgm:spPr/>
      <dgm:t>
        <a:bodyPr/>
        <a:lstStyle/>
        <a:p>
          <a:endParaRPr lang="en-US" sz="1800"/>
        </a:p>
      </dgm:t>
    </dgm:pt>
    <dgm:pt modelId="{BDD67B5D-13F6-D041-A1BE-864EE840020F}">
      <dgm:prSet custT="1"/>
      <dgm:spPr/>
      <dgm:t>
        <a:bodyPr/>
        <a:lstStyle/>
        <a:p>
          <a:r>
            <a:rPr lang="en-US" sz="1800" b="1" dirty="0"/>
            <a:t>4 dimensions:</a:t>
          </a:r>
          <a:r>
            <a:rPr lang="en-US" sz="1800" dirty="0"/>
            <a:t> Correctness, </a:t>
          </a:r>
          <a:r>
            <a:rPr lang="en-US" sz="1800" dirty="0" err="1"/>
            <a:t>Groundedness</a:t>
          </a:r>
          <a:r>
            <a:rPr lang="en-US" sz="1800" dirty="0"/>
            <a:t>, Helpfulness, Clarity </a:t>
          </a:r>
        </a:p>
      </dgm:t>
    </dgm:pt>
    <dgm:pt modelId="{8679A757-7924-684B-8C69-259F44565DFA}" type="parTrans" cxnId="{87BF176A-39C6-7746-A6EF-A64D2EE059AF}">
      <dgm:prSet/>
      <dgm:spPr/>
      <dgm:t>
        <a:bodyPr/>
        <a:lstStyle/>
        <a:p>
          <a:endParaRPr lang="en-US" sz="1800"/>
        </a:p>
      </dgm:t>
    </dgm:pt>
    <dgm:pt modelId="{BB8682CE-3EE1-CA43-9FDD-64DABBFE1EB8}" type="sibTrans" cxnId="{87BF176A-39C6-7746-A6EF-A64D2EE059AF}">
      <dgm:prSet/>
      <dgm:spPr/>
      <dgm:t>
        <a:bodyPr/>
        <a:lstStyle/>
        <a:p>
          <a:endParaRPr lang="en-US" sz="1800"/>
        </a:p>
      </dgm:t>
    </dgm:pt>
    <dgm:pt modelId="{88839456-E675-0E4C-A229-F633E9C90E87}">
      <dgm:prSet custT="1"/>
      <dgm:spPr/>
      <dgm:t>
        <a:bodyPr/>
        <a:lstStyle/>
        <a:p>
          <a:r>
            <a:rPr lang="en-US" sz="1800" b="1" dirty="0"/>
            <a:t>Scoring:</a:t>
          </a:r>
          <a:endParaRPr lang="en-US" sz="1800" dirty="0"/>
        </a:p>
      </dgm:t>
    </dgm:pt>
    <dgm:pt modelId="{B11C4307-2BB9-C744-A5EC-BBBC9735AD70}" type="parTrans" cxnId="{AF065477-DB41-4D4B-BFA5-5EE95AE3B347}">
      <dgm:prSet/>
      <dgm:spPr/>
      <dgm:t>
        <a:bodyPr/>
        <a:lstStyle/>
        <a:p>
          <a:endParaRPr lang="en-US" sz="1800"/>
        </a:p>
      </dgm:t>
    </dgm:pt>
    <dgm:pt modelId="{0726ADA0-8DA2-004C-A1BF-506D73ECA31C}" type="sibTrans" cxnId="{AF065477-DB41-4D4B-BFA5-5EE95AE3B347}">
      <dgm:prSet/>
      <dgm:spPr/>
      <dgm:t>
        <a:bodyPr/>
        <a:lstStyle/>
        <a:p>
          <a:endParaRPr lang="en-US" sz="1800"/>
        </a:p>
      </dgm:t>
    </dgm:pt>
    <dgm:pt modelId="{DC9DF936-025B-4C44-958A-136448BF1336}">
      <dgm:prSet custT="1"/>
      <dgm:spPr/>
      <dgm:t>
        <a:bodyPr/>
        <a:lstStyle/>
        <a:p>
          <a:r>
            <a:rPr lang="en-US" sz="1800" b="1"/>
            <a:t>5 yes/no checks per dimension</a:t>
          </a:r>
          <a:r>
            <a:rPr lang="en-US" sz="1800"/>
            <a:t> </a:t>
          </a:r>
        </a:p>
      </dgm:t>
    </dgm:pt>
    <dgm:pt modelId="{82B9390A-13FC-2C4A-858B-647426577381}" type="parTrans" cxnId="{62064C68-774E-C441-9E0E-3F3E49BE4BA6}">
      <dgm:prSet/>
      <dgm:spPr/>
      <dgm:t>
        <a:bodyPr/>
        <a:lstStyle/>
        <a:p>
          <a:endParaRPr lang="en-US" sz="1800"/>
        </a:p>
      </dgm:t>
    </dgm:pt>
    <dgm:pt modelId="{8DEED041-8F08-2341-B28F-532AD4F069A8}" type="sibTrans" cxnId="{62064C68-774E-C441-9E0E-3F3E49BE4BA6}">
      <dgm:prSet/>
      <dgm:spPr/>
      <dgm:t>
        <a:bodyPr/>
        <a:lstStyle/>
        <a:p>
          <a:endParaRPr lang="en-US" sz="1800"/>
        </a:p>
      </dgm:t>
    </dgm:pt>
    <dgm:pt modelId="{04862BB9-D288-7B4E-80A0-10935AB98432}">
      <dgm:prSet custT="1"/>
      <dgm:spPr/>
      <dgm:t>
        <a:bodyPr/>
        <a:lstStyle/>
        <a:p>
          <a:r>
            <a:rPr lang="en-US" sz="1800" b="1"/>
            <a:t>20 binary checks per response</a:t>
          </a:r>
          <a:r>
            <a:rPr lang="en-US" sz="1800"/>
            <a:t> </a:t>
          </a:r>
        </a:p>
      </dgm:t>
    </dgm:pt>
    <dgm:pt modelId="{27193772-719C-B145-8997-3A346D50D080}" type="parTrans" cxnId="{1B9F5D6F-3E4B-2941-953C-05D192654FD6}">
      <dgm:prSet/>
      <dgm:spPr/>
      <dgm:t>
        <a:bodyPr/>
        <a:lstStyle/>
        <a:p>
          <a:endParaRPr lang="en-US" sz="1800"/>
        </a:p>
      </dgm:t>
    </dgm:pt>
    <dgm:pt modelId="{4D53DA61-7C66-D048-BEE7-C8FD196E6495}" type="sibTrans" cxnId="{1B9F5D6F-3E4B-2941-953C-05D192654FD6}">
      <dgm:prSet/>
      <dgm:spPr/>
      <dgm:t>
        <a:bodyPr/>
        <a:lstStyle/>
        <a:p>
          <a:endParaRPr lang="en-US" sz="1800"/>
        </a:p>
      </dgm:t>
    </dgm:pt>
    <dgm:pt modelId="{EE88AF6B-FEFB-9D45-A652-56F856F67983}">
      <dgm:prSet custT="1"/>
      <dgm:spPr/>
      <dgm:t>
        <a:bodyPr/>
        <a:lstStyle/>
        <a:p>
          <a:r>
            <a:rPr lang="en-US" sz="1800" dirty="0"/>
            <a:t>Score = </a:t>
          </a:r>
          <a:r>
            <a:rPr lang="en-US" sz="1800" b="1" dirty="0"/>
            <a:t>% yes</a:t>
          </a:r>
          <a:r>
            <a:rPr lang="en-US" sz="1800" dirty="0"/>
            <a:t> per dimension </a:t>
          </a:r>
        </a:p>
      </dgm:t>
    </dgm:pt>
    <dgm:pt modelId="{779CA281-DFA6-3140-B676-B895F6B87179}" type="parTrans" cxnId="{7361E0EC-C0F7-8E44-988E-AE390D60D037}">
      <dgm:prSet/>
      <dgm:spPr/>
      <dgm:t>
        <a:bodyPr/>
        <a:lstStyle/>
        <a:p>
          <a:endParaRPr lang="en-US" sz="1800"/>
        </a:p>
      </dgm:t>
    </dgm:pt>
    <dgm:pt modelId="{26C446D0-43A8-134B-8B43-CCAED9D361E9}" type="sibTrans" cxnId="{7361E0EC-C0F7-8E44-988E-AE390D60D037}">
      <dgm:prSet/>
      <dgm:spPr/>
      <dgm:t>
        <a:bodyPr/>
        <a:lstStyle/>
        <a:p>
          <a:endParaRPr lang="en-US" sz="1800"/>
        </a:p>
      </dgm:t>
    </dgm:pt>
    <dgm:pt modelId="{2350A7D5-4692-CF4B-B161-BEF8D382352E}">
      <dgm:prSet custT="1"/>
      <dgm:spPr/>
      <dgm:t>
        <a:bodyPr/>
        <a:lstStyle/>
        <a:p>
          <a:r>
            <a:rPr lang="en-US" sz="1800" b="1" dirty="0"/>
            <a:t>Judges – prompted with the CR, Response and Dialogue Context along with the scoring rules</a:t>
          </a:r>
          <a:endParaRPr lang="en-US" sz="1800" dirty="0"/>
        </a:p>
      </dgm:t>
    </dgm:pt>
    <dgm:pt modelId="{C3E58BB7-2FD7-6D4F-A2BA-96575C0D19E1}" type="parTrans" cxnId="{2E0B228A-1AF0-A145-BA38-C5BF6C57D452}">
      <dgm:prSet/>
      <dgm:spPr/>
      <dgm:t>
        <a:bodyPr/>
        <a:lstStyle/>
        <a:p>
          <a:endParaRPr lang="en-US" sz="1800"/>
        </a:p>
      </dgm:t>
    </dgm:pt>
    <dgm:pt modelId="{6DBBE0B7-38EA-3542-A369-B939CB92EF43}" type="sibTrans" cxnId="{2E0B228A-1AF0-A145-BA38-C5BF6C57D452}">
      <dgm:prSet/>
      <dgm:spPr/>
      <dgm:t>
        <a:bodyPr/>
        <a:lstStyle/>
        <a:p>
          <a:endParaRPr lang="en-US" sz="1800"/>
        </a:p>
      </dgm:t>
    </dgm:pt>
    <dgm:pt modelId="{C4900AF3-583D-F640-9772-B0796150A0AC}">
      <dgm:prSet custT="1"/>
      <dgm:spPr/>
      <dgm:t>
        <a:bodyPr/>
        <a:lstStyle/>
        <a:p>
          <a:r>
            <a:rPr lang="en-US" sz="1800" b="1" dirty="0"/>
            <a:t>gpt-4.1-mini (note:  used gpt-4o-mini to generate  CR responses)</a:t>
          </a:r>
          <a:r>
            <a:rPr lang="en-US" sz="1800" dirty="0"/>
            <a:t> </a:t>
          </a:r>
        </a:p>
      </dgm:t>
    </dgm:pt>
    <dgm:pt modelId="{DBF56D6B-7D9D-8844-BC1C-E76726D67032}" type="parTrans" cxnId="{0F9FFA45-4ABB-854D-9053-42629762210F}">
      <dgm:prSet/>
      <dgm:spPr/>
      <dgm:t>
        <a:bodyPr/>
        <a:lstStyle/>
        <a:p>
          <a:endParaRPr lang="en-US" sz="1800"/>
        </a:p>
      </dgm:t>
    </dgm:pt>
    <dgm:pt modelId="{1FA91E8D-BFA1-A44E-B3B6-D404B3B1648F}" type="sibTrans" cxnId="{0F9FFA45-4ABB-854D-9053-42629762210F}">
      <dgm:prSet/>
      <dgm:spPr/>
      <dgm:t>
        <a:bodyPr/>
        <a:lstStyle/>
        <a:p>
          <a:endParaRPr lang="en-US" sz="1800"/>
        </a:p>
      </dgm:t>
    </dgm:pt>
    <dgm:pt modelId="{D4B74B81-6670-544E-BC45-D6B48C1CE1DB}">
      <dgm:prSet custT="1"/>
      <dgm:spPr/>
      <dgm:t>
        <a:bodyPr/>
        <a:lstStyle/>
        <a:p>
          <a:r>
            <a:rPr lang="en-US" sz="1800" b="1" dirty="0"/>
            <a:t>gemini-2.5-flash-lite</a:t>
          </a:r>
          <a:r>
            <a:rPr lang="en-US" sz="1800" dirty="0"/>
            <a:t> </a:t>
          </a:r>
        </a:p>
      </dgm:t>
    </dgm:pt>
    <dgm:pt modelId="{8E19F327-7763-4041-876F-F4595A6FDA80}" type="parTrans" cxnId="{9D66DC9F-DEF8-4347-A76C-21E9A5455E2E}">
      <dgm:prSet/>
      <dgm:spPr/>
      <dgm:t>
        <a:bodyPr/>
        <a:lstStyle/>
        <a:p>
          <a:endParaRPr lang="en-US" sz="1800"/>
        </a:p>
      </dgm:t>
    </dgm:pt>
    <dgm:pt modelId="{C8A6D9E3-3A7C-E247-B5C7-DE0AB99CEF31}" type="sibTrans" cxnId="{9D66DC9F-DEF8-4347-A76C-21E9A5455E2E}">
      <dgm:prSet/>
      <dgm:spPr/>
      <dgm:t>
        <a:bodyPr/>
        <a:lstStyle/>
        <a:p>
          <a:endParaRPr lang="en-US" sz="1800"/>
        </a:p>
      </dgm:t>
    </dgm:pt>
    <dgm:pt modelId="{7EC71944-D655-2E4E-B9E7-F31DDAC95BC8}">
      <dgm:prSet custT="1"/>
      <dgm:spPr/>
      <dgm:t>
        <a:bodyPr/>
        <a:lstStyle/>
        <a:p>
          <a:r>
            <a:rPr lang="en-US" sz="1800" b="1" dirty="0"/>
            <a:t>qwen2.5-14B-Instruct</a:t>
          </a:r>
          <a:r>
            <a:rPr lang="en-US" sz="1800" dirty="0"/>
            <a:t> </a:t>
          </a:r>
        </a:p>
      </dgm:t>
    </dgm:pt>
    <dgm:pt modelId="{47868795-AD98-4A45-9411-EA1067B116A6}" type="parTrans" cxnId="{1927B11D-9A04-FD4E-B98E-7AB4E5CF6CF2}">
      <dgm:prSet/>
      <dgm:spPr/>
      <dgm:t>
        <a:bodyPr/>
        <a:lstStyle/>
        <a:p>
          <a:endParaRPr lang="en-US" sz="1800"/>
        </a:p>
      </dgm:t>
    </dgm:pt>
    <dgm:pt modelId="{143CD575-D759-1F46-B7B8-A95C9AF57977}" type="sibTrans" cxnId="{1927B11D-9A04-FD4E-B98E-7AB4E5CF6CF2}">
      <dgm:prSet/>
      <dgm:spPr/>
      <dgm:t>
        <a:bodyPr/>
        <a:lstStyle/>
        <a:p>
          <a:endParaRPr lang="en-US" sz="1800"/>
        </a:p>
      </dgm:t>
    </dgm:pt>
    <dgm:pt modelId="{4F9ECDE3-B0DC-464E-B6E1-4D02E677BDD2}" type="pres">
      <dgm:prSet presAssocID="{343ACD38-8E37-AD4D-8BD1-E09FA32ECB44}" presName="linear" presStyleCnt="0">
        <dgm:presLayoutVars>
          <dgm:animLvl val="lvl"/>
          <dgm:resizeHandles val="exact"/>
        </dgm:presLayoutVars>
      </dgm:prSet>
      <dgm:spPr/>
    </dgm:pt>
    <dgm:pt modelId="{C7B976E8-C018-B541-AB81-F22C73A86360}" type="pres">
      <dgm:prSet presAssocID="{3468CB35-41A4-FE42-9A46-E9C3F61D146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FF0120-DBB7-2E4B-8E6B-01296AC0BBE8}" type="pres">
      <dgm:prSet presAssocID="{DDDE52A8-9B21-B849-9A6D-0C815A11BBD5}" presName="spacer" presStyleCnt="0"/>
      <dgm:spPr/>
    </dgm:pt>
    <dgm:pt modelId="{CE31075B-16F3-0443-961A-B812B6821A89}" type="pres">
      <dgm:prSet presAssocID="{BDD67B5D-13F6-D041-A1BE-864EE84002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5A53FAF-E053-7449-A366-4F586A2779B1}" type="pres">
      <dgm:prSet presAssocID="{BB8682CE-3EE1-CA43-9FDD-64DABBFE1EB8}" presName="spacer" presStyleCnt="0"/>
      <dgm:spPr/>
    </dgm:pt>
    <dgm:pt modelId="{AC753ED0-C34F-0247-A54B-9AE94BC002B1}" type="pres">
      <dgm:prSet presAssocID="{88839456-E675-0E4C-A229-F633E9C90E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9ED6F1-75D3-6E43-B96A-FA9BF9EFD552}" type="pres">
      <dgm:prSet presAssocID="{88839456-E675-0E4C-A229-F633E9C90E87}" presName="childText" presStyleLbl="revTx" presStyleIdx="0" presStyleCnt="2">
        <dgm:presLayoutVars>
          <dgm:bulletEnabled val="1"/>
        </dgm:presLayoutVars>
      </dgm:prSet>
      <dgm:spPr/>
    </dgm:pt>
    <dgm:pt modelId="{7291B35D-F84A-7C4E-B916-733EC0D260E6}" type="pres">
      <dgm:prSet presAssocID="{2350A7D5-4692-CF4B-B161-BEF8D382352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80CA3CE-01F4-0F48-91C4-3D6CD628B39E}" type="pres">
      <dgm:prSet presAssocID="{2350A7D5-4692-CF4B-B161-BEF8D382352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927B11D-9A04-FD4E-B98E-7AB4E5CF6CF2}" srcId="{2350A7D5-4692-CF4B-B161-BEF8D382352E}" destId="{7EC71944-D655-2E4E-B9E7-F31DDAC95BC8}" srcOrd="2" destOrd="0" parTransId="{47868795-AD98-4A45-9411-EA1067B116A6}" sibTransId="{143CD575-D759-1F46-B7B8-A95C9AF57977}"/>
    <dgm:cxn modelId="{F2BAE328-3A1A-1640-B650-24BDC090C883}" type="presOf" srcId="{DC9DF936-025B-4C44-958A-136448BF1336}" destId="{7E9ED6F1-75D3-6E43-B96A-FA9BF9EFD552}" srcOrd="0" destOrd="0" presId="urn:microsoft.com/office/officeart/2005/8/layout/vList2"/>
    <dgm:cxn modelId="{F9061D33-1425-9E41-9A5D-5A1E8F4544E0}" type="presOf" srcId="{343ACD38-8E37-AD4D-8BD1-E09FA32ECB44}" destId="{4F9ECDE3-B0DC-464E-B6E1-4D02E677BDD2}" srcOrd="0" destOrd="0" presId="urn:microsoft.com/office/officeart/2005/8/layout/vList2"/>
    <dgm:cxn modelId="{0F9FFA45-4ABB-854D-9053-42629762210F}" srcId="{2350A7D5-4692-CF4B-B161-BEF8D382352E}" destId="{C4900AF3-583D-F640-9772-B0796150A0AC}" srcOrd="0" destOrd="0" parTransId="{DBF56D6B-7D9D-8844-BC1C-E76726D67032}" sibTransId="{1FA91E8D-BFA1-A44E-B3B6-D404B3B1648F}"/>
    <dgm:cxn modelId="{FE46195B-946E-E143-8BC4-D543F7D4E9CA}" type="presOf" srcId="{3468CB35-41A4-FE42-9A46-E9C3F61D1464}" destId="{C7B976E8-C018-B541-AB81-F22C73A86360}" srcOrd="0" destOrd="0" presId="urn:microsoft.com/office/officeart/2005/8/layout/vList2"/>
    <dgm:cxn modelId="{62064C68-774E-C441-9E0E-3F3E49BE4BA6}" srcId="{88839456-E675-0E4C-A229-F633E9C90E87}" destId="{DC9DF936-025B-4C44-958A-136448BF1336}" srcOrd="0" destOrd="0" parTransId="{82B9390A-13FC-2C4A-858B-647426577381}" sibTransId="{8DEED041-8F08-2341-B28F-532AD4F069A8}"/>
    <dgm:cxn modelId="{87BF176A-39C6-7746-A6EF-A64D2EE059AF}" srcId="{343ACD38-8E37-AD4D-8BD1-E09FA32ECB44}" destId="{BDD67B5D-13F6-D041-A1BE-864EE840020F}" srcOrd="1" destOrd="0" parTransId="{8679A757-7924-684B-8C69-259F44565DFA}" sibTransId="{BB8682CE-3EE1-CA43-9FDD-64DABBFE1EB8}"/>
    <dgm:cxn modelId="{1B9F5D6F-3E4B-2941-953C-05D192654FD6}" srcId="{88839456-E675-0E4C-A229-F633E9C90E87}" destId="{04862BB9-D288-7B4E-80A0-10935AB98432}" srcOrd="1" destOrd="0" parTransId="{27193772-719C-B145-8997-3A346D50D080}" sibTransId="{4D53DA61-7C66-D048-BEE7-C8FD196E6495}"/>
    <dgm:cxn modelId="{AF065477-DB41-4D4B-BFA5-5EE95AE3B347}" srcId="{343ACD38-8E37-AD4D-8BD1-E09FA32ECB44}" destId="{88839456-E675-0E4C-A229-F633E9C90E87}" srcOrd="2" destOrd="0" parTransId="{B11C4307-2BB9-C744-A5EC-BBBC9735AD70}" sibTransId="{0726ADA0-8DA2-004C-A1BF-506D73ECA31C}"/>
    <dgm:cxn modelId="{2E0B228A-1AF0-A145-BA38-C5BF6C57D452}" srcId="{343ACD38-8E37-AD4D-8BD1-E09FA32ECB44}" destId="{2350A7D5-4692-CF4B-B161-BEF8D382352E}" srcOrd="3" destOrd="0" parTransId="{C3E58BB7-2FD7-6D4F-A2BA-96575C0D19E1}" sibTransId="{6DBBE0B7-38EA-3542-A369-B939CB92EF43}"/>
    <dgm:cxn modelId="{F458F290-0069-314E-AC4F-247705315FC4}" type="presOf" srcId="{2350A7D5-4692-CF4B-B161-BEF8D382352E}" destId="{7291B35D-F84A-7C4E-B916-733EC0D260E6}" srcOrd="0" destOrd="0" presId="urn:microsoft.com/office/officeart/2005/8/layout/vList2"/>
    <dgm:cxn modelId="{9D66DC9F-DEF8-4347-A76C-21E9A5455E2E}" srcId="{2350A7D5-4692-CF4B-B161-BEF8D382352E}" destId="{D4B74B81-6670-544E-BC45-D6B48C1CE1DB}" srcOrd="1" destOrd="0" parTransId="{8E19F327-7763-4041-876F-F4595A6FDA80}" sibTransId="{C8A6D9E3-3A7C-E247-B5C7-DE0AB99CEF31}"/>
    <dgm:cxn modelId="{F1B905A7-BF56-8540-8EA8-B0DB8FBDCC5C}" type="presOf" srcId="{7EC71944-D655-2E4E-B9E7-F31DDAC95BC8}" destId="{180CA3CE-01F4-0F48-91C4-3D6CD628B39E}" srcOrd="0" destOrd="2" presId="urn:microsoft.com/office/officeart/2005/8/layout/vList2"/>
    <dgm:cxn modelId="{48663DB4-A365-A44E-9027-2EE19AF3D75F}" type="presOf" srcId="{04862BB9-D288-7B4E-80A0-10935AB98432}" destId="{7E9ED6F1-75D3-6E43-B96A-FA9BF9EFD552}" srcOrd="0" destOrd="1" presId="urn:microsoft.com/office/officeart/2005/8/layout/vList2"/>
    <dgm:cxn modelId="{AD4672BC-A843-944D-8EC1-5A1F02EBCF55}" type="presOf" srcId="{C4900AF3-583D-F640-9772-B0796150A0AC}" destId="{180CA3CE-01F4-0F48-91C4-3D6CD628B39E}" srcOrd="0" destOrd="0" presId="urn:microsoft.com/office/officeart/2005/8/layout/vList2"/>
    <dgm:cxn modelId="{F5B5E2CA-A269-034B-9D17-898DE0E63C97}" type="presOf" srcId="{EE88AF6B-FEFB-9D45-A652-56F856F67983}" destId="{7E9ED6F1-75D3-6E43-B96A-FA9BF9EFD552}" srcOrd="0" destOrd="2" presId="urn:microsoft.com/office/officeart/2005/8/layout/vList2"/>
    <dgm:cxn modelId="{570ABACC-7296-C04F-9BF2-30D78EE2D600}" type="presOf" srcId="{BDD67B5D-13F6-D041-A1BE-864EE840020F}" destId="{CE31075B-16F3-0443-961A-B812B6821A89}" srcOrd="0" destOrd="0" presId="urn:microsoft.com/office/officeart/2005/8/layout/vList2"/>
    <dgm:cxn modelId="{C75AFEE0-D57C-C840-91FA-01902C36138B}" type="presOf" srcId="{88839456-E675-0E4C-A229-F633E9C90E87}" destId="{AC753ED0-C34F-0247-A54B-9AE94BC002B1}" srcOrd="0" destOrd="0" presId="urn:microsoft.com/office/officeart/2005/8/layout/vList2"/>
    <dgm:cxn modelId="{7361E0EC-C0F7-8E44-988E-AE390D60D037}" srcId="{88839456-E675-0E4C-A229-F633E9C90E87}" destId="{EE88AF6B-FEFB-9D45-A652-56F856F67983}" srcOrd="2" destOrd="0" parTransId="{779CA281-DFA6-3140-B676-B895F6B87179}" sibTransId="{26C446D0-43A8-134B-8B43-CCAED9D361E9}"/>
    <dgm:cxn modelId="{3E8ADFEF-F1A6-A545-B941-C836FB84F689}" srcId="{343ACD38-8E37-AD4D-8BD1-E09FA32ECB44}" destId="{3468CB35-41A4-FE42-9A46-E9C3F61D1464}" srcOrd="0" destOrd="0" parTransId="{D2BCDAA0-2966-FC4A-84EF-AAF338EB786B}" sibTransId="{DDDE52A8-9B21-B849-9A6D-0C815A11BBD5}"/>
    <dgm:cxn modelId="{A0E4F9F3-2522-AE40-B6EB-3FE789923345}" type="presOf" srcId="{D4B74B81-6670-544E-BC45-D6B48C1CE1DB}" destId="{180CA3CE-01F4-0F48-91C4-3D6CD628B39E}" srcOrd="0" destOrd="1" presId="urn:microsoft.com/office/officeart/2005/8/layout/vList2"/>
    <dgm:cxn modelId="{E357D018-C2FA-DB49-9D8F-20874EE0EFF3}" type="presParOf" srcId="{4F9ECDE3-B0DC-464E-B6E1-4D02E677BDD2}" destId="{C7B976E8-C018-B541-AB81-F22C73A86360}" srcOrd="0" destOrd="0" presId="urn:microsoft.com/office/officeart/2005/8/layout/vList2"/>
    <dgm:cxn modelId="{F3C1A63B-B860-5D43-989D-936C08639290}" type="presParOf" srcId="{4F9ECDE3-B0DC-464E-B6E1-4D02E677BDD2}" destId="{5DFF0120-DBB7-2E4B-8E6B-01296AC0BBE8}" srcOrd="1" destOrd="0" presId="urn:microsoft.com/office/officeart/2005/8/layout/vList2"/>
    <dgm:cxn modelId="{038C7108-7199-D646-A56E-332CAB3C99F8}" type="presParOf" srcId="{4F9ECDE3-B0DC-464E-B6E1-4D02E677BDD2}" destId="{CE31075B-16F3-0443-961A-B812B6821A89}" srcOrd="2" destOrd="0" presId="urn:microsoft.com/office/officeart/2005/8/layout/vList2"/>
    <dgm:cxn modelId="{3C939A1E-B67C-2142-86AE-1FC2AF4B24CB}" type="presParOf" srcId="{4F9ECDE3-B0DC-464E-B6E1-4D02E677BDD2}" destId="{35A53FAF-E053-7449-A366-4F586A2779B1}" srcOrd="3" destOrd="0" presId="urn:microsoft.com/office/officeart/2005/8/layout/vList2"/>
    <dgm:cxn modelId="{2C7678E7-72F5-0D44-9F8C-C971973F47F1}" type="presParOf" srcId="{4F9ECDE3-B0DC-464E-B6E1-4D02E677BDD2}" destId="{AC753ED0-C34F-0247-A54B-9AE94BC002B1}" srcOrd="4" destOrd="0" presId="urn:microsoft.com/office/officeart/2005/8/layout/vList2"/>
    <dgm:cxn modelId="{B95EC785-87D9-ED4C-8B3D-0D1612D62AEC}" type="presParOf" srcId="{4F9ECDE3-B0DC-464E-B6E1-4D02E677BDD2}" destId="{7E9ED6F1-75D3-6E43-B96A-FA9BF9EFD552}" srcOrd="5" destOrd="0" presId="urn:microsoft.com/office/officeart/2005/8/layout/vList2"/>
    <dgm:cxn modelId="{3B724CBF-D515-FB43-9D78-92EC70E7E4FB}" type="presParOf" srcId="{4F9ECDE3-B0DC-464E-B6E1-4D02E677BDD2}" destId="{7291B35D-F84A-7C4E-B916-733EC0D260E6}" srcOrd="6" destOrd="0" presId="urn:microsoft.com/office/officeart/2005/8/layout/vList2"/>
    <dgm:cxn modelId="{2987D84E-62F8-4C4D-BC84-7CBC1F4E8D45}" type="presParOf" srcId="{4F9ECDE3-B0DC-464E-B6E1-4D02E677BDD2}" destId="{180CA3CE-01F4-0F48-91C4-3D6CD628B39E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AC2C5FF-E9CE-4FA3-B807-E04834ABD31F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968113F5-9B2F-4F76-A135-D5E998AFE2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/>
            <a:t>AI-assisted visual analysis is growing</a:t>
          </a:r>
          <a:br>
            <a:rPr lang="en-US" sz="1800" dirty="0"/>
          </a:br>
          <a:r>
            <a:rPr lang="en-US" sz="1800" dirty="0"/>
            <a:t>Recent systems support AI assistance, GenAI-based visual analytic conversations, iterative visualization creation, and more complex text-to-visualization outputs.</a:t>
          </a:r>
        </a:p>
      </dgm:t>
    </dgm:pt>
    <dgm:pt modelId="{B4A9B8D0-CA03-4714-8D88-2BDFF1A15C16}" type="parTrans" cxnId="{A5B71E4C-5727-462B-BE36-11744A6B26B8}">
      <dgm:prSet/>
      <dgm:spPr/>
      <dgm:t>
        <a:bodyPr/>
        <a:lstStyle/>
        <a:p>
          <a:endParaRPr lang="en-US" sz="1800"/>
        </a:p>
      </dgm:t>
    </dgm:pt>
    <dgm:pt modelId="{54A779E8-6635-439F-899D-18ABD30B5A82}" type="sibTrans" cxnId="{A5B71E4C-5727-462B-BE36-11744A6B26B8}">
      <dgm:prSet/>
      <dgm:spPr/>
      <dgm:t>
        <a:bodyPr/>
        <a:lstStyle/>
        <a:p>
          <a:endParaRPr lang="en-US" sz="1800"/>
        </a:p>
      </dgm:t>
    </dgm:pt>
    <dgm:pt modelId="{445DFC14-8793-459C-B73F-DE20EFD29F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/>
            <a:t>But user experience is still underexplored</a:t>
          </a:r>
          <a:br>
            <a:rPr lang="en-US" sz="1800" dirty="0"/>
          </a:br>
          <a:r>
            <a:rPr lang="en-US" sz="1800" dirty="0"/>
            <a:t>We need more evidence on how users work with CA support during analysis:</a:t>
          </a:r>
          <a:br>
            <a:rPr lang="en-US" sz="1800" dirty="0"/>
          </a:br>
          <a:r>
            <a:rPr lang="en-US" sz="1800" b="1" dirty="0"/>
            <a:t>how they interpret outputs, handle uncertainty, and continue the task.</a:t>
          </a:r>
          <a:endParaRPr lang="en-US" sz="1800" dirty="0"/>
        </a:p>
      </dgm:t>
    </dgm:pt>
    <dgm:pt modelId="{CCFA4F9E-0D21-4177-BB61-610D66359767}" type="parTrans" cxnId="{7C246D57-3A67-4590-A637-A4C4D8BC91AB}">
      <dgm:prSet/>
      <dgm:spPr/>
      <dgm:t>
        <a:bodyPr/>
        <a:lstStyle/>
        <a:p>
          <a:endParaRPr lang="en-US" sz="1800"/>
        </a:p>
      </dgm:t>
    </dgm:pt>
    <dgm:pt modelId="{1201AAAB-4417-4464-A553-1067A3F91540}" type="sibTrans" cxnId="{7C246D57-3A67-4590-A637-A4C4D8BC91AB}">
      <dgm:prSet/>
      <dgm:spPr/>
      <dgm:t>
        <a:bodyPr/>
        <a:lstStyle/>
        <a:p>
          <a:endParaRPr lang="en-US" sz="1800"/>
        </a:p>
      </dgm:t>
    </dgm:pt>
    <dgm:pt modelId="{A53B815B-6A63-455C-B772-54EE205944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/>
            <a:t>This matters beyond one system</a:t>
          </a:r>
          <a:br>
            <a:rPr lang="en-US" sz="1800"/>
          </a:br>
          <a:r>
            <a:rPr lang="en-US" sz="1800"/>
            <a:t>As data-driven decision-making becomes more common, people need tools that help them make sense of data collaboratively.</a:t>
          </a:r>
        </a:p>
      </dgm:t>
    </dgm:pt>
    <dgm:pt modelId="{07B12E13-2CE7-4C27-B2C9-DCCE08FF096F}" type="parTrans" cxnId="{D21B3E55-C63A-4889-942F-1E14CD1B3E72}">
      <dgm:prSet/>
      <dgm:spPr/>
      <dgm:t>
        <a:bodyPr/>
        <a:lstStyle/>
        <a:p>
          <a:endParaRPr lang="en-US" sz="1800"/>
        </a:p>
      </dgm:t>
    </dgm:pt>
    <dgm:pt modelId="{FC810648-EA2F-4705-BFC0-0A86853B6946}" type="sibTrans" cxnId="{D21B3E55-C63A-4889-942F-1E14CD1B3E72}">
      <dgm:prSet/>
      <dgm:spPr/>
      <dgm:t>
        <a:bodyPr/>
        <a:lstStyle/>
        <a:p>
          <a:endParaRPr lang="en-US" sz="1800"/>
        </a:p>
      </dgm:t>
    </dgm:pt>
    <dgm:pt modelId="{284B0338-8517-4AAB-A597-974C3E4DED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/>
            <a:t>This dissertation points to one path forward</a:t>
          </a:r>
          <a:br>
            <a:rPr lang="en-US" sz="1800" dirty="0"/>
          </a:br>
          <a:r>
            <a:rPr lang="en-US" sz="1800" dirty="0"/>
            <a:t>A clarification-aware CA can support collaborative data exploration by combining:</a:t>
          </a:r>
          <a:br>
            <a:rPr lang="en-US" sz="1800" dirty="0"/>
          </a:br>
          <a:r>
            <a:rPr lang="en-US" sz="1800" b="1" dirty="0"/>
            <a:t>accessibility + visualization + clarification support</a:t>
          </a:r>
          <a:endParaRPr lang="en-US" sz="1800" dirty="0"/>
        </a:p>
      </dgm:t>
    </dgm:pt>
    <dgm:pt modelId="{0436480F-2461-44D7-AD1D-3B80504E0FAB}" type="parTrans" cxnId="{884A4683-C1AC-4A63-AF02-533BA8E0041F}">
      <dgm:prSet/>
      <dgm:spPr/>
      <dgm:t>
        <a:bodyPr/>
        <a:lstStyle/>
        <a:p>
          <a:endParaRPr lang="en-US" sz="1800"/>
        </a:p>
      </dgm:t>
    </dgm:pt>
    <dgm:pt modelId="{8C82C7A6-735C-4711-AEDF-EA4D090207D5}" type="sibTrans" cxnId="{884A4683-C1AC-4A63-AF02-533BA8E0041F}">
      <dgm:prSet/>
      <dgm:spPr/>
      <dgm:t>
        <a:bodyPr/>
        <a:lstStyle/>
        <a:p>
          <a:endParaRPr lang="en-US" sz="1800"/>
        </a:p>
      </dgm:t>
    </dgm:pt>
    <dgm:pt modelId="{600DC9E8-2C10-47EE-8E8C-2281496CD85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/>
            <a:t>Broader takeaway</a:t>
          </a:r>
          <a:br>
            <a:rPr lang="en-US" sz="1800"/>
          </a:br>
          <a:r>
            <a:rPr lang="en-US" sz="1800"/>
            <a:t>The full goal is not yet achieved, but this work shows that natural, clarification-aware, collaborative CAs are a meaningful direction for making data exploration more accessible, interactive, and useful.</a:t>
          </a:r>
        </a:p>
      </dgm:t>
    </dgm:pt>
    <dgm:pt modelId="{3AA8CA51-EE60-491C-BA82-40AFDC7094AC}" type="parTrans" cxnId="{87BBDCA4-47A5-49D6-9FC8-4C2A4F3520F3}">
      <dgm:prSet/>
      <dgm:spPr/>
      <dgm:t>
        <a:bodyPr/>
        <a:lstStyle/>
        <a:p>
          <a:endParaRPr lang="en-US" sz="1800"/>
        </a:p>
      </dgm:t>
    </dgm:pt>
    <dgm:pt modelId="{C6DFCFF0-2904-4101-8A5E-375E0D565548}" type="sibTrans" cxnId="{87BBDCA4-47A5-49D6-9FC8-4C2A4F3520F3}">
      <dgm:prSet/>
      <dgm:spPr/>
      <dgm:t>
        <a:bodyPr/>
        <a:lstStyle/>
        <a:p>
          <a:endParaRPr lang="en-US" sz="1800"/>
        </a:p>
      </dgm:t>
    </dgm:pt>
    <dgm:pt modelId="{DB077BF3-1B10-4E4C-BAB4-846F6894A00F}" type="pres">
      <dgm:prSet presAssocID="{8AC2C5FF-E9CE-4FA3-B807-E04834ABD31F}" presName="root" presStyleCnt="0">
        <dgm:presLayoutVars>
          <dgm:dir/>
          <dgm:resizeHandles val="exact"/>
        </dgm:presLayoutVars>
      </dgm:prSet>
      <dgm:spPr/>
    </dgm:pt>
    <dgm:pt modelId="{6B5A0688-BBF9-4190-B96C-A1ED060859E6}" type="pres">
      <dgm:prSet presAssocID="{968113F5-9B2F-4F76-A135-D5E998AFE239}" presName="compNode" presStyleCnt="0"/>
      <dgm:spPr/>
    </dgm:pt>
    <dgm:pt modelId="{3FDD7E40-8C72-4439-A5E2-2AB5053845E2}" type="pres">
      <dgm:prSet presAssocID="{968113F5-9B2F-4F76-A135-D5E998AFE239}" presName="bgRect" presStyleLbl="bgShp" presStyleIdx="0" presStyleCnt="5"/>
      <dgm:spPr/>
    </dgm:pt>
    <dgm:pt modelId="{85E94C05-57A9-4DB8-930F-DC2508D575F9}" type="pres">
      <dgm:prSet presAssocID="{968113F5-9B2F-4F76-A135-D5E998AFE23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2F775C8-6BAD-4964-95D7-2E8C9115711E}" type="pres">
      <dgm:prSet presAssocID="{968113F5-9B2F-4F76-A135-D5E998AFE239}" presName="spaceRect" presStyleCnt="0"/>
      <dgm:spPr/>
    </dgm:pt>
    <dgm:pt modelId="{E5FA7B09-98F6-4B6D-BDFF-8B98C36EBF4C}" type="pres">
      <dgm:prSet presAssocID="{968113F5-9B2F-4F76-A135-D5E998AFE239}" presName="parTx" presStyleLbl="revTx" presStyleIdx="0" presStyleCnt="5">
        <dgm:presLayoutVars>
          <dgm:chMax val="0"/>
          <dgm:chPref val="0"/>
        </dgm:presLayoutVars>
      </dgm:prSet>
      <dgm:spPr/>
    </dgm:pt>
    <dgm:pt modelId="{1350D752-67C8-4E6C-9FC3-6CD3CFF797A5}" type="pres">
      <dgm:prSet presAssocID="{54A779E8-6635-439F-899D-18ABD30B5A82}" presName="sibTrans" presStyleCnt="0"/>
      <dgm:spPr/>
    </dgm:pt>
    <dgm:pt modelId="{4D0ED44F-E6E1-452D-8722-D765C9657D2C}" type="pres">
      <dgm:prSet presAssocID="{445DFC14-8793-459C-B73F-DE20EFD29FF6}" presName="compNode" presStyleCnt="0"/>
      <dgm:spPr/>
    </dgm:pt>
    <dgm:pt modelId="{09BE518F-0235-498B-9330-3BE31E4DE67B}" type="pres">
      <dgm:prSet presAssocID="{445DFC14-8793-459C-B73F-DE20EFD29FF6}" presName="bgRect" presStyleLbl="bgShp" presStyleIdx="1" presStyleCnt="5"/>
      <dgm:spPr/>
    </dgm:pt>
    <dgm:pt modelId="{636456A7-89F8-4E64-B299-BD279433AEA6}" type="pres">
      <dgm:prSet presAssocID="{445DFC14-8793-459C-B73F-DE20EFD29FF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used Face with No Fill"/>
        </a:ext>
      </dgm:extLst>
    </dgm:pt>
    <dgm:pt modelId="{974B7FE7-CD17-4727-81DA-D702EEE9D991}" type="pres">
      <dgm:prSet presAssocID="{445DFC14-8793-459C-B73F-DE20EFD29FF6}" presName="spaceRect" presStyleCnt="0"/>
      <dgm:spPr/>
    </dgm:pt>
    <dgm:pt modelId="{BD5F66EA-68ED-450F-B39E-4AF377FEC925}" type="pres">
      <dgm:prSet presAssocID="{445DFC14-8793-459C-B73F-DE20EFD29FF6}" presName="parTx" presStyleLbl="revTx" presStyleIdx="1" presStyleCnt="5">
        <dgm:presLayoutVars>
          <dgm:chMax val="0"/>
          <dgm:chPref val="0"/>
        </dgm:presLayoutVars>
      </dgm:prSet>
      <dgm:spPr/>
    </dgm:pt>
    <dgm:pt modelId="{98AC2E38-E925-4AED-9924-FD2D5D8107C2}" type="pres">
      <dgm:prSet presAssocID="{1201AAAB-4417-4464-A553-1067A3F91540}" presName="sibTrans" presStyleCnt="0"/>
      <dgm:spPr/>
    </dgm:pt>
    <dgm:pt modelId="{F601D78E-4FED-405D-A72A-3FFDC3A731FD}" type="pres">
      <dgm:prSet presAssocID="{A53B815B-6A63-455C-B772-54EE20594425}" presName="compNode" presStyleCnt="0"/>
      <dgm:spPr/>
    </dgm:pt>
    <dgm:pt modelId="{B1178484-7122-489B-875E-0B4CE52F1E0A}" type="pres">
      <dgm:prSet presAssocID="{A53B815B-6A63-455C-B772-54EE20594425}" presName="bgRect" presStyleLbl="bgShp" presStyleIdx="2" presStyleCnt="5"/>
      <dgm:spPr/>
    </dgm:pt>
    <dgm:pt modelId="{E00866A1-548D-4DBE-9702-8151F1D5325B}" type="pres">
      <dgm:prSet presAssocID="{A53B815B-6A63-455C-B772-54EE2059442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Org Chart"/>
        </a:ext>
      </dgm:extLst>
    </dgm:pt>
    <dgm:pt modelId="{226BE4D4-5667-4E5C-845D-BBCFE8E37163}" type="pres">
      <dgm:prSet presAssocID="{A53B815B-6A63-455C-B772-54EE20594425}" presName="spaceRect" presStyleCnt="0"/>
      <dgm:spPr/>
    </dgm:pt>
    <dgm:pt modelId="{187B171D-0774-498D-B8CF-680010A78F05}" type="pres">
      <dgm:prSet presAssocID="{A53B815B-6A63-455C-B772-54EE20594425}" presName="parTx" presStyleLbl="revTx" presStyleIdx="2" presStyleCnt="5">
        <dgm:presLayoutVars>
          <dgm:chMax val="0"/>
          <dgm:chPref val="0"/>
        </dgm:presLayoutVars>
      </dgm:prSet>
      <dgm:spPr/>
    </dgm:pt>
    <dgm:pt modelId="{E8A9A24B-CFB7-40AF-95A8-44526CA89843}" type="pres">
      <dgm:prSet presAssocID="{FC810648-EA2F-4705-BFC0-0A86853B6946}" presName="sibTrans" presStyleCnt="0"/>
      <dgm:spPr/>
    </dgm:pt>
    <dgm:pt modelId="{6BA676FC-5D4A-43E7-BABF-DC00FFF57403}" type="pres">
      <dgm:prSet presAssocID="{284B0338-8517-4AAB-A597-974C3E4DED94}" presName="compNode" presStyleCnt="0"/>
      <dgm:spPr/>
    </dgm:pt>
    <dgm:pt modelId="{5CD9E819-61CD-4BF2-B9C7-D7A33373C2F1}" type="pres">
      <dgm:prSet presAssocID="{284B0338-8517-4AAB-A597-974C3E4DED94}" presName="bgRect" presStyleLbl="bgShp" presStyleIdx="3" presStyleCnt="5"/>
      <dgm:spPr/>
    </dgm:pt>
    <dgm:pt modelId="{6F5E70C6-5149-4676-97A2-B6F2D4CBB17E}" type="pres">
      <dgm:prSet presAssocID="{284B0338-8517-4AAB-A597-974C3E4DED9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A07FB08-0ACC-495D-909C-6C18B7FD13AC}" type="pres">
      <dgm:prSet presAssocID="{284B0338-8517-4AAB-A597-974C3E4DED94}" presName="spaceRect" presStyleCnt="0"/>
      <dgm:spPr/>
    </dgm:pt>
    <dgm:pt modelId="{2BE07097-DFB1-451F-BA22-72E6E0879A84}" type="pres">
      <dgm:prSet presAssocID="{284B0338-8517-4AAB-A597-974C3E4DED94}" presName="parTx" presStyleLbl="revTx" presStyleIdx="3" presStyleCnt="5">
        <dgm:presLayoutVars>
          <dgm:chMax val="0"/>
          <dgm:chPref val="0"/>
        </dgm:presLayoutVars>
      </dgm:prSet>
      <dgm:spPr/>
    </dgm:pt>
    <dgm:pt modelId="{923A7DCE-A8A1-4E45-AA65-524085DBF34A}" type="pres">
      <dgm:prSet presAssocID="{8C82C7A6-735C-4711-AEDF-EA4D090207D5}" presName="sibTrans" presStyleCnt="0"/>
      <dgm:spPr/>
    </dgm:pt>
    <dgm:pt modelId="{8EB2ED45-61F3-4D6C-8275-00A954A4C0FD}" type="pres">
      <dgm:prSet presAssocID="{600DC9E8-2C10-47EE-8E8C-2281496CD85F}" presName="compNode" presStyleCnt="0"/>
      <dgm:spPr/>
    </dgm:pt>
    <dgm:pt modelId="{FADD0878-9EED-4339-857C-32B23423BB21}" type="pres">
      <dgm:prSet presAssocID="{600DC9E8-2C10-47EE-8E8C-2281496CD85F}" presName="bgRect" presStyleLbl="bgShp" presStyleIdx="4" presStyleCnt="5"/>
      <dgm:spPr/>
    </dgm:pt>
    <dgm:pt modelId="{F434CE56-1F3F-4C84-B2DC-A366EE49644C}" type="pres">
      <dgm:prSet presAssocID="{600DC9E8-2C10-47EE-8E8C-2281496CD85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4F078096-DA98-440D-9046-CA0BF9CAF04D}" type="pres">
      <dgm:prSet presAssocID="{600DC9E8-2C10-47EE-8E8C-2281496CD85F}" presName="spaceRect" presStyleCnt="0"/>
      <dgm:spPr/>
    </dgm:pt>
    <dgm:pt modelId="{E99743C0-48D4-4CC7-98B6-6FB5CB50ABA6}" type="pres">
      <dgm:prSet presAssocID="{600DC9E8-2C10-47EE-8E8C-2281496CD85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633D513-ECAB-42CE-927A-542D68BACAA5}" type="presOf" srcId="{8AC2C5FF-E9CE-4FA3-B807-E04834ABD31F}" destId="{DB077BF3-1B10-4E4C-BAB4-846F6894A00F}" srcOrd="0" destOrd="0" presId="urn:microsoft.com/office/officeart/2018/2/layout/IconVerticalSolidList"/>
    <dgm:cxn modelId="{5D1C061C-858B-46C4-BFEF-0418622B3489}" type="presOf" srcId="{284B0338-8517-4AAB-A597-974C3E4DED94}" destId="{2BE07097-DFB1-451F-BA22-72E6E0879A84}" srcOrd="0" destOrd="0" presId="urn:microsoft.com/office/officeart/2018/2/layout/IconVerticalSolidList"/>
    <dgm:cxn modelId="{A62B5227-BD25-44B6-8C85-D847BC16E135}" type="presOf" srcId="{968113F5-9B2F-4F76-A135-D5E998AFE239}" destId="{E5FA7B09-98F6-4B6D-BDFF-8B98C36EBF4C}" srcOrd="0" destOrd="0" presId="urn:microsoft.com/office/officeart/2018/2/layout/IconVerticalSolidList"/>
    <dgm:cxn modelId="{A5B71E4C-5727-462B-BE36-11744A6B26B8}" srcId="{8AC2C5FF-E9CE-4FA3-B807-E04834ABD31F}" destId="{968113F5-9B2F-4F76-A135-D5E998AFE239}" srcOrd="0" destOrd="0" parTransId="{B4A9B8D0-CA03-4714-8D88-2BDFF1A15C16}" sibTransId="{54A779E8-6635-439F-899D-18ABD30B5A82}"/>
    <dgm:cxn modelId="{5C3C3D51-462F-4A44-BC86-1E415211B149}" type="presOf" srcId="{A53B815B-6A63-455C-B772-54EE20594425}" destId="{187B171D-0774-498D-B8CF-680010A78F05}" srcOrd="0" destOrd="0" presId="urn:microsoft.com/office/officeart/2018/2/layout/IconVerticalSolidList"/>
    <dgm:cxn modelId="{D21B3E55-C63A-4889-942F-1E14CD1B3E72}" srcId="{8AC2C5FF-E9CE-4FA3-B807-E04834ABD31F}" destId="{A53B815B-6A63-455C-B772-54EE20594425}" srcOrd="2" destOrd="0" parTransId="{07B12E13-2CE7-4C27-B2C9-DCCE08FF096F}" sibTransId="{FC810648-EA2F-4705-BFC0-0A86853B6946}"/>
    <dgm:cxn modelId="{7C246D57-3A67-4590-A637-A4C4D8BC91AB}" srcId="{8AC2C5FF-E9CE-4FA3-B807-E04834ABD31F}" destId="{445DFC14-8793-459C-B73F-DE20EFD29FF6}" srcOrd="1" destOrd="0" parTransId="{CCFA4F9E-0D21-4177-BB61-610D66359767}" sibTransId="{1201AAAB-4417-4464-A553-1067A3F91540}"/>
    <dgm:cxn modelId="{884A4683-C1AC-4A63-AF02-533BA8E0041F}" srcId="{8AC2C5FF-E9CE-4FA3-B807-E04834ABD31F}" destId="{284B0338-8517-4AAB-A597-974C3E4DED94}" srcOrd="3" destOrd="0" parTransId="{0436480F-2461-44D7-AD1D-3B80504E0FAB}" sibTransId="{8C82C7A6-735C-4711-AEDF-EA4D090207D5}"/>
    <dgm:cxn modelId="{D93ABF88-5563-4C60-A0F4-E46F14288212}" type="presOf" srcId="{445DFC14-8793-459C-B73F-DE20EFD29FF6}" destId="{BD5F66EA-68ED-450F-B39E-4AF377FEC925}" srcOrd="0" destOrd="0" presId="urn:microsoft.com/office/officeart/2018/2/layout/IconVerticalSolidList"/>
    <dgm:cxn modelId="{87BBDCA4-47A5-49D6-9FC8-4C2A4F3520F3}" srcId="{8AC2C5FF-E9CE-4FA3-B807-E04834ABD31F}" destId="{600DC9E8-2C10-47EE-8E8C-2281496CD85F}" srcOrd="4" destOrd="0" parTransId="{3AA8CA51-EE60-491C-BA82-40AFDC7094AC}" sibTransId="{C6DFCFF0-2904-4101-8A5E-375E0D565548}"/>
    <dgm:cxn modelId="{8F4F4FA5-418C-4DC4-9D9E-D641ECFA838A}" type="presOf" srcId="{600DC9E8-2C10-47EE-8E8C-2281496CD85F}" destId="{E99743C0-48D4-4CC7-98B6-6FB5CB50ABA6}" srcOrd="0" destOrd="0" presId="urn:microsoft.com/office/officeart/2018/2/layout/IconVerticalSolidList"/>
    <dgm:cxn modelId="{B6986549-D1E6-4E6F-B3C6-71BC4723377D}" type="presParOf" srcId="{DB077BF3-1B10-4E4C-BAB4-846F6894A00F}" destId="{6B5A0688-BBF9-4190-B96C-A1ED060859E6}" srcOrd="0" destOrd="0" presId="urn:microsoft.com/office/officeart/2018/2/layout/IconVerticalSolidList"/>
    <dgm:cxn modelId="{4671B83B-4565-48AB-989B-AA4D90B960E0}" type="presParOf" srcId="{6B5A0688-BBF9-4190-B96C-A1ED060859E6}" destId="{3FDD7E40-8C72-4439-A5E2-2AB5053845E2}" srcOrd="0" destOrd="0" presId="urn:microsoft.com/office/officeart/2018/2/layout/IconVerticalSolidList"/>
    <dgm:cxn modelId="{B59C5175-2D84-41FA-A961-F7DA6B48F769}" type="presParOf" srcId="{6B5A0688-BBF9-4190-B96C-A1ED060859E6}" destId="{85E94C05-57A9-4DB8-930F-DC2508D575F9}" srcOrd="1" destOrd="0" presId="urn:microsoft.com/office/officeart/2018/2/layout/IconVerticalSolidList"/>
    <dgm:cxn modelId="{85B50E55-6C70-4269-8065-1563A6CFF5C0}" type="presParOf" srcId="{6B5A0688-BBF9-4190-B96C-A1ED060859E6}" destId="{C2F775C8-6BAD-4964-95D7-2E8C9115711E}" srcOrd="2" destOrd="0" presId="urn:microsoft.com/office/officeart/2018/2/layout/IconVerticalSolidList"/>
    <dgm:cxn modelId="{F19ADF40-DF2B-4F83-808B-19470CF7C6F6}" type="presParOf" srcId="{6B5A0688-BBF9-4190-B96C-A1ED060859E6}" destId="{E5FA7B09-98F6-4B6D-BDFF-8B98C36EBF4C}" srcOrd="3" destOrd="0" presId="urn:microsoft.com/office/officeart/2018/2/layout/IconVerticalSolidList"/>
    <dgm:cxn modelId="{9CEA12D7-9985-4280-A1E6-436F944D19CE}" type="presParOf" srcId="{DB077BF3-1B10-4E4C-BAB4-846F6894A00F}" destId="{1350D752-67C8-4E6C-9FC3-6CD3CFF797A5}" srcOrd="1" destOrd="0" presId="urn:microsoft.com/office/officeart/2018/2/layout/IconVerticalSolidList"/>
    <dgm:cxn modelId="{DCC2AB76-AF4E-4B00-B9E6-1E95C893953C}" type="presParOf" srcId="{DB077BF3-1B10-4E4C-BAB4-846F6894A00F}" destId="{4D0ED44F-E6E1-452D-8722-D765C9657D2C}" srcOrd="2" destOrd="0" presId="urn:microsoft.com/office/officeart/2018/2/layout/IconVerticalSolidList"/>
    <dgm:cxn modelId="{0F5DD5C1-BAC7-4335-A3C3-64BF9ECCC9CC}" type="presParOf" srcId="{4D0ED44F-E6E1-452D-8722-D765C9657D2C}" destId="{09BE518F-0235-498B-9330-3BE31E4DE67B}" srcOrd="0" destOrd="0" presId="urn:microsoft.com/office/officeart/2018/2/layout/IconVerticalSolidList"/>
    <dgm:cxn modelId="{920BA4C0-2D9A-434D-A3E2-560A354D5BC0}" type="presParOf" srcId="{4D0ED44F-E6E1-452D-8722-D765C9657D2C}" destId="{636456A7-89F8-4E64-B299-BD279433AEA6}" srcOrd="1" destOrd="0" presId="urn:microsoft.com/office/officeart/2018/2/layout/IconVerticalSolidList"/>
    <dgm:cxn modelId="{D6ECB283-9519-4CBB-9663-D4D010721831}" type="presParOf" srcId="{4D0ED44F-E6E1-452D-8722-D765C9657D2C}" destId="{974B7FE7-CD17-4727-81DA-D702EEE9D991}" srcOrd="2" destOrd="0" presId="urn:microsoft.com/office/officeart/2018/2/layout/IconVerticalSolidList"/>
    <dgm:cxn modelId="{EDFA8256-AF8B-437E-9B66-BEB28027D52E}" type="presParOf" srcId="{4D0ED44F-E6E1-452D-8722-D765C9657D2C}" destId="{BD5F66EA-68ED-450F-B39E-4AF377FEC925}" srcOrd="3" destOrd="0" presId="urn:microsoft.com/office/officeart/2018/2/layout/IconVerticalSolidList"/>
    <dgm:cxn modelId="{B7DD2467-0A11-4032-8976-7C534AAF7C63}" type="presParOf" srcId="{DB077BF3-1B10-4E4C-BAB4-846F6894A00F}" destId="{98AC2E38-E925-4AED-9924-FD2D5D8107C2}" srcOrd="3" destOrd="0" presId="urn:microsoft.com/office/officeart/2018/2/layout/IconVerticalSolidList"/>
    <dgm:cxn modelId="{754FF65D-FE89-41BE-969E-9CDC01EDCA1A}" type="presParOf" srcId="{DB077BF3-1B10-4E4C-BAB4-846F6894A00F}" destId="{F601D78E-4FED-405D-A72A-3FFDC3A731FD}" srcOrd="4" destOrd="0" presId="urn:microsoft.com/office/officeart/2018/2/layout/IconVerticalSolidList"/>
    <dgm:cxn modelId="{A981F6DE-26DB-4C1B-83D9-0DAAB5897174}" type="presParOf" srcId="{F601D78E-4FED-405D-A72A-3FFDC3A731FD}" destId="{B1178484-7122-489B-875E-0B4CE52F1E0A}" srcOrd="0" destOrd="0" presId="urn:microsoft.com/office/officeart/2018/2/layout/IconVerticalSolidList"/>
    <dgm:cxn modelId="{A2D2FBD5-4673-45E1-84B4-427461C27873}" type="presParOf" srcId="{F601D78E-4FED-405D-A72A-3FFDC3A731FD}" destId="{E00866A1-548D-4DBE-9702-8151F1D5325B}" srcOrd="1" destOrd="0" presId="urn:microsoft.com/office/officeart/2018/2/layout/IconVerticalSolidList"/>
    <dgm:cxn modelId="{DDAA8F8C-FDAD-4410-A68A-B7465B764942}" type="presParOf" srcId="{F601D78E-4FED-405D-A72A-3FFDC3A731FD}" destId="{226BE4D4-5667-4E5C-845D-BBCFE8E37163}" srcOrd="2" destOrd="0" presId="urn:microsoft.com/office/officeart/2018/2/layout/IconVerticalSolidList"/>
    <dgm:cxn modelId="{72A4C58B-4D0F-49D7-A508-0DA6E9ED4989}" type="presParOf" srcId="{F601D78E-4FED-405D-A72A-3FFDC3A731FD}" destId="{187B171D-0774-498D-B8CF-680010A78F05}" srcOrd="3" destOrd="0" presId="urn:microsoft.com/office/officeart/2018/2/layout/IconVerticalSolidList"/>
    <dgm:cxn modelId="{E3C0BE62-1147-4E13-9FC7-361E7482435D}" type="presParOf" srcId="{DB077BF3-1B10-4E4C-BAB4-846F6894A00F}" destId="{E8A9A24B-CFB7-40AF-95A8-44526CA89843}" srcOrd="5" destOrd="0" presId="urn:microsoft.com/office/officeart/2018/2/layout/IconVerticalSolidList"/>
    <dgm:cxn modelId="{027F77D8-E34C-4AED-A5D2-9B24186CD319}" type="presParOf" srcId="{DB077BF3-1B10-4E4C-BAB4-846F6894A00F}" destId="{6BA676FC-5D4A-43E7-BABF-DC00FFF57403}" srcOrd="6" destOrd="0" presId="urn:microsoft.com/office/officeart/2018/2/layout/IconVerticalSolidList"/>
    <dgm:cxn modelId="{6E32A45F-325C-4463-86F2-BE56C6DF968A}" type="presParOf" srcId="{6BA676FC-5D4A-43E7-BABF-DC00FFF57403}" destId="{5CD9E819-61CD-4BF2-B9C7-D7A33373C2F1}" srcOrd="0" destOrd="0" presId="urn:microsoft.com/office/officeart/2018/2/layout/IconVerticalSolidList"/>
    <dgm:cxn modelId="{E650F04F-1D90-4F41-86EC-81DA9006F561}" type="presParOf" srcId="{6BA676FC-5D4A-43E7-BABF-DC00FFF57403}" destId="{6F5E70C6-5149-4676-97A2-B6F2D4CBB17E}" srcOrd="1" destOrd="0" presId="urn:microsoft.com/office/officeart/2018/2/layout/IconVerticalSolidList"/>
    <dgm:cxn modelId="{645398ED-413C-4915-A810-265D6E234A5D}" type="presParOf" srcId="{6BA676FC-5D4A-43E7-BABF-DC00FFF57403}" destId="{8A07FB08-0ACC-495D-909C-6C18B7FD13AC}" srcOrd="2" destOrd="0" presId="urn:microsoft.com/office/officeart/2018/2/layout/IconVerticalSolidList"/>
    <dgm:cxn modelId="{012E66B1-BFB2-4879-9E27-BAA5B27D584E}" type="presParOf" srcId="{6BA676FC-5D4A-43E7-BABF-DC00FFF57403}" destId="{2BE07097-DFB1-451F-BA22-72E6E0879A84}" srcOrd="3" destOrd="0" presId="urn:microsoft.com/office/officeart/2018/2/layout/IconVerticalSolidList"/>
    <dgm:cxn modelId="{3B62995D-0E15-4CBB-8800-63CD3C1DB762}" type="presParOf" srcId="{DB077BF3-1B10-4E4C-BAB4-846F6894A00F}" destId="{923A7DCE-A8A1-4E45-AA65-524085DBF34A}" srcOrd="7" destOrd="0" presId="urn:microsoft.com/office/officeart/2018/2/layout/IconVerticalSolidList"/>
    <dgm:cxn modelId="{0DCB7145-85E7-47F7-90AE-78216B6CEB25}" type="presParOf" srcId="{DB077BF3-1B10-4E4C-BAB4-846F6894A00F}" destId="{8EB2ED45-61F3-4D6C-8275-00A954A4C0FD}" srcOrd="8" destOrd="0" presId="urn:microsoft.com/office/officeart/2018/2/layout/IconVerticalSolidList"/>
    <dgm:cxn modelId="{9A5F362B-C71F-4FB9-A8CD-63FB3AE4E0EE}" type="presParOf" srcId="{8EB2ED45-61F3-4D6C-8275-00A954A4C0FD}" destId="{FADD0878-9EED-4339-857C-32B23423BB21}" srcOrd="0" destOrd="0" presId="urn:microsoft.com/office/officeart/2018/2/layout/IconVerticalSolidList"/>
    <dgm:cxn modelId="{B7E49742-8F8E-44F5-B965-0631FE12E5EC}" type="presParOf" srcId="{8EB2ED45-61F3-4D6C-8275-00A954A4C0FD}" destId="{F434CE56-1F3F-4C84-B2DC-A366EE49644C}" srcOrd="1" destOrd="0" presId="urn:microsoft.com/office/officeart/2018/2/layout/IconVerticalSolidList"/>
    <dgm:cxn modelId="{B88496D5-5CB0-41E1-9DC4-D89D13BD5DB8}" type="presParOf" srcId="{8EB2ED45-61F3-4D6C-8275-00A954A4C0FD}" destId="{4F078096-DA98-440D-9046-CA0BF9CAF04D}" srcOrd="2" destOrd="0" presId="urn:microsoft.com/office/officeart/2018/2/layout/IconVerticalSolidList"/>
    <dgm:cxn modelId="{DDAA333D-668D-4055-987D-8EEE36F3C7DC}" type="presParOf" srcId="{8EB2ED45-61F3-4D6C-8275-00A954A4C0FD}" destId="{E99743C0-48D4-4CC7-98B6-6FB5CB50AB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B366342-1EFE-493B-8AE2-F5230CF0DF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333D2FA-E5B1-4629-B3EB-9FB63DF4348E}">
      <dgm:prSet/>
      <dgm:spPr/>
      <dgm:t>
        <a:bodyPr/>
        <a:lstStyle/>
        <a:p>
          <a:r>
            <a:rPr lang="en-US" b="1"/>
            <a:t>Other datasets and EDA tasks</a:t>
          </a:r>
          <a:br>
            <a:rPr lang="en-US"/>
          </a:br>
          <a:r>
            <a:rPr lang="en-US"/>
            <a:t>Test the clarification-aware CA with different datasets and exploratory analysis tasks.</a:t>
          </a:r>
        </a:p>
      </dgm:t>
    </dgm:pt>
    <dgm:pt modelId="{2F2D2C02-C928-49AE-8406-ECBB36DCBE51}" type="parTrans" cxnId="{24BA17CE-DBA7-4C9F-8AD9-116ED23CC521}">
      <dgm:prSet/>
      <dgm:spPr/>
      <dgm:t>
        <a:bodyPr/>
        <a:lstStyle/>
        <a:p>
          <a:endParaRPr lang="en-US"/>
        </a:p>
      </dgm:t>
    </dgm:pt>
    <dgm:pt modelId="{3DEA2A7A-C839-4E46-82A7-4CE006130B77}" type="sibTrans" cxnId="{24BA17CE-DBA7-4C9F-8AD9-116ED23CC521}">
      <dgm:prSet/>
      <dgm:spPr/>
      <dgm:t>
        <a:bodyPr/>
        <a:lstStyle/>
        <a:p>
          <a:endParaRPr lang="en-US"/>
        </a:p>
      </dgm:t>
    </dgm:pt>
    <dgm:pt modelId="{E7B98E88-56DA-4E10-9378-DA8F943BE6B1}">
      <dgm:prSet/>
      <dgm:spPr/>
      <dgm:t>
        <a:bodyPr/>
        <a:lstStyle/>
        <a:p>
          <a:r>
            <a:rPr lang="en-US" b="1" dirty="0"/>
            <a:t>Larger collaborative groups</a:t>
          </a:r>
          <a:br>
            <a:rPr lang="en-US" dirty="0"/>
          </a:br>
          <a:r>
            <a:rPr lang="en-US" dirty="0"/>
            <a:t>Study how the CA supports groups with more than two users, where coordination and shared understanding may be more complex.</a:t>
          </a:r>
        </a:p>
      </dgm:t>
    </dgm:pt>
    <dgm:pt modelId="{9C697555-8339-4787-B947-D5483C92987E}" type="parTrans" cxnId="{56A5F6DC-DA97-4282-A539-35C288387C33}">
      <dgm:prSet/>
      <dgm:spPr/>
      <dgm:t>
        <a:bodyPr/>
        <a:lstStyle/>
        <a:p>
          <a:endParaRPr lang="en-US"/>
        </a:p>
      </dgm:t>
    </dgm:pt>
    <dgm:pt modelId="{A222C1D1-03A0-40D5-829D-C5D5C06B6F89}" type="sibTrans" cxnId="{56A5F6DC-DA97-4282-A539-35C288387C33}">
      <dgm:prSet/>
      <dgm:spPr/>
      <dgm:t>
        <a:bodyPr/>
        <a:lstStyle/>
        <a:p>
          <a:endParaRPr lang="en-US"/>
        </a:p>
      </dgm:t>
    </dgm:pt>
    <dgm:pt modelId="{D1980EBC-E8CD-47E9-863C-798895768844}">
      <dgm:prSet/>
      <dgm:spPr/>
      <dgm:t>
        <a:bodyPr/>
        <a:lstStyle/>
        <a:p>
          <a:r>
            <a:rPr lang="en-US" b="1"/>
            <a:t>Less constrained data-exploration settings</a:t>
          </a:r>
          <a:br>
            <a:rPr lang="en-US"/>
          </a:br>
          <a:r>
            <a:rPr lang="en-US"/>
            <a:t>Evaluate the CA in longer and more varied collaborative settings, such as classroom, workplace-style planning, or public-health/policy analysis tasks.</a:t>
          </a:r>
        </a:p>
      </dgm:t>
    </dgm:pt>
    <dgm:pt modelId="{EB577E2D-C5FD-4BE6-9EC9-2D4E49D1B5D9}" type="parTrans" cxnId="{7D92D999-AB06-4773-9821-BFC053ACD18C}">
      <dgm:prSet/>
      <dgm:spPr/>
      <dgm:t>
        <a:bodyPr/>
        <a:lstStyle/>
        <a:p>
          <a:endParaRPr lang="en-US"/>
        </a:p>
      </dgm:t>
    </dgm:pt>
    <dgm:pt modelId="{3CD03762-75A7-4557-9352-E2EBD4EFB4ED}" type="sibTrans" cxnId="{7D92D999-AB06-4773-9821-BFC053ACD18C}">
      <dgm:prSet/>
      <dgm:spPr/>
      <dgm:t>
        <a:bodyPr/>
        <a:lstStyle/>
        <a:p>
          <a:endParaRPr lang="en-US"/>
        </a:p>
      </dgm:t>
    </dgm:pt>
    <dgm:pt modelId="{D511B0F7-6B44-43C8-A2F9-215E48F847CD}">
      <dgm:prSet/>
      <dgm:spPr/>
      <dgm:t>
        <a:bodyPr/>
        <a:lstStyle/>
        <a:p>
          <a:r>
            <a:rPr lang="en-US" b="1"/>
            <a:t>Other AI-assisted data tools</a:t>
          </a:r>
          <a:br>
            <a:rPr lang="en-US"/>
          </a:br>
          <a:r>
            <a:rPr lang="en-US"/>
            <a:t>Apply the clarification-focused analysis to dashboard, spreadsheet, or report-generation assistants, where users may also need to question, verify, or repair AI-generated outputs.</a:t>
          </a:r>
        </a:p>
      </dgm:t>
    </dgm:pt>
    <dgm:pt modelId="{ECCD124E-3B0B-4809-99EF-DEA946378F5B}" type="parTrans" cxnId="{AC483D39-BFE0-44CA-882E-7EB3AC5E8E49}">
      <dgm:prSet/>
      <dgm:spPr/>
      <dgm:t>
        <a:bodyPr/>
        <a:lstStyle/>
        <a:p>
          <a:endParaRPr lang="en-US"/>
        </a:p>
      </dgm:t>
    </dgm:pt>
    <dgm:pt modelId="{C75580C2-A9AA-479D-8257-A4A9BCEB4BD2}" type="sibTrans" cxnId="{AC483D39-BFE0-44CA-882E-7EB3AC5E8E49}">
      <dgm:prSet/>
      <dgm:spPr/>
      <dgm:t>
        <a:bodyPr/>
        <a:lstStyle/>
        <a:p>
          <a:endParaRPr lang="en-US"/>
        </a:p>
      </dgm:t>
    </dgm:pt>
    <dgm:pt modelId="{D26A51D5-50CF-4A55-9AE3-8C11E515B88B}" type="pres">
      <dgm:prSet presAssocID="{FB366342-1EFE-493B-8AE2-F5230CF0DF61}" presName="root" presStyleCnt="0">
        <dgm:presLayoutVars>
          <dgm:dir/>
          <dgm:resizeHandles val="exact"/>
        </dgm:presLayoutVars>
      </dgm:prSet>
      <dgm:spPr/>
    </dgm:pt>
    <dgm:pt modelId="{18AB5BB2-145E-4491-8B94-0F0D243D0BCE}" type="pres">
      <dgm:prSet presAssocID="{6333D2FA-E5B1-4629-B3EB-9FB63DF4348E}" presName="compNode" presStyleCnt="0"/>
      <dgm:spPr/>
    </dgm:pt>
    <dgm:pt modelId="{7408BE39-247B-43A9-B5D7-2A1612EAE6A8}" type="pres">
      <dgm:prSet presAssocID="{6333D2FA-E5B1-4629-B3EB-9FB63DF4348E}" presName="bgRect" presStyleLbl="bgShp" presStyleIdx="0" presStyleCnt="4"/>
      <dgm:spPr/>
    </dgm:pt>
    <dgm:pt modelId="{2E68D43F-CF4B-4BDB-9E0D-D011FB04E951}" type="pres">
      <dgm:prSet presAssocID="{6333D2FA-E5B1-4629-B3EB-9FB63DF4348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E77F4EB-9A50-4654-ACF7-441CA576947B}" type="pres">
      <dgm:prSet presAssocID="{6333D2FA-E5B1-4629-B3EB-9FB63DF4348E}" presName="spaceRect" presStyleCnt="0"/>
      <dgm:spPr/>
    </dgm:pt>
    <dgm:pt modelId="{EA261A83-CA7F-4A26-9ED0-164C6B363A6A}" type="pres">
      <dgm:prSet presAssocID="{6333D2FA-E5B1-4629-B3EB-9FB63DF4348E}" presName="parTx" presStyleLbl="revTx" presStyleIdx="0" presStyleCnt="4">
        <dgm:presLayoutVars>
          <dgm:chMax val="0"/>
          <dgm:chPref val="0"/>
        </dgm:presLayoutVars>
      </dgm:prSet>
      <dgm:spPr/>
    </dgm:pt>
    <dgm:pt modelId="{B98484AB-19FC-4F46-A250-BF53A9CDC25B}" type="pres">
      <dgm:prSet presAssocID="{3DEA2A7A-C839-4E46-82A7-4CE006130B77}" presName="sibTrans" presStyleCnt="0"/>
      <dgm:spPr/>
    </dgm:pt>
    <dgm:pt modelId="{CCDD904A-BB0C-4F7F-B2FA-071E863BFB07}" type="pres">
      <dgm:prSet presAssocID="{E7B98E88-56DA-4E10-9378-DA8F943BE6B1}" presName="compNode" presStyleCnt="0"/>
      <dgm:spPr/>
    </dgm:pt>
    <dgm:pt modelId="{909B292A-ECDA-4823-BDF0-C40DD6485542}" type="pres">
      <dgm:prSet presAssocID="{E7B98E88-56DA-4E10-9378-DA8F943BE6B1}" presName="bgRect" presStyleLbl="bgShp" presStyleIdx="1" presStyleCnt="4"/>
      <dgm:spPr/>
    </dgm:pt>
    <dgm:pt modelId="{BB0BDF7E-62D9-4056-8A80-7F11CD4CA3E0}" type="pres">
      <dgm:prSet presAssocID="{E7B98E88-56DA-4E10-9378-DA8F943BE6B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F76467B-9486-4BAA-AD14-56239DDD742D}" type="pres">
      <dgm:prSet presAssocID="{E7B98E88-56DA-4E10-9378-DA8F943BE6B1}" presName="spaceRect" presStyleCnt="0"/>
      <dgm:spPr/>
    </dgm:pt>
    <dgm:pt modelId="{2374E4E2-C016-4844-B721-90ADFB4E3554}" type="pres">
      <dgm:prSet presAssocID="{E7B98E88-56DA-4E10-9378-DA8F943BE6B1}" presName="parTx" presStyleLbl="revTx" presStyleIdx="1" presStyleCnt="4">
        <dgm:presLayoutVars>
          <dgm:chMax val="0"/>
          <dgm:chPref val="0"/>
        </dgm:presLayoutVars>
      </dgm:prSet>
      <dgm:spPr/>
    </dgm:pt>
    <dgm:pt modelId="{38ECCD4A-C6D4-4550-AF34-3F6C97710F00}" type="pres">
      <dgm:prSet presAssocID="{A222C1D1-03A0-40D5-829D-C5D5C06B6F89}" presName="sibTrans" presStyleCnt="0"/>
      <dgm:spPr/>
    </dgm:pt>
    <dgm:pt modelId="{560B8718-DCE8-41E0-B26C-DFCAB7E6C267}" type="pres">
      <dgm:prSet presAssocID="{D1980EBC-E8CD-47E9-863C-798895768844}" presName="compNode" presStyleCnt="0"/>
      <dgm:spPr/>
    </dgm:pt>
    <dgm:pt modelId="{2AD0D2FD-1204-4859-82CF-E3CFF9F7CC47}" type="pres">
      <dgm:prSet presAssocID="{D1980EBC-E8CD-47E9-863C-798895768844}" presName="bgRect" presStyleLbl="bgShp" presStyleIdx="2" presStyleCnt="4"/>
      <dgm:spPr/>
    </dgm:pt>
    <dgm:pt modelId="{F991DEF5-5A02-48C2-B977-6209194822A5}" type="pres">
      <dgm:prSet presAssocID="{D1980EBC-E8CD-47E9-863C-79889576884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50640405-A5D6-4048-9474-A08952376828}" type="pres">
      <dgm:prSet presAssocID="{D1980EBC-E8CD-47E9-863C-798895768844}" presName="spaceRect" presStyleCnt="0"/>
      <dgm:spPr/>
    </dgm:pt>
    <dgm:pt modelId="{B611FF90-025E-4119-A45E-C3071DB76E54}" type="pres">
      <dgm:prSet presAssocID="{D1980EBC-E8CD-47E9-863C-798895768844}" presName="parTx" presStyleLbl="revTx" presStyleIdx="2" presStyleCnt="4">
        <dgm:presLayoutVars>
          <dgm:chMax val="0"/>
          <dgm:chPref val="0"/>
        </dgm:presLayoutVars>
      </dgm:prSet>
      <dgm:spPr/>
    </dgm:pt>
    <dgm:pt modelId="{DD637275-0250-4726-963F-31212B98CE81}" type="pres">
      <dgm:prSet presAssocID="{3CD03762-75A7-4557-9352-E2EBD4EFB4ED}" presName="sibTrans" presStyleCnt="0"/>
      <dgm:spPr/>
    </dgm:pt>
    <dgm:pt modelId="{4FD3A20E-0FF9-40D5-AA03-7A6C6966D81B}" type="pres">
      <dgm:prSet presAssocID="{D511B0F7-6B44-43C8-A2F9-215E48F847CD}" presName="compNode" presStyleCnt="0"/>
      <dgm:spPr/>
    </dgm:pt>
    <dgm:pt modelId="{30B78AB3-5F9D-4C0F-BBFF-03CE4E1C16F9}" type="pres">
      <dgm:prSet presAssocID="{D511B0F7-6B44-43C8-A2F9-215E48F847CD}" presName="bgRect" presStyleLbl="bgShp" presStyleIdx="3" presStyleCnt="4"/>
      <dgm:spPr/>
    </dgm:pt>
    <dgm:pt modelId="{45C9FF40-B285-4754-8857-619FCFDD353F}" type="pres">
      <dgm:prSet presAssocID="{D511B0F7-6B44-43C8-A2F9-215E48F847C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51B1ADF-25F7-479A-A777-BBDD95B462DB}" type="pres">
      <dgm:prSet presAssocID="{D511B0F7-6B44-43C8-A2F9-215E48F847CD}" presName="spaceRect" presStyleCnt="0"/>
      <dgm:spPr/>
    </dgm:pt>
    <dgm:pt modelId="{DA4F57ED-FCAA-42A9-AE37-0569817B2AF1}" type="pres">
      <dgm:prSet presAssocID="{D511B0F7-6B44-43C8-A2F9-215E48F847C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1921909-6B46-4C8C-A3BE-79075506C724}" type="presOf" srcId="{D1980EBC-E8CD-47E9-863C-798895768844}" destId="{B611FF90-025E-4119-A45E-C3071DB76E54}" srcOrd="0" destOrd="0" presId="urn:microsoft.com/office/officeart/2018/2/layout/IconVerticalSolidList"/>
    <dgm:cxn modelId="{AC483D39-BFE0-44CA-882E-7EB3AC5E8E49}" srcId="{FB366342-1EFE-493B-8AE2-F5230CF0DF61}" destId="{D511B0F7-6B44-43C8-A2F9-215E48F847CD}" srcOrd="3" destOrd="0" parTransId="{ECCD124E-3B0B-4809-99EF-DEA946378F5B}" sibTransId="{C75580C2-A9AA-479D-8257-A4A9BCEB4BD2}"/>
    <dgm:cxn modelId="{646E7E95-A4B0-45B4-8E27-31ECFBE89CEF}" type="presOf" srcId="{E7B98E88-56DA-4E10-9378-DA8F943BE6B1}" destId="{2374E4E2-C016-4844-B721-90ADFB4E3554}" srcOrd="0" destOrd="0" presId="urn:microsoft.com/office/officeart/2018/2/layout/IconVerticalSolidList"/>
    <dgm:cxn modelId="{7D92D999-AB06-4773-9821-BFC053ACD18C}" srcId="{FB366342-1EFE-493B-8AE2-F5230CF0DF61}" destId="{D1980EBC-E8CD-47E9-863C-798895768844}" srcOrd="2" destOrd="0" parTransId="{EB577E2D-C5FD-4BE6-9EC9-2D4E49D1B5D9}" sibTransId="{3CD03762-75A7-4557-9352-E2EBD4EFB4ED}"/>
    <dgm:cxn modelId="{B4C19A9E-B329-43F8-866B-C149EC8077E6}" type="presOf" srcId="{6333D2FA-E5B1-4629-B3EB-9FB63DF4348E}" destId="{EA261A83-CA7F-4A26-9ED0-164C6B363A6A}" srcOrd="0" destOrd="0" presId="urn:microsoft.com/office/officeart/2018/2/layout/IconVerticalSolidList"/>
    <dgm:cxn modelId="{24BA17CE-DBA7-4C9F-8AD9-116ED23CC521}" srcId="{FB366342-1EFE-493B-8AE2-F5230CF0DF61}" destId="{6333D2FA-E5B1-4629-B3EB-9FB63DF4348E}" srcOrd="0" destOrd="0" parTransId="{2F2D2C02-C928-49AE-8406-ECBB36DCBE51}" sibTransId="{3DEA2A7A-C839-4E46-82A7-4CE006130B77}"/>
    <dgm:cxn modelId="{93F6EDD8-1FF5-4C44-A5CB-E2FF38315BDB}" type="presOf" srcId="{FB366342-1EFE-493B-8AE2-F5230CF0DF61}" destId="{D26A51D5-50CF-4A55-9AE3-8C11E515B88B}" srcOrd="0" destOrd="0" presId="urn:microsoft.com/office/officeart/2018/2/layout/IconVerticalSolidList"/>
    <dgm:cxn modelId="{56A5F6DC-DA97-4282-A539-35C288387C33}" srcId="{FB366342-1EFE-493B-8AE2-F5230CF0DF61}" destId="{E7B98E88-56DA-4E10-9378-DA8F943BE6B1}" srcOrd="1" destOrd="0" parTransId="{9C697555-8339-4787-B947-D5483C92987E}" sibTransId="{A222C1D1-03A0-40D5-829D-C5D5C06B6F89}"/>
    <dgm:cxn modelId="{3CC47FF8-21EE-4B9A-94EA-4FA8C6860624}" type="presOf" srcId="{D511B0F7-6B44-43C8-A2F9-215E48F847CD}" destId="{DA4F57ED-FCAA-42A9-AE37-0569817B2AF1}" srcOrd="0" destOrd="0" presId="urn:microsoft.com/office/officeart/2018/2/layout/IconVerticalSolidList"/>
    <dgm:cxn modelId="{FF69A5CB-667D-4609-A33A-37A64DC33675}" type="presParOf" srcId="{D26A51D5-50CF-4A55-9AE3-8C11E515B88B}" destId="{18AB5BB2-145E-4491-8B94-0F0D243D0BCE}" srcOrd="0" destOrd="0" presId="urn:microsoft.com/office/officeart/2018/2/layout/IconVerticalSolidList"/>
    <dgm:cxn modelId="{944AD16E-C3D7-46A9-975B-3C62D9BEFC7B}" type="presParOf" srcId="{18AB5BB2-145E-4491-8B94-0F0D243D0BCE}" destId="{7408BE39-247B-43A9-B5D7-2A1612EAE6A8}" srcOrd="0" destOrd="0" presId="urn:microsoft.com/office/officeart/2018/2/layout/IconVerticalSolidList"/>
    <dgm:cxn modelId="{C826C60B-3088-489D-A347-A804210246BE}" type="presParOf" srcId="{18AB5BB2-145E-4491-8B94-0F0D243D0BCE}" destId="{2E68D43F-CF4B-4BDB-9E0D-D011FB04E951}" srcOrd="1" destOrd="0" presId="urn:microsoft.com/office/officeart/2018/2/layout/IconVerticalSolidList"/>
    <dgm:cxn modelId="{1CA088C5-0817-41F8-8C0A-C7E87EEDDD78}" type="presParOf" srcId="{18AB5BB2-145E-4491-8B94-0F0D243D0BCE}" destId="{9E77F4EB-9A50-4654-ACF7-441CA576947B}" srcOrd="2" destOrd="0" presId="urn:microsoft.com/office/officeart/2018/2/layout/IconVerticalSolidList"/>
    <dgm:cxn modelId="{80733B57-5AC3-42E2-B419-8E6F9D1DE89F}" type="presParOf" srcId="{18AB5BB2-145E-4491-8B94-0F0D243D0BCE}" destId="{EA261A83-CA7F-4A26-9ED0-164C6B363A6A}" srcOrd="3" destOrd="0" presId="urn:microsoft.com/office/officeart/2018/2/layout/IconVerticalSolidList"/>
    <dgm:cxn modelId="{16205126-663A-49E3-8C1E-CF83507CA4E0}" type="presParOf" srcId="{D26A51D5-50CF-4A55-9AE3-8C11E515B88B}" destId="{B98484AB-19FC-4F46-A250-BF53A9CDC25B}" srcOrd="1" destOrd="0" presId="urn:microsoft.com/office/officeart/2018/2/layout/IconVerticalSolidList"/>
    <dgm:cxn modelId="{D8CB0F61-CBDF-4E9F-BAA9-C82A443E2C02}" type="presParOf" srcId="{D26A51D5-50CF-4A55-9AE3-8C11E515B88B}" destId="{CCDD904A-BB0C-4F7F-B2FA-071E863BFB07}" srcOrd="2" destOrd="0" presId="urn:microsoft.com/office/officeart/2018/2/layout/IconVerticalSolidList"/>
    <dgm:cxn modelId="{5DF16F0C-80CE-46BC-8BA2-B2F91C1A4EBB}" type="presParOf" srcId="{CCDD904A-BB0C-4F7F-B2FA-071E863BFB07}" destId="{909B292A-ECDA-4823-BDF0-C40DD6485542}" srcOrd="0" destOrd="0" presId="urn:microsoft.com/office/officeart/2018/2/layout/IconVerticalSolidList"/>
    <dgm:cxn modelId="{85B2BB5F-682A-4CE1-9CC4-83167BECCEDC}" type="presParOf" srcId="{CCDD904A-BB0C-4F7F-B2FA-071E863BFB07}" destId="{BB0BDF7E-62D9-4056-8A80-7F11CD4CA3E0}" srcOrd="1" destOrd="0" presId="urn:microsoft.com/office/officeart/2018/2/layout/IconVerticalSolidList"/>
    <dgm:cxn modelId="{A7811BC9-CCA1-4CED-8AA6-4F5541DBFCBD}" type="presParOf" srcId="{CCDD904A-BB0C-4F7F-B2FA-071E863BFB07}" destId="{BF76467B-9486-4BAA-AD14-56239DDD742D}" srcOrd="2" destOrd="0" presId="urn:microsoft.com/office/officeart/2018/2/layout/IconVerticalSolidList"/>
    <dgm:cxn modelId="{EA3BC254-5F27-4991-9633-A64729079485}" type="presParOf" srcId="{CCDD904A-BB0C-4F7F-B2FA-071E863BFB07}" destId="{2374E4E2-C016-4844-B721-90ADFB4E3554}" srcOrd="3" destOrd="0" presId="urn:microsoft.com/office/officeart/2018/2/layout/IconVerticalSolidList"/>
    <dgm:cxn modelId="{3FC2FC3E-15D7-461D-9B9E-5DDD4BBF2DB7}" type="presParOf" srcId="{D26A51D5-50CF-4A55-9AE3-8C11E515B88B}" destId="{38ECCD4A-C6D4-4550-AF34-3F6C97710F00}" srcOrd="3" destOrd="0" presId="urn:microsoft.com/office/officeart/2018/2/layout/IconVerticalSolidList"/>
    <dgm:cxn modelId="{7C2218E3-58B2-4FE7-A397-82D583B23208}" type="presParOf" srcId="{D26A51D5-50CF-4A55-9AE3-8C11E515B88B}" destId="{560B8718-DCE8-41E0-B26C-DFCAB7E6C267}" srcOrd="4" destOrd="0" presId="urn:microsoft.com/office/officeart/2018/2/layout/IconVerticalSolidList"/>
    <dgm:cxn modelId="{7EBA00E6-D338-44AE-AB7B-30C4BD252107}" type="presParOf" srcId="{560B8718-DCE8-41E0-B26C-DFCAB7E6C267}" destId="{2AD0D2FD-1204-4859-82CF-E3CFF9F7CC47}" srcOrd="0" destOrd="0" presId="urn:microsoft.com/office/officeart/2018/2/layout/IconVerticalSolidList"/>
    <dgm:cxn modelId="{FF16B690-C048-49CE-A341-4D76B654EA17}" type="presParOf" srcId="{560B8718-DCE8-41E0-B26C-DFCAB7E6C267}" destId="{F991DEF5-5A02-48C2-B977-6209194822A5}" srcOrd="1" destOrd="0" presId="urn:microsoft.com/office/officeart/2018/2/layout/IconVerticalSolidList"/>
    <dgm:cxn modelId="{5BFE8D7F-1BE7-498F-9ABA-8544004755C5}" type="presParOf" srcId="{560B8718-DCE8-41E0-B26C-DFCAB7E6C267}" destId="{50640405-A5D6-4048-9474-A08952376828}" srcOrd="2" destOrd="0" presId="urn:microsoft.com/office/officeart/2018/2/layout/IconVerticalSolidList"/>
    <dgm:cxn modelId="{80243F49-9D23-4888-96CA-A5FCC225FB9E}" type="presParOf" srcId="{560B8718-DCE8-41E0-B26C-DFCAB7E6C267}" destId="{B611FF90-025E-4119-A45E-C3071DB76E54}" srcOrd="3" destOrd="0" presId="urn:microsoft.com/office/officeart/2018/2/layout/IconVerticalSolidList"/>
    <dgm:cxn modelId="{B15E9F78-9068-426B-9DDC-A235D5C50494}" type="presParOf" srcId="{D26A51D5-50CF-4A55-9AE3-8C11E515B88B}" destId="{DD637275-0250-4726-963F-31212B98CE81}" srcOrd="5" destOrd="0" presId="urn:microsoft.com/office/officeart/2018/2/layout/IconVerticalSolidList"/>
    <dgm:cxn modelId="{35037064-E1F9-4C31-8B43-702CCE6363C6}" type="presParOf" srcId="{D26A51D5-50CF-4A55-9AE3-8C11E515B88B}" destId="{4FD3A20E-0FF9-40D5-AA03-7A6C6966D81B}" srcOrd="6" destOrd="0" presId="urn:microsoft.com/office/officeart/2018/2/layout/IconVerticalSolidList"/>
    <dgm:cxn modelId="{D4C27F65-D3D3-47D9-86DC-3626477D1037}" type="presParOf" srcId="{4FD3A20E-0FF9-40D5-AA03-7A6C6966D81B}" destId="{30B78AB3-5F9D-4C0F-BBFF-03CE4E1C16F9}" srcOrd="0" destOrd="0" presId="urn:microsoft.com/office/officeart/2018/2/layout/IconVerticalSolidList"/>
    <dgm:cxn modelId="{C918B3C6-4831-4EAB-9E65-3F94A5A916D0}" type="presParOf" srcId="{4FD3A20E-0FF9-40D5-AA03-7A6C6966D81B}" destId="{45C9FF40-B285-4754-8857-619FCFDD353F}" srcOrd="1" destOrd="0" presId="urn:microsoft.com/office/officeart/2018/2/layout/IconVerticalSolidList"/>
    <dgm:cxn modelId="{FEB25D20-A681-4E3E-855B-1F916E2B8804}" type="presParOf" srcId="{4FD3A20E-0FF9-40D5-AA03-7A6C6966D81B}" destId="{C51B1ADF-25F7-479A-A777-BBDD95B462DB}" srcOrd="2" destOrd="0" presId="urn:microsoft.com/office/officeart/2018/2/layout/IconVerticalSolidList"/>
    <dgm:cxn modelId="{D532CE91-605A-46F6-AA14-3823ABF5A75E}" type="presParOf" srcId="{4FD3A20E-0FF9-40D5-AA03-7A6C6966D81B}" destId="{DA4F57ED-FCAA-42A9-AE37-0569817B2A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515E5C9C-56C0-4591-AEF3-98405A3302E9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3FDBE9D-5874-462A-BBC9-B7F636D3AF5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 dirty="0"/>
            <a:t>RQ4: How do the system’s responses to user-initiated clarification requests relate to the </a:t>
          </a:r>
          <a:r>
            <a:rPr lang="en-US" sz="2200" b="1" i="1" dirty="0"/>
            <a:t>interaction flow </a:t>
          </a:r>
          <a:r>
            <a:rPr lang="en-US" sz="2200" dirty="0"/>
            <a:t>and </a:t>
          </a:r>
          <a:r>
            <a:rPr lang="en-US" sz="2200" b="1" i="1" dirty="0"/>
            <a:t>task progress </a:t>
          </a:r>
          <a:r>
            <a:rPr lang="en-US" sz="2200" dirty="0"/>
            <a:t>during collaborative data exploration?</a:t>
          </a:r>
        </a:p>
      </dgm:t>
    </dgm:pt>
    <dgm:pt modelId="{9D56A363-F9E2-4F88-8024-AFE91565100F}" type="parTrans" cxnId="{97DD49D2-2476-4F5E-92C4-C0BBC6B8B250}">
      <dgm:prSet/>
      <dgm:spPr/>
      <dgm:t>
        <a:bodyPr/>
        <a:lstStyle/>
        <a:p>
          <a:endParaRPr lang="en-US" sz="2200"/>
        </a:p>
      </dgm:t>
    </dgm:pt>
    <dgm:pt modelId="{9D9D5844-43DB-41A7-A874-B9529E3CA68C}" type="sibTrans" cxnId="{97DD49D2-2476-4F5E-92C4-C0BBC6B8B250}">
      <dgm:prSet/>
      <dgm:spPr/>
      <dgm:t>
        <a:bodyPr/>
        <a:lstStyle/>
        <a:p>
          <a:endParaRPr lang="en-US" sz="2200"/>
        </a:p>
      </dgm:t>
    </dgm:pt>
    <dgm:pt modelId="{6A88A980-E0DE-4E7D-AD99-4E345B0A84B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 dirty="0"/>
            <a:t>RQ5: How do </a:t>
          </a:r>
          <a:r>
            <a:rPr lang="en-US" sz="2200" b="1" i="1" dirty="0"/>
            <a:t>users</a:t>
          </a:r>
          <a:r>
            <a:rPr lang="en-US" sz="2200" dirty="0"/>
            <a:t> </a:t>
          </a:r>
          <a:r>
            <a:rPr lang="en-US" sz="2200" b="1" i="1" dirty="0"/>
            <a:t>perceive the usefulness and interpretability </a:t>
          </a:r>
          <a:r>
            <a:rPr lang="en-US" sz="2200" dirty="0"/>
            <a:t>of these responses for the EDA task completion?</a:t>
          </a:r>
        </a:p>
      </dgm:t>
    </dgm:pt>
    <dgm:pt modelId="{C2AC7A45-8DE2-4B6E-8857-FC2C07CE0EC0}" type="parTrans" cxnId="{AFD81F51-A690-4ECD-B485-A6F4BB967E34}">
      <dgm:prSet/>
      <dgm:spPr/>
      <dgm:t>
        <a:bodyPr/>
        <a:lstStyle/>
        <a:p>
          <a:endParaRPr lang="en-US" sz="2200"/>
        </a:p>
      </dgm:t>
    </dgm:pt>
    <dgm:pt modelId="{C2C665EB-A8F0-43C2-A0F9-B2F785248B4D}" type="sibTrans" cxnId="{AFD81F51-A690-4ECD-B485-A6F4BB967E34}">
      <dgm:prSet/>
      <dgm:spPr/>
      <dgm:t>
        <a:bodyPr/>
        <a:lstStyle/>
        <a:p>
          <a:endParaRPr lang="en-US" sz="2200"/>
        </a:p>
      </dgm:t>
    </dgm:pt>
    <dgm:pt modelId="{F81129AF-9F18-B048-8C6F-D99FB98AEDE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 dirty="0"/>
            <a:t>Update  existing CA framework so  that it identifies user-initiated CRs and responds to those CRs</a:t>
          </a:r>
        </a:p>
      </dgm:t>
    </dgm:pt>
    <dgm:pt modelId="{72FDA7D6-93C9-7447-882E-F4B880474A9D}" type="parTrans" cxnId="{67049710-A6FD-E641-90AA-DAEA479405AB}">
      <dgm:prSet/>
      <dgm:spPr/>
      <dgm:t>
        <a:bodyPr/>
        <a:lstStyle/>
        <a:p>
          <a:endParaRPr lang="en-US" sz="2200"/>
        </a:p>
      </dgm:t>
    </dgm:pt>
    <dgm:pt modelId="{1E4F1D5F-BD87-034B-8C02-4A90EDA2FC81}" type="sibTrans" cxnId="{67049710-A6FD-E641-90AA-DAEA479405AB}">
      <dgm:prSet/>
      <dgm:spPr/>
      <dgm:t>
        <a:bodyPr/>
        <a:lstStyle/>
        <a:p>
          <a:endParaRPr lang="en-US" sz="2200"/>
        </a:p>
      </dgm:t>
    </dgm:pt>
    <dgm:pt modelId="{D0A6313E-D6E4-A44B-A8FE-15C651279B6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 dirty="0"/>
            <a:t>Design a user study  with the updated CA to answer RQ4 and RQ5</a:t>
          </a:r>
        </a:p>
      </dgm:t>
    </dgm:pt>
    <dgm:pt modelId="{FFD318C2-A9D1-6740-A75C-2702A44E5AF3}" type="parTrans" cxnId="{1D80E8BB-5753-A54F-B243-078871C56047}">
      <dgm:prSet/>
      <dgm:spPr/>
      <dgm:t>
        <a:bodyPr/>
        <a:lstStyle/>
        <a:p>
          <a:endParaRPr lang="en-US" sz="2200"/>
        </a:p>
      </dgm:t>
    </dgm:pt>
    <dgm:pt modelId="{95624BF4-F4F1-F045-B3D0-29F411E05034}" type="sibTrans" cxnId="{1D80E8BB-5753-A54F-B243-078871C56047}">
      <dgm:prSet/>
      <dgm:spPr/>
      <dgm:t>
        <a:bodyPr/>
        <a:lstStyle/>
        <a:p>
          <a:endParaRPr lang="en-US" sz="2200"/>
        </a:p>
      </dgm:t>
    </dgm:pt>
    <dgm:pt modelId="{E8638467-14BE-4195-9A58-E04E915C2525}" type="pres">
      <dgm:prSet presAssocID="{515E5C9C-56C0-4591-AEF3-98405A3302E9}" presName="root" presStyleCnt="0">
        <dgm:presLayoutVars>
          <dgm:dir/>
          <dgm:resizeHandles val="exact"/>
        </dgm:presLayoutVars>
      </dgm:prSet>
      <dgm:spPr/>
    </dgm:pt>
    <dgm:pt modelId="{95303C52-2D8A-4709-9A67-C835567EF262}" type="pres">
      <dgm:prSet presAssocID="{63FDBE9D-5874-462A-BBC9-B7F636D3AF54}" presName="compNode" presStyleCnt="0"/>
      <dgm:spPr/>
    </dgm:pt>
    <dgm:pt modelId="{F3CAE9A5-A3B6-427B-A2D5-EE800D9E320B}" type="pres">
      <dgm:prSet presAssocID="{63FDBE9D-5874-462A-BBC9-B7F636D3AF54}" presName="bgRect" presStyleLbl="bgShp" presStyleIdx="0" presStyleCnt="4"/>
      <dgm:spPr/>
    </dgm:pt>
    <dgm:pt modelId="{02947131-8FBE-4239-84A2-86C51A62FEB5}" type="pres">
      <dgm:prSet presAssocID="{63FDBE9D-5874-462A-BBC9-B7F636D3AF5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1F068C3-EBAE-4061-BAEA-760C42DFA240}" type="pres">
      <dgm:prSet presAssocID="{63FDBE9D-5874-462A-BBC9-B7F636D3AF54}" presName="spaceRect" presStyleCnt="0"/>
      <dgm:spPr/>
    </dgm:pt>
    <dgm:pt modelId="{2A667605-EC23-4BD8-8FF6-1B81795C4D1A}" type="pres">
      <dgm:prSet presAssocID="{63FDBE9D-5874-462A-BBC9-B7F636D3AF54}" presName="parTx" presStyleLbl="revTx" presStyleIdx="0" presStyleCnt="4">
        <dgm:presLayoutVars>
          <dgm:chMax val="0"/>
          <dgm:chPref val="0"/>
        </dgm:presLayoutVars>
      </dgm:prSet>
      <dgm:spPr/>
    </dgm:pt>
    <dgm:pt modelId="{CE2B4365-FE6F-406F-82C1-1AEEEBE8FDCC}" type="pres">
      <dgm:prSet presAssocID="{9D9D5844-43DB-41A7-A874-B9529E3CA68C}" presName="sibTrans" presStyleCnt="0"/>
      <dgm:spPr/>
    </dgm:pt>
    <dgm:pt modelId="{BBBC7D95-4845-4ACF-9025-755751E984BD}" type="pres">
      <dgm:prSet presAssocID="{6A88A980-E0DE-4E7D-AD99-4E345B0A84BA}" presName="compNode" presStyleCnt="0"/>
      <dgm:spPr/>
    </dgm:pt>
    <dgm:pt modelId="{40420331-DF94-4867-935A-372D409217E8}" type="pres">
      <dgm:prSet presAssocID="{6A88A980-E0DE-4E7D-AD99-4E345B0A84BA}" presName="bgRect" presStyleLbl="bgShp" presStyleIdx="1" presStyleCnt="4"/>
      <dgm:spPr/>
    </dgm:pt>
    <dgm:pt modelId="{CB21FA16-C662-4A2B-A0A2-C3EDEBDF4E90}" type="pres">
      <dgm:prSet presAssocID="{6A88A980-E0DE-4E7D-AD99-4E345B0A84B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C0AF007E-CBBB-4398-B81A-502944090D34}" type="pres">
      <dgm:prSet presAssocID="{6A88A980-E0DE-4E7D-AD99-4E345B0A84BA}" presName="spaceRect" presStyleCnt="0"/>
      <dgm:spPr/>
    </dgm:pt>
    <dgm:pt modelId="{F7476E69-65DD-4C6A-9443-F2A85452C5C5}" type="pres">
      <dgm:prSet presAssocID="{6A88A980-E0DE-4E7D-AD99-4E345B0A84BA}" presName="parTx" presStyleLbl="revTx" presStyleIdx="1" presStyleCnt="4">
        <dgm:presLayoutVars>
          <dgm:chMax val="0"/>
          <dgm:chPref val="0"/>
        </dgm:presLayoutVars>
      </dgm:prSet>
      <dgm:spPr/>
    </dgm:pt>
    <dgm:pt modelId="{1AE18293-4CF4-074A-97D6-97504047DD09}" type="pres">
      <dgm:prSet presAssocID="{C2C665EB-A8F0-43C2-A0F9-B2F785248B4D}" presName="sibTrans" presStyleCnt="0"/>
      <dgm:spPr/>
    </dgm:pt>
    <dgm:pt modelId="{5D60130B-67F6-5F43-9924-87B053B41611}" type="pres">
      <dgm:prSet presAssocID="{F81129AF-9F18-B048-8C6F-D99FB98AEDE9}" presName="compNode" presStyleCnt="0"/>
      <dgm:spPr/>
    </dgm:pt>
    <dgm:pt modelId="{D9104F9E-7FF6-1249-96D1-167F0FC494DE}" type="pres">
      <dgm:prSet presAssocID="{F81129AF-9F18-B048-8C6F-D99FB98AEDE9}" presName="bgRect" presStyleLbl="bgShp" presStyleIdx="2" presStyleCnt="4"/>
      <dgm:spPr/>
    </dgm:pt>
    <dgm:pt modelId="{7451C040-6A53-FF4F-82A0-14DB6A6E405A}" type="pres">
      <dgm:prSet presAssocID="{F81129AF-9F18-B048-8C6F-D99FB98AEDE9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 with solid fill"/>
        </a:ext>
      </dgm:extLst>
    </dgm:pt>
    <dgm:pt modelId="{AD74E6AE-D854-774C-94B6-2D25F1E44FF9}" type="pres">
      <dgm:prSet presAssocID="{F81129AF-9F18-B048-8C6F-D99FB98AEDE9}" presName="spaceRect" presStyleCnt="0"/>
      <dgm:spPr/>
    </dgm:pt>
    <dgm:pt modelId="{DDD2E45F-EFA0-0A45-B267-86CEE5FBC26E}" type="pres">
      <dgm:prSet presAssocID="{F81129AF-9F18-B048-8C6F-D99FB98AEDE9}" presName="parTx" presStyleLbl="revTx" presStyleIdx="2" presStyleCnt="4">
        <dgm:presLayoutVars>
          <dgm:chMax val="0"/>
          <dgm:chPref val="0"/>
        </dgm:presLayoutVars>
      </dgm:prSet>
      <dgm:spPr/>
    </dgm:pt>
    <dgm:pt modelId="{C0A0B2C6-680E-044B-B759-3669B7D32766}" type="pres">
      <dgm:prSet presAssocID="{1E4F1D5F-BD87-034B-8C02-4A90EDA2FC81}" presName="sibTrans" presStyleCnt="0"/>
      <dgm:spPr/>
    </dgm:pt>
    <dgm:pt modelId="{157A4C83-DD4F-B64E-A097-8DF7DDB616DE}" type="pres">
      <dgm:prSet presAssocID="{D0A6313E-D6E4-A44B-A8FE-15C651279B64}" presName="compNode" presStyleCnt="0"/>
      <dgm:spPr/>
    </dgm:pt>
    <dgm:pt modelId="{3A6A45F4-A6DF-744C-B42E-6EAEA58900BA}" type="pres">
      <dgm:prSet presAssocID="{D0A6313E-D6E4-A44B-A8FE-15C651279B64}" presName="bgRect" presStyleLbl="bgShp" presStyleIdx="3" presStyleCnt="4"/>
      <dgm:spPr/>
    </dgm:pt>
    <dgm:pt modelId="{FB6E48AA-4AA7-7E40-BF93-026430A0FBD3}" type="pres">
      <dgm:prSet presAssocID="{D0A6313E-D6E4-A44B-A8FE-15C651279B64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 with solid fill"/>
        </a:ext>
      </dgm:extLst>
    </dgm:pt>
    <dgm:pt modelId="{0503828B-D54B-F642-96BC-488F5E65AE35}" type="pres">
      <dgm:prSet presAssocID="{D0A6313E-D6E4-A44B-A8FE-15C651279B64}" presName="spaceRect" presStyleCnt="0"/>
      <dgm:spPr/>
    </dgm:pt>
    <dgm:pt modelId="{5EC6CDC8-D41F-8E48-9D8E-9AAF399D7615}" type="pres">
      <dgm:prSet presAssocID="{D0A6313E-D6E4-A44B-A8FE-15C651279B6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049710-A6FD-E641-90AA-DAEA479405AB}" srcId="{515E5C9C-56C0-4591-AEF3-98405A3302E9}" destId="{F81129AF-9F18-B048-8C6F-D99FB98AEDE9}" srcOrd="2" destOrd="0" parTransId="{72FDA7D6-93C9-7447-882E-F4B880474A9D}" sibTransId="{1E4F1D5F-BD87-034B-8C02-4A90EDA2FC81}"/>
    <dgm:cxn modelId="{44EFCE20-B040-3E4B-8B09-3AFFA176705A}" type="presOf" srcId="{6A88A980-E0DE-4E7D-AD99-4E345B0A84BA}" destId="{F7476E69-65DD-4C6A-9443-F2A85452C5C5}" srcOrd="0" destOrd="0" presId="urn:microsoft.com/office/officeart/2018/2/layout/IconVerticalSolidList"/>
    <dgm:cxn modelId="{EB693836-6659-5D47-A097-21A2F2A642CF}" type="presOf" srcId="{63FDBE9D-5874-462A-BBC9-B7F636D3AF54}" destId="{2A667605-EC23-4BD8-8FF6-1B81795C4D1A}" srcOrd="0" destOrd="0" presId="urn:microsoft.com/office/officeart/2018/2/layout/IconVerticalSolidList"/>
    <dgm:cxn modelId="{AFD81F51-A690-4ECD-B485-A6F4BB967E34}" srcId="{515E5C9C-56C0-4591-AEF3-98405A3302E9}" destId="{6A88A980-E0DE-4E7D-AD99-4E345B0A84BA}" srcOrd="1" destOrd="0" parTransId="{C2AC7A45-8DE2-4B6E-8857-FC2C07CE0EC0}" sibTransId="{C2C665EB-A8F0-43C2-A0F9-B2F785248B4D}"/>
    <dgm:cxn modelId="{54670A5D-4B66-D54F-A0ED-735032B42FAD}" type="presOf" srcId="{D0A6313E-D6E4-A44B-A8FE-15C651279B64}" destId="{5EC6CDC8-D41F-8E48-9D8E-9AAF399D7615}" srcOrd="0" destOrd="0" presId="urn:microsoft.com/office/officeart/2018/2/layout/IconVerticalSolidList"/>
    <dgm:cxn modelId="{B864C76A-901D-1942-9FEE-5F43F23FE3D1}" type="presOf" srcId="{515E5C9C-56C0-4591-AEF3-98405A3302E9}" destId="{E8638467-14BE-4195-9A58-E04E915C2525}" srcOrd="0" destOrd="0" presId="urn:microsoft.com/office/officeart/2018/2/layout/IconVerticalSolidList"/>
    <dgm:cxn modelId="{043F8EB7-F540-3647-A24D-2F1E07A630F6}" type="presOf" srcId="{F81129AF-9F18-B048-8C6F-D99FB98AEDE9}" destId="{DDD2E45F-EFA0-0A45-B267-86CEE5FBC26E}" srcOrd="0" destOrd="0" presId="urn:microsoft.com/office/officeart/2018/2/layout/IconVerticalSolidList"/>
    <dgm:cxn modelId="{1D80E8BB-5753-A54F-B243-078871C56047}" srcId="{515E5C9C-56C0-4591-AEF3-98405A3302E9}" destId="{D0A6313E-D6E4-A44B-A8FE-15C651279B64}" srcOrd="3" destOrd="0" parTransId="{FFD318C2-A9D1-6740-A75C-2702A44E5AF3}" sibTransId="{95624BF4-F4F1-F045-B3D0-29F411E05034}"/>
    <dgm:cxn modelId="{97DD49D2-2476-4F5E-92C4-C0BBC6B8B250}" srcId="{515E5C9C-56C0-4591-AEF3-98405A3302E9}" destId="{63FDBE9D-5874-462A-BBC9-B7F636D3AF54}" srcOrd="0" destOrd="0" parTransId="{9D56A363-F9E2-4F88-8024-AFE91565100F}" sibTransId="{9D9D5844-43DB-41A7-A874-B9529E3CA68C}"/>
    <dgm:cxn modelId="{DB4ED098-375F-A44A-BB57-5C26A6C5B3B1}" type="presParOf" srcId="{E8638467-14BE-4195-9A58-E04E915C2525}" destId="{95303C52-2D8A-4709-9A67-C835567EF262}" srcOrd="0" destOrd="0" presId="urn:microsoft.com/office/officeart/2018/2/layout/IconVerticalSolidList"/>
    <dgm:cxn modelId="{CEBE016A-E528-FE4D-8D6B-9614CC8E90F8}" type="presParOf" srcId="{95303C52-2D8A-4709-9A67-C835567EF262}" destId="{F3CAE9A5-A3B6-427B-A2D5-EE800D9E320B}" srcOrd="0" destOrd="0" presId="urn:microsoft.com/office/officeart/2018/2/layout/IconVerticalSolidList"/>
    <dgm:cxn modelId="{12FC63CC-77AE-BD48-A77C-D20D28D7F2C1}" type="presParOf" srcId="{95303C52-2D8A-4709-9A67-C835567EF262}" destId="{02947131-8FBE-4239-84A2-86C51A62FEB5}" srcOrd="1" destOrd="0" presId="urn:microsoft.com/office/officeart/2018/2/layout/IconVerticalSolidList"/>
    <dgm:cxn modelId="{469F9571-00CD-8647-831D-DCF303B03E73}" type="presParOf" srcId="{95303C52-2D8A-4709-9A67-C835567EF262}" destId="{D1F068C3-EBAE-4061-BAEA-760C42DFA240}" srcOrd="2" destOrd="0" presId="urn:microsoft.com/office/officeart/2018/2/layout/IconVerticalSolidList"/>
    <dgm:cxn modelId="{C710150F-8F98-6C4E-A109-C5ABFAE93D08}" type="presParOf" srcId="{95303C52-2D8A-4709-9A67-C835567EF262}" destId="{2A667605-EC23-4BD8-8FF6-1B81795C4D1A}" srcOrd="3" destOrd="0" presId="urn:microsoft.com/office/officeart/2018/2/layout/IconVerticalSolidList"/>
    <dgm:cxn modelId="{6DE4D3A3-400A-D44B-897C-A55B333E66BB}" type="presParOf" srcId="{E8638467-14BE-4195-9A58-E04E915C2525}" destId="{CE2B4365-FE6F-406F-82C1-1AEEEBE8FDCC}" srcOrd="1" destOrd="0" presId="urn:microsoft.com/office/officeart/2018/2/layout/IconVerticalSolidList"/>
    <dgm:cxn modelId="{00708369-39C4-AC4C-AA89-6D7F7E8EA7E5}" type="presParOf" srcId="{E8638467-14BE-4195-9A58-E04E915C2525}" destId="{BBBC7D95-4845-4ACF-9025-755751E984BD}" srcOrd="2" destOrd="0" presId="urn:microsoft.com/office/officeart/2018/2/layout/IconVerticalSolidList"/>
    <dgm:cxn modelId="{8FE2894B-C951-0547-BF17-3447FEE60EB7}" type="presParOf" srcId="{BBBC7D95-4845-4ACF-9025-755751E984BD}" destId="{40420331-DF94-4867-935A-372D409217E8}" srcOrd="0" destOrd="0" presId="urn:microsoft.com/office/officeart/2018/2/layout/IconVerticalSolidList"/>
    <dgm:cxn modelId="{4FBB3A39-2C36-9540-B149-A660EE4947FB}" type="presParOf" srcId="{BBBC7D95-4845-4ACF-9025-755751E984BD}" destId="{CB21FA16-C662-4A2B-A0A2-C3EDEBDF4E90}" srcOrd="1" destOrd="0" presId="urn:microsoft.com/office/officeart/2018/2/layout/IconVerticalSolidList"/>
    <dgm:cxn modelId="{3F3479F4-EB7C-1045-AE8D-BE49EB65CD02}" type="presParOf" srcId="{BBBC7D95-4845-4ACF-9025-755751E984BD}" destId="{C0AF007E-CBBB-4398-B81A-502944090D34}" srcOrd="2" destOrd="0" presId="urn:microsoft.com/office/officeart/2018/2/layout/IconVerticalSolidList"/>
    <dgm:cxn modelId="{556297DC-08A8-0D4D-A5CE-15ACD5CEB12C}" type="presParOf" srcId="{BBBC7D95-4845-4ACF-9025-755751E984BD}" destId="{F7476E69-65DD-4C6A-9443-F2A85452C5C5}" srcOrd="3" destOrd="0" presId="urn:microsoft.com/office/officeart/2018/2/layout/IconVerticalSolidList"/>
    <dgm:cxn modelId="{C3CBF2BC-A612-6249-8E4F-475F41D9B5CF}" type="presParOf" srcId="{E8638467-14BE-4195-9A58-E04E915C2525}" destId="{1AE18293-4CF4-074A-97D6-97504047DD09}" srcOrd="3" destOrd="0" presId="urn:microsoft.com/office/officeart/2018/2/layout/IconVerticalSolidList"/>
    <dgm:cxn modelId="{57198DED-5BC5-A84A-9445-8A7BB3907D7C}" type="presParOf" srcId="{E8638467-14BE-4195-9A58-E04E915C2525}" destId="{5D60130B-67F6-5F43-9924-87B053B41611}" srcOrd="4" destOrd="0" presId="urn:microsoft.com/office/officeart/2018/2/layout/IconVerticalSolidList"/>
    <dgm:cxn modelId="{1D8BCD91-7930-B34D-8F54-540B4351A9E1}" type="presParOf" srcId="{5D60130B-67F6-5F43-9924-87B053B41611}" destId="{D9104F9E-7FF6-1249-96D1-167F0FC494DE}" srcOrd="0" destOrd="0" presId="urn:microsoft.com/office/officeart/2018/2/layout/IconVerticalSolidList"/>
    <dgm:cxn modelId="{5124D1AE-DD62-D845-A9DF-37145F4510FF}" type="presParOf" srcId="{5D60130B-67F6-5F43-9924-87B053B41611}" destId="{7451C040-6A53-FF4F-82A0-14DB6A6E405A}" srcOrd="1" destOrd="0" presId="urn:microsoft.com/office/officeart/2018/2/layout/IconVerticalSolidList"/>
    <dgm:cxn modelId="{EF5AB476-1FC5-8041-A151-D3C8F2A5F215}" type="presParOf" srcId="{5D60130B-67F6-5F43-9924-87B053B41611}" destId="{AD74E6AE-D854-774C-94B6-2D25F1E44FF9}" srcOrd="2" destOrd="0" presId="urn:microsoft.com/office/officeart/2018/2/layout/IconVerticalSolidList"/>
    <dgm:cxn modelId="{551DF3FC-0D0D-2A40-97BC-6CAEB63E3C04}" type="presParOf" srcId="{5D60130B-67F6-5F43-9924-87B053B41611}" destId="{DDD2E45F-EFA0-0A45-B267-86CEE5FBC26E}" srcOrd="3" destOrd="0" presId="urn:microsoft.com/office/officeart/2018/2/layout/IconVerticalSolidList"/>
    <dgm:cxn modelId="{5B7983E7-9DA4-D945-8BF6-9BA5F420D5C8}" type="presParOf" srcId="{E8638467-14BE-4195-9A58-E04E915C2525}" destId="{C0A0B2C6-680E-044B-B759-3669B7D32766}" srcOrd="5" destOrd="0" presId="urn:microsoft.com/office/officeart/2018/2/layout/IconVerticalSolidList"/>
    <dgm:cxn modelId="{5F57A227-86CB-9742-B559-8F821DCB0613}" type="presParOf" srcId="{E8638467-14BE-4195-9A58-E04E915C2525}" destId="{157A4C83-DD4F-B64E-A097-8DF7DDB616DE}" srcOrd="6" destOrd="0" presId="urn:microsoft.com/office/officeart/2018/2/layout/IconVerticalSolidList"/>
    <dgm:cxn modelId="{D869369D-5420-3C41-A384-0A242AF2E558}" type="presParOf" srcId="{157A4C83-DD4F-B64E-A097-8DF7DDB616DE}" destId="{3A6A45F4-A6DF-744C-B42E-6EAEA58900BA}" srcOrd="0" destOrd="0" presId="urn:microsoft.com/office/officeart/2018/2/layout/IconVerticalSolidList"/>
    <dgm:cxn modelId="{8B6AA7BF-1F00-C844-9A0C-33ED9409EF4C}" type="presParOf" srcId="{157A4C83-DD4F-B64E-A097-8DF7DDB616DE}" destId="{FB6E48AA-4AA7-7E40-BF93-026430A0FBD3}" srcOrd="1" destOrd="0" presId="urn:microsoft.com/office/officeart/2018/2/layout/IconVerticalSolidList"/>
    <dgm:cxn modelId="{BCD5E415-A920-6147-9826-1A34FD5C8BF3}" type="presParOf" srcId="{157A4C83-DD4F-B64E-A097-8DF7DDB616DE}" destId="{0503828B-D54B-F642-96BC-488F5E65AE35}" srcOrd="2" destOrd="0" presId="urn:microsoft.com/office/officeart/2018/2/layout/IconVerticalSolidList"/>
    <dgm:cxn modelId="{AD001629-99B3-094F-BE79-6D84ED3723D4}" type="presParOf" srcId="{157A4C83-DD4F-B64E-A097-8DF7DDB616DE}" destId="{5EC6CDC8-D41F-8E48-9D8E-9AAF399D76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533ED5AB-2836-E84B-B6D6-B463DF5226D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550551C-6DE6-8846-B88A-61558DD33E19}">
      <dgm:prSet custT="1"/>
      <dgm:spPr/>
      <dgm:t>
        <a:bodyPr/>
        <a:lstStyle/>
        <a:p>
          <a:r>
            <a:rPr lang="en-US" sz="1600" b="1" dirty="0"/>
            <a:t>Reaching a conclusion and expressing it clearly were not the same</a:t>
          </a:r>
          <a:br>
            <a:rPr lang="en-US" sz="1600" dirty="0"/>
          </a:br>
          <a:r>
            <a:rPr lang="en-US" sz="1600" i="1" dirty="0"/>
            <a:t>“Southeast..”</a:t>
          </a:r>
          <a:r>
            <a:rPr lang="en-US" sz="1600" dirty="0"/>
            <a:t> (G7_T1_1), </a:t>
          </a:r>
          <a:r>
            <a:rPr lang="en-US" sz="1600" i="1" dirty="0"/>
            <a:t>“Rural, southeast”</a:t>
          </a:r>
          <a:r>
            <a:rPr lang="en-US" sz="1600" dirty="0"/>
            <a:t> (G9_WU_1) </a:t>
          </a:r>
        </a:p>
      </dgm:t>
    </dgm:pt>
    <dgm:pt modelId="{E3DDE760-5BD0-2F45-9CDC-F2F93FECB69B}" type="parTrans" cxnId="{11D282AD-6417-B744-B6AC-7E87F69B2163}">
      <dgm:prSet/>
      <dgm:spPr/>
      <dgm:t>
        <a:bodyPr/>
        <a:lstStyle/>
        <a:p>
          <a:endParaRPr lang="en-US" sz="1600"/>
        </a:p>
      </dgm:t>
    </dgm:pt>
    <dgm:pt modelId="{6E162D50-84E0-BD48-AFC8-99D71E8BECFC}" type="sibTrans" cxnId="{11D282AD-6417-B744-B6AC-7E87F69B2163}">
      <dgm:prSet/>
      <dgm:spPr/>
      <dgm:t>
        <a:bodyPr/>
        <a:lstStyle/>
        <a:p>
          <a:endParaRPr lang="en-US" sz="1600"/>
        </a:p>
      </dgm:t>
    </dgm:pt>
    <dgm:pt modelId="{D6A45991-3F4C-344C-B2E3-0537D6E29884}">
      <dgm:prSet custT="1"/>
      <dgm:spPr/>
      <dgm:t>
        <a:bodyPr/>
        <a:lstStyle/>
        <a:p>
          <a:r>
            <a:rPr lang="en-US" sz="1600" b="1" dirty="0"/>
            <a:t>Justification and referring to evidence</a:t>
          </a:r>
          <a:br>
            <a:rPr lang="en-US" sz="1600" dirty="0"/>
          </a:br>
          <a:r>
            <a:rPr lang="en-US" sz="1600" i="1" dirty="0"/>
            <a:t>“the heatmap shows the covid vulnerability is high..”</a:t>
          </a:r>
          <a:r>
            <a:rPr lang="en-US" sz="1600" dirty="0"/>
            <a:t> (G4_WU_1) </a:t>
          </a:r>
        </a:p>
      </dgm:t>
    </dgm:pt>
    <dgm:pt modelId="{5B9EF0C3-1745-B745-BB47-F0952CC3E3B2}" type="parTrans" cxnId="{0A9E10DD-AD66-5140-9B88-7209D0874952}">
      <dgm:prSet/>
      <dgm:spPr/>
      <dgm:t>
        <a:bodyPr/>
        <a:lstStyle/>
        <a:p>
          <a:endParaRPr lang="en-US" sz="1600"/>
        </a:p>
      </dgm:t>
    </dgm:pt>
    <dgm:pt modelId="{0C444B74-F1ED-BC45-B3C0-039E74BEE272}" type="sibTrans" cxnId="{0A9E10DD-AD66-5140-9B88-7209D0874952}">
      <dgm:prSet/>
      <dgm:spPr/>
      <dgm:t>
        <a:bodyPr/>
        <a:lstStyle/>
        <a:p>
          <a:endParaRPr lang="en-US" sz="1600"/>
        </a:p>
      </dgm:t>
    </dgm:pt>
    <dgm:pt modelId="{70DC4317-36FC-FC47-8CF6-95B2F815F17E}">
      <dgm:prSet custT="1"/>
      <dgm:spPr/>
      <dgm:t>
        <a:bodyPr/>
        <a:lstStyle/>
        <a:p>
          <a:r>
            <a:rPr lang="en-US" sz="1600" b="1" dirty="0"/>
            <a:t>Elaborated reasoning</a:t>
          </a:r>
          <a:br>
            <a:rPr lang="en-US" sz="1600" dirty="0"/>
          </a:br>
          <a:r>
            <a:rPr lang="en-US" sz="1600" i="1" dirty="0"/>
            <a:t>“there are lot of people with more uninsurance … it seems like it is moving in opposite directions”</a:t>
          </a:r>
          <a:r>
            <a:rPr lang="en-US" sz="1600" dirty="0"/>
            <a:t> (G1_T3_2) </a:t>
          </a:r>
        </a:p>
      </dgm:t>
    </dgm:pt>
    <dgm:pt modelId="{02E497DB-B0E1-2A41-B8E1-751381234EBC}" type="parTrans" cxnId="{67DCE827-8CFA-9C42-89D0-A933744214A0}">
      <dgm:prSet/>
      <dgm:spPr/>
      <dgm:t>
        <a:bodyPr/>
        <a:lstStyle/>
        <a:p>
          <a:endParaRPr lang="en-US" sz="1600"/>
        </a:p>
      </dgm:t>
    </dgm:pt>
    <dgm:pt modelId="{4271CB39-46B5-5B45-AAC3-28CF14B6F9BA}" type="sibTrans" cxnId="{67DCE827-8CFA-9C42-89D0-A933744214A0}">
      <dgm:prSet/>
      <dgm:spPr/>
      <dgm:t>
        <a:bodyPr/>
        <a:lstStyle/>
        <a:p>
          <a:endParaRPr lang="en-US" sz="1600"/>
        </a:p>
      </dgm:t>
    </dgm:pt>
    <dgm:pt modelId="{44BCAA18-3038-2E40-A01A-3535459EDF98}">
      <dgm:prSet custT="1"/>
      <dgm:spPr/>
      <dgm:t>
        <a:bodyPr/>
        <a:lstStyle/>
        <a:p>
          <a:r>
            <a:rPr lang="en-US" sz="1600" b="1" dirty="0"/>
            <a:t>Brief, tentative, or partially justified conclusion </a:t>
          </a:r>
        </a:p>
        <a:p>
          <a:r>
            <a:rPr lang="en-US" sz="1600" i="1" dirty="0"/>
            <a:t>“It is similar in southeast”</a:t>
          </a:r>
          <a:r>
            <a:rPr lang="en-US" sz="1600" dirty="0"/>
            <a:t> (G5_T1_2)</a:t>
          </a:r>
        </a:p>
      </dgm:t>
    </dgm:pt>
    <dgm:pt modelId="{2F4F4F9A-E3F7-A34E-9C7A-FE82BBC6620A}" type="parTrans" cxnId="{FC95CC7F-6575-5149-9535-9F39C03B43D9}">
      <dgm:prSet/>
      <dgm:spPr/>
      <dgm:t>
        <a:bodyPr/>
        <a:lstStyle/>
        <a:p>
          <a:endParaRPr lang="en-US" sz="1600"/>
        </a:p>
      </dgm:t>
    </dgm:pt>
    <dgm:pt modelId="{EBE69BF3-057A-C347-A3B2-9A43862943BA}" type="sibTrans" cxnId="{FC95CC7F-6575-5149-9535-9F39C03B43D9}">
      <dgm:prSet/>
      <dgm:spPr/>
      <dgm:t>
        <a:bodyPr/>
        <a:lstStyle/>
        <a:p>
          <a:endParaRPr lang="en-US" sz="1600"/>
        </a:p>
      </dgm:t>
    </dgm:pt>
    <dgm:pt modelId="{D6F03F4A-9D84-0244-B2EB-FEB1BEF237AD}">
      <dgm:prSet/>
      <dgm:spPr/>
      <dgm:t>
        <a:bodyPr/>
        <a:lstStyle/>
        <a:p>
          <a:r>
            <a:rPr lang="en-US" b="1" dirty="0"/>
            <a:t>Clear conclusion</a:t>
          </a:r>
          <a:br>
            <a:rPr lang="en-US" dirty="0"/>
          </a:br>
          <a:r>
            <a:rPr lang="en-US" i="1" dirty="0"/>
            <a:t>“To answer the question, I think the insured rate and access to doctor move in the opposite direction</a:t>
          </a:r>
          <a:r>
            <a:rPr lang="en-US" b="0" i="1" dirty="0"/>
            <a:t>”</a:t>
          </a:r>
          <a:r>
            <a:rPr lang="en-US" b="0" dirty="0"/>
            <a:t> (G2_T3_2) </a:t>
          </a:r>
        </a:p>
      </dgm:t>
    </dgm:pt>
    <dgm:pt modelId="{ACE732A7-A52D-CF44-A1A0-C02A8C4D75EE}" type="parTrans" cxnId="{D443D491-6668-DE46-87DD-64BD2750508E}">
      <dgm:prSet/>
      <dgm:spPr/>
      <dgm:t>
        <a:bodyPr/>
        <a:lstStyle/>
        <a:p>
          <a:endParaRPr lang="en-US"/>
        </a:p>
      </dgm:t>
    </dgm:pt>
    <dgm:pt modelId="{B6C8EEA9-CA23-FD44-B7F2-0D43629F3AE9}" type="sibTrans" cxnId="{D443D491-6668-DE46-87DD-64BD2750508E}">
      <dgm:prSet/>
      <dgm:spPr/>
      <dgm:t>
        <a:bodyPr/>
        <a:lstStyle/>
        <a:p>
          <a:endParaRPr lang="en-US"/>
        </a:p>
      </dgm:t>
    </dgm:pt>
    <dgm:pt modelId="{2D303E29-FC86-3F4B-A8A3-BD24AA7AE982}">
      <dgm:prSet/>
      <dgm:spPr/>
      <dgm:t>
        <a:bodyPr/>
        <a:lstStyle/>
        <a:p>
          <a:r>
            <a:rPr lang="en-US" b="1" dirty="0"/>
            <a:t>Uncertainty </a:t>
          </a:r>
        </a:p>
        <a:p>
          <a:r>
            <a:rPr lang="en-US" i="1" dirty="0"/>
            <a:t>“we were confused ... so I am not sure</a:t>
          </a:r>
          <a:r>
            <a:rPr lang="en-US" b="0" i="1" dirty="0"/>
            <a:t>”</a:t>
          </a:r>
          <a:r>
            <a:rPr lang="en-US" b="0" dirty="0"/>
            <a:t> (G1_T1_1)</a:t>
          </a:r>
        </a:p>
      </dgm:t>
    </dgm:pt>
    <dgm:pt modelId="{3804CD88-9B9C-914A-A571-E7C5DD3C6DE0}" type="parTrans" cxnId="{B58E6272-BFA5-0749-BCBF-6563F94CD375}">
      <dgm:prSet/>
      <dgm:spPr/>
      <dgm:t>
        <a:bodyPr/>
        <a:lstStyle/>
        <a:p>
          <a:endParaRPr lang="en-US"/>
        </a:p>
      </dgm:t>
    </dgm:pt>
    <dgm:pt modelId="{A629E359-E474-F643-8569-84FE1653FCEE}" type="sibTrans" cxnId="{B58E6272-BFA5-0749-BCBF-6563F94CD375}">
      <dgm:prSet/>
      <dgm:spPr/>
      <dgm:t>
        <a:bodyPr/>
        <a:lstStyle/>
        <a:p>
          <a:endParaRPr lang="en-US"/>
        </a:p>
      </dgm:t>
    </dgm:pt>
    <dgm:pt modelId="{05883D95-EBE4-C84B-811F-FB04594CE2E5}" type="pres">
      <dgm:prSet presAssocID="{533ED5AB-2836-E84B-B6D6-B463DF5226D4}" presName="vert0" presStyleCnt="0">
        <dgm:presLayoutVars>
          <dgm:dir/>
          <dgm:animOne val="branch"/>
          <dgm:animLvl val="lvl"/>
        </dgm:presLayoutVars>
      </dgm:prSet>
      <dgm:spPr/>
    </dgm:pt>
    <dgm:pt modelId="{F910834D-9381-3C4C-99B1-41CB865D8D96}" type="pres">
      <dgm:prSet presAssocID="{E550551C-6DE6-8846-B88A-61558DD33E19}" presName="thickLine" presStyleLbl="alignNode1" presStyleIdx="0" presStyleCnt="6"/>
      <dgm:spPr/>
    </dgm:pt>
    <dgm:pt modelId="{71969BFC-699E-9B4B-A535-1D6E5F910D06}" type="pres">
      <dgm:prSet presAssocID="{E550551C-6DE6-8846-B88A-61558DD33E19}" presName="horz1" presStyleCnt="0"/>
      <dgm:spPr/>
    </dgm:pt>
    <dgm:pt modelId="{98316FDD-F610-B94A-A1A7-66A6D15FCCD6}" type="pres">
      <dgm:prSet presAssocID="{E550551C-6DE6-8846-B88A-61558DD33E19}" presName="tx1" presStyleLbl="revTx" presStyleIdx="0" presStyleCnt="6"/>
      <dgm:spPr/>
    </dgm:pt>
    <dgm:pt modelId="{7FBD0860-BE1C-7C4B-A4DB-0EB681787FCF}" type="pres">
      <dgm:prSet presAssocID="{E550551C-6DE6-8846-B88A-61558DD33E19}" presName="vert1" presStyleCnt="0"/>
      <dgm:spPr/>
    </dgm:pt>
    <dgm:pt modelId="{D7BA3DC1-5983-1743-AC04-D2260D7DA991}" type="pres">
      <dgm:prSet presAssocID="{D6F03F4A-9D84-0244-B2EB-FEB1BEF237AD}" presName="thickLine" presStyleLbl="alignNode1" presStyleIdx="1" presStyleCnt="6"/>
      <dgm:spPr/>
    </dgm:pt>
    <dgm:pt modelId="{D26ABD17-934D-E643-8A8E-F75345FE23B7}" type="pres">
      <dgm:prSet presAssocID="{D6F03F4A-9D84-0244-B2EB-FEB1BEF237AD}" presName="horz1" presStyleCnt="0"/>
      <dgm:spPr/>
    </dgm:pt>
    <dgm:pt modelId="{8B806CD4-4E8E-4C4B-9221-8DE5C7F7B7F5}" type="pres">
      <dgm:prSet presAssocID="{D6F03F4A-9D84-0244-B2EB-FEB1BEF237AD}" presName="tx1" presStyleLbl="revTx" presStyleIdx="1" presStyleCnt="6"/>
      <dgm:spPr/>
    </dgm:pt>
    <dgm:pt modelId="{D56D7A67-430D-2344-97A2-AD3B96DE7320}" type="pres">
      <dgm:prSet presAssocID="{D6F03F4A-9D84-0244-B2EB-FEB1BEF237AD}" presName="vert1" presStyleCnt="0"/>
      <dgm:spPr/>
    </dgm:pt>
    <dgm:pt modelId="{600CC1FE-0476-AA48-A992-73130459265B}" type="pres">
      <dgm:prSet presAssocID="{D6A45991-3F4C-344C-B2E3-0537D6E29884}" presName="thickLine" presStyleLbl="alignNode1" presStyleIdx="2" presStyleCnt="6"/>
      <dgm:spPr/>
    </dgm:pt>
    <dgm:pt modelId="{D6BA4653-7CB2-C944-8D1C-47DEA9CFD0A1}" type="pres">
      <dgm:prSet presAssocID="{D6A45991-3F4C-344C-B2E3-0537D6E29884}" presName="horz1" presStyleCnt="0"/>
      <dgm:spPr/>
    </dgm:pt>
    <dgm:pt modelId="{07E7544F-108A-8549-8E1C-708C287C65F7}" type="pres">
      <dgm:prSet presAssocID="{D6A45991-3F4C-344C-B2E3-0537D6E29884}" presName="tx1" presStyleLbl="revTx" presStyleIdx="2" presStyleCnt="6"/>
      <dgm:spPr/>
    </dgm:pt>
    <dgm:pt modelId="{5C6EEE21-345D-824C-BDDC-CE566A889F4E}" type="pres">
      <dgm:prSet presAssocID="{D6A45991-3F4C-344C-B2E3-0537D6E29884}" presName="vert1" presStyleCnt="0"/>
      <dgm:spPr/>
    </dgm:pt>
    <dgm:pt modelId="{D9F983D2-ED7D-1D46-B661-262143D95439}" type="pres">
      <dgm:prSet presAssocID="{70DC4317-36FC-FC47-8CF6-95B2F815F17E}" presName="thickLine" presStyleLbl="alignNode1" presStyleIdx="3" presStyleCnt="6"/>
      <dgm:spPr/>
    </dgm:pt>
    <dgm:pt modelId="{8B8993B6-AEA8-C745-8927-BA70477B7D5F}" type="pres">
      <dgm:prSet presAssocID="{70DC4317-36FC-FC47-8CF6-95B2F815F17E}" presName="horz1" presStyleCnt="0"/>
      <dgm:spPr/>
    </dgm:pt>
    <dgm:pt modelId="{B44CB25B-C1C8-354A-988C-69F52FD03AA8}" type="pres">
      <dgm:prSet presAssocID="{70DC4317-36FC-FC47-8CF6-95B2F815F17E}" presName="tx1" presStyleLbl="revTx" presStyleIdx="3" presStyleCnt="6"/>
      <dgm:spPr/>
    </dgm:pt>
    <dgm:pt modelId="{5DE4F92A-6C2E-0641-A26E-97C4551E1969}" type="pres">
      <dgm:prSet presAssocID="{70DC4317-36FC-FC47-8CF6-95B2F815F17E}" presName="vert1" presStyleCnt="0"/>
      <dgm:spPr/>
    </dgm:pt>
    <dgm:pt modelId="{38345AF6-04C0-324E-867E-EABEF583D81D}" type="pres">
      <dgm:prSet presAssocID="{44BCAA18-3038-2E40-A01A-3535459EDF98}" presName="thickLine" presStyleLbl="alignNode1" presStyleIdx="4" presStyleCnt="6"/>
      <dgm:spPr/>
    </dgm:pt>
    <dgm:pt modelId="{7E03E764-E523-A74A-82DC-855B030F8C5B}" type="pres">
      <dgm:prSet presAssocID="{44BCAA18-3038-2E40-A01A-3535459EDF98}" presName="horz1" presStyleCnt="0"/>
      <dgm:spPr/>
    </dgm:pt>
    <dgm:pt modelId="{89ED7FF8-9266-604D-B3A0-18B74A00491A}" type="pres">
      <dgm:prSet presAssocID="{44BCAA18-3038-2E40-A01A-3535459EDF98}" presName="tx1" presStyleLbl="revTx" presStyleIdx="4" presStyleCnt="6"/>
      <dgm:spPr/>
    </dgm:pt>
    <dgm:pt modelId="{45D82173-5281-9E46-916D-DF669E009079}" type="pres">
      <dgm:prSet presAssocID="{44BCAA18-3038-2E40-A01A-3535459EDF98}" presName="vert1" presStyleCnt="0"/>
      <dgm:spPr/>
    </dgm:pt>
    <dgm:pt modelId="{AD680B81-B189-1545-956A-B5EDE429E916}" type="pres">
      <dgm:prSet presAssocID="{2D303E29-FC86-3F4B-A8A3-BD24AA7AE982}" presName="thickLine" presStyleLbl="alignNode1" presStyleIdx="5" presStyleCnt="6"/>
      <dgm:spPr/>
    </dgm:pt>
    <dgm:pt modelId="{CC662B43-6D8E-4B42-A3D9-AEB547B1D5B1}" type="pres">
      <dgm:prSet presAssocID="{2D303E29-FC86-3F4B-A8A3-BD24AA7AE982}" presName="horz1" presStyleCnt="0"/>
      <dgm:spPr/>
    </dgm:pt>
    <dgm:pt modelId="{9529B883-AB02-8543-BA80-1BAABD197151}" type="pres">
      <dgm:prSet presAssocID="{2D303E29-FC86-3F4B-A8A3-BD24AA7AE982}" presName="tx1" presStyleLbl="revTx" presStyleIdx="5" presStyleCnt="6"/>
      <dgm:spPr/>
    </dgm:pt>
    <dgm:pt modelId="{804DE49B-F74F-774E-8C98-BE890640FB70}" type="pres">
      <dgm:prSet presAssocID="{2D303E29-FC86-3F4B-A8A3-BD24AA7AE982}" presName="vert1" presStyleCnt="0"/>
      <dgm:spPr/>
    </dgm:pt>
  </dgm:ptLst>
  <dgm:cxnLst>
    <dgm:cxn modelId="{A0914300-A49D-6E47-9658-0445E903B6AF}" type="presOf" srcId="{2D303E29-FC86-3F4B-A8A3-BD24AA7AE982}" destId="{9529B883-AB02-8543-BA80-1BAABD197151}" srcOrd="0" destOrd="0" presId="urn:microsoft.com/office/officeart/2008/layout/LinedList"/>
    <dgm:cxn modelId="{E374E11E-F687-D84C-96BD-73AF9AB58227}" type="presOf" srcId="{D6F03F4A-9D84-0244-B2EB-FEB1BEF237AD}" destId="{8B806CD4-4E8E-4C4B-9221-8DE5C7F7B7F5}" srcOrd="0" destOrd="0" presId="urn:microsoft.com/office/officeart/2008/layout/LinedList"/>
    <dgm:cxn modelId="{67DCE827-8CFA-9C42-89D0-A933744214A0}" srcId="{533ED5AB-2836-E84B-B6D6-B463DF5226D4}" destId="{70DC4317-36FC-FC47-8CF6-95B2F815F17E}" srcOrd="3" destOrd="0" parTransId="{02E497DB-B0E1-2A41-B8E1-751381234EBC}" sibTransId="{4271CB39-46B5-5B45-AAC3-28CF14B6F9BA}"/>
    <dgm:cxn modelId="{B58E6272-BFA5-0749-BCBF-6563F94CD375}" srcId="{533ED5AB-2836-E84B-B6D6-B463DF5226D4}" destId="{2D303E29-FC86-3F4B-A8A3-BD24AA7AE982}" srcOrd="5" destOrd="0" parTransId="{3804CD88-9B9C-914A-A571-E7C5DD3C6DE0}" sibTransId="{A629E359-E474-F643-8569-84FE1653FCEE}"/>
    <dgm:cxn modelId="{1E07C772-273C-5045-AF42-EB8573C31B10}" type="presOf" srcId="{70DC4317-36FC-FC47-8CF6-95B2F815F17E}" destId="{B44CB25B-C1C8-354A-988C-69F52FD03AA8}" srcOrd="0" destOrd="0" presId="urn:microsoft.com/office/officeart/2008/layout/LinedList"/>
    <dgm:cxn modelId="{FC95CC7F-6575-5149-9535-9F39C03B43D9}" srcId="{533ED5AB-2836-E84B-B6D6-B463DF5226D4}" destId="{44BCAA18-3038-2E40-A01A-3535459EDF98}" srcOrd="4" destOrd="0" parTransId="{2F4F4F9A-E3F7-A34E-9C7A-FE82BBC6620A}" sibTransId="{EBE69BF3-057A-C347-A3B2-9A43862943BA}"/>
    <dgm:cxn modelId="{D443D491-6668-DE46-87DD-64BD2750508E}" srcId="{533ED5AB-2836-E84B-B6D6-B463DF5226D4}" destId="{D6F03F4A-9D84-0244-B2EB-FEB1BEF237AD}" srcOrd="1" destOrd="0" parTransId="{ACE732A7-A52D-CF44-A1A0-C02A8C4D75EE}" sibTransId="{B6C8EEA9-CA23-FD44-B7F2-0D43629F3AE9}"/>
    <dgm:cxn modelId="{010DC0A7-5893-594A-8BF5-9A2AC2B81C0A}" type="presOf" srcId="{533ED5AB-2836-E84B-B6D6-B463DF5226D4}" destId="{05883D95-EBE4-C84B-811F-FB04594CE2E5}" srcOrd="0" destOrd="0" presId="urn:microsoft.com/office/officeart/2008/layout/LinedList"/>
    <dgm:cxn modelId="{11D282AD-6417-B744-B6AC-7E87F69B2163}" srcId="{533ED5AB-2836-E84B-B6D6-B463DF5226D4}" destId="{E550551C-6DE6-8846-B88A-61558DD33E19}" srcOrd="0" destOrd="0" parTransId="{E3DDE760-5BD0-2F45-9CDC-F2F93FECB69B}" sibTransId="{6E162D50-84E0-BD48-AFC8-99D71E8BECFC}"/>
    <dgm:cxn modelId="{FFCE7CD4-F29C-1143-A8D0-AECCBE71F7C1}" type="presOf" srcId="{D6A45991-3F4C-344C-B2E3-0537D6E29884}" destId="{07E7544F-108A-8549-8E1C-708C287C65F7}" srcOrd="0" destOrd="0" presId="urn:microsoft.com/office/officeart/2008/layout/LinedList"/>
    <dgm:cxn modelId="{267CB5DC-586A-B34E-A353-3BD90AFF4732}" type="presOf" srcId="{E550551C-6DE6-8846-B88A-61558DD33E19}" destId="{98316FDD-F610-B94A-A1A7-66A6D15FCCD6}" srcOrd="0" destOrd="0" presId="urn:microsoft.com/office/officeart/2008/layout/LinedList"/>
    <dgm:cxn modelId="{0A9E10DD-AD66-5140-9B88-7209D0874952}" srcId="{533ED5AB-2836-E84B-B6D6-B463DF5226D4}" destId="{D6A45991-3F4C-344C-B2E3-0537D6E29884}" srcOrd="2" destOrd="0" parTransId="{5B9EF0C3-1745-B745-BB47-F0952CC3E3B2}" sibTransId="{0C444B74-F1ED-BC45-B3C0-039E74BEE272}"/>
    <dgm:cxn modelId="{82C053DD-DDD2-9F45-BFEE-76EBA0CB3B50}" type="presOf" srcId="{44BCAA18-3038-2E40-A01A-3535459EDF98}" destId="{89ED7FF8-9266-604D-B3A0-18B74A00491A}" srcOrd="0" destOrd="0" presId="urn:microsoft.com/office/officeart/2008/layout/LinedList"/>
    <dgm:cxn modelId="{E0C1C85C-72B6-CF49-B055-277B13B24087}" type="presParOf" srcId="{05883D95-EBE4-C84B-811F-FB04594CE2E5}" destId="{F910834D-9381-3C4C-99B1-41CB865D8D96}" srcOrd="0" destOrd="0" presId="urn:microsoft.com/office/officeart/2008/layout/LinedList"/>
    <dgm:cxn modelId="{50DEA06F-D2EC-C645-9EE7-C748546D4288}" type="presParOf" srcId="{05883D95-EBE4-C84B-811F-FB04594CE2E5}" destId="{71969BFC-699E-9B4B-A535-1D6E5F910D06}" srcOrd="1" destOrd="0" presId="urn:microsoft.com/office/officeart/2008/layout/LinedList"/>
    <dgm:cxn modelId="{50CF36E1-3E53-A744-9CD1-782F09AEBC54}" type="presParOf" srcId="{71969BFC-699E-9B4B-A535-1D6E5F910D06}" destId="{98316FDD-F610-B94A-A1A7-66A6D15FCCD6}" srcOrd="0" destOrd="0" presId="urn:microsoft.com/office/officeart/2008/layout/LinedList"/>
    <dgm:cxn modelId="{C396573A-1252-0742-9799-AC434424A9F2}" type="presParOf" srcId="{71969BFC-699E-9B4B-A535-1D6E5F910D06}" destId="{7FBD0860-BE1C-7C4B-A4DB-0EB681787FCF}" srcOrd="1" destOrd="0" presId="urn:microsoft.com/office/officeart/2008/layout/LinedList"/>
    <dgm:cxn modelId="{52EFED2D-1D22-E34F-822D-3D07346794CD}" type="presParOf" srcId="{05883D95-EBE4-C84B-811F-FB04594CE2E5}" destId="{D7BA3DC1-5983-1743-AC04-D2260D7DA991}" srcOrd="2" destOrd="0" presId="urn:microsoft.com/office/officeart/2008/layout/LinedList"/>
    <dgm:cxn modelId="{5FF47D36-8DCA-404D-A4FD-ABD0EB7007D2}" type="presParOf" srcId="{05883D95-EBE4-C84B-811F-FB04594CE2E5}" destId="{D26ABD17-934D-E643-8A8E-F75345FE23B7}" srcOrd="3" destOrd="0" presId="urn:microsoft.com/office/officeart/2008/layout/LinedList"/>
    <dgm:cxn modelId="{4518AAEC-DDED-434D-BE80-EFFEB1D6A33B}" type="presParOf" srcId="{D26ABD17-934D-E643-8A8E-F75345FE23B7}" destId="{8B806CD4-4E8E-4C4B-9221-8DE5C7F7B7F5}" srcOrd="0" destOrd="0" presId="urn:microsoft.com/office/officeart/2008/layout/LinedList"/>
    <dgm:cxn modelId="{EAFA72E3-A839-EB4E-8FC2-CD43A207293B}" type="presParOf" srcId="{D26ABD17-934D-E643-8A8E-F75345FE23B7}" destId="{D56D7A67-430D-2344-97A2-AD3B96DE7320}" srcOrd="1" destOrd="0" presId="urn:microsoft.com/office/officeart/2008/layout/LinedList"/>
    <dgm:cxn modelId="{616273A1-530A-7A48-9F5D-290798E0C31C}" type="presParOf" srcId="{05883D95-EBE4-C84B-811F-FB04594CE2E5}" destId="{600CC1FE-0476-AA48-A992-73130459265B}" srcOrd="4" destOrd="0" presId="urn:microsoft.com/office/officeart/2008/layout/LinedList"/>
    <dgm:cxn modelId="{B9F0E7A3-617F-3240-85B1-F12C0BB2E353}" type="presParOf" srcId="{05883D95-EBE4-C84B-811F-FB04594CE2E5}" destId="{D6BA4653-7CB2-C944-8D1C-47DEA9CFD0A1}" srcOrd="5" destOrd="0" presId="urn:microsoft.com/office/officeart/2008/layout/LinedList"/>
    <dgm:cxn modelId="{3233B96B-0071-904C-AA17-1BFDCCE61295}" type="presParOf" srcId="{D6BA4653-7CB2-C944-8D1C-47DEA9CFD0A1}" destId="{07E7544F-108A-8549-8E1C-708C287C65F7}" srcOrd="0" destOrd="0" presId="urn:microsoft.com/office/officeart/2008/layout/LinedList"/>
    <dgm:cxn modelId="{F2DF2BCF-370B-A145-905C-8A1B01561933}" type="presParOf" srcId="{D6BA4653-7CB2-C944-8D1C-47DEA9CFD0A1}" destId="{5C6EEE21-345D-824C-BDDC-CE566A889F4E}" srcOrd="1" destOrd="0" presId="urn:microsoft.com/office/officeart/2008/layout/LinedList"/>
    <dgm:cxn modelId="{E04580F2-65AA-2D45-81DC-893A0062C37E}" type="presParOf" srcId="{05883D95-EBE4-C84B-811F-FB04594CE2E5}" destId="{D9F983D2-ED7D-1D46-B661-262143D95439}" srcOrd="6" destOrd="0" presId="urn:microsoft.com/office/officeart/2008/layout/LinedList"/>
    <dgm:cxn modelId="{A1FF0FED-8F74-5542-B889-563536168702}" type="presParOf" srcId="{05883D95-EBE4-C84B-811F-FB04594CE2E5}" destId="{8B8993B6-AEA8-C745-8927-BA70477B7D5F}" srcOrd="7" destOrd="0" presId="urn:microsoft.com/office/officeart/2008/layout/LinedList"/>
    <dgm:cxn modelId="{AB9200FB-0334-8148-AB0B-F5175521D9A8}" type="presParOf" srcId="{8B8993B6-AEA8-C745-8927-BA70477B7D5F}" destId="{B44CB25B-C1C8-354A-988C-69F52FD03AA8}" srcOrd="0" destOrd="0" presId="urn:microsoft.com/office/officeart/2008/layout/LinedList"/>
    <dgm:cxn modelId="{14D33C08-2CEF-994A-841C-360B4CEE400F}" type="presParOf" srcId="{8B8993B6-AEA8-C745-8927-BA70477B7D5F}" destId="{5DE4F92A-6C2E-0641-A26E-97C4551E1969}" srcOrd="1" destOrd="0" presId="urn:microsoft.com/office/officeart/2008/layout/LinedList"/>
    <dgm:cxn modelId="{65D04F23-2253-8E4D-AA6D-A1B26F6C2C94}" type="presParOf" srcId="{05883D95-EBE4-C84B-811F-FB04594CE2E5}" destId="{38345AF6-04C0-324E-867E-EABEF583D81D}" srcOrd="8" destOrd="0" presId="urn:microsoft.com/office/officeart/2008/layout/LinedList"/>
    <dgm:cxn modelId="{BFCA9EC9-5E35-E042-9A23-9AAD289050B3}" type="presParOf" srcId="{05883D95-EBE4-C84B-811F-FB04594CE2E5}" destId="{7E03E764-E523-A74A-82DC-855B030F8C5B}" srcOrd="9" destOrd="0" presId="urn:microsoft.com/office/officeart/2008/layout/LinedList"/>
    <dgm:cxn modelId="{6AD42464-E8D9-1A45-AC2F-B8B93FA7837D}" type="presParOf" srcId="{7E03E764-E523-A74A-82DC-855B030F8C5B}" destId="{89ED7FF8-9266-604D-B3A0-18B74A00491A}" srcOrd="0" destOrd="0" presId="urn:microsoft.com/office/officeart/2008/layout/LinedList"/>
    <dgm:cxn modelId="{E1155B4C-B150-7E45-9ECD-0A5FBE47B0B2}" type="presParOf" srcId="{7E03E764-E523-A74A-82DC-855B030F8C5B}" destId="{45D82173-5281-9E46-916D-DF669E009079}" srcOrd="1" destOrd="0" presId="urn:microsoft.com/office/officeart/2008/layout/LinedList"/>
    <dgm:cxn modelId="{497214C7-04FD-F143-9E89-081B71F86913}" type="presParOf" srcId="{05883D95-EBE4-C84B-811F-FB04594CE2E5}" destId="{AD680B81-B189-1545-956A-B5EDE429E916}" srcOrd="10" destOrd="0" presId="urn:microsoft.com/office/officeart/2008/layout/LinedList"/>
    <dgm:cxn modelId="{47DC981B-3CFB-C044-BA62-25D43DA3D1E0}" type="presParOf" srcId="{05883D95-EBE4-C84B-811F-FB04594CE2E5}" destId="{CC662B43-6D8E-4B42-A3D9-AEB547B1D5B1}" srcOrd="11" destOrd="0" presId="urn:microsoft.com/office/officeart/2008/layout/LinedList"/>
    <dgm:cxn modelId="{7DC9DE06-B6B8-7545-B313-B05A88F2B35E}" type="presParOf" srcId="{CC662B43-6D8E-4B42-A3D9-AEB547B1D5B1}" destId="{9529B883-AB02-8543-BA80-1BAABD197151}" srcOrd="0" destOrd="0" presId="urn:microsoft.com/office/officeart/2008/layout/LinedList"/>
    <dgm:cxn modelId="{35B4AD02-B1AE-FA45-9D4E-B119636A64A0}" type="presParOf" srcId="{CC662B43-6D8E-4B42-A3D9-AEB547B1D5B1}" destId="{804DE49B-F74F-774E-8C98-BE890640FB70}" srcOrd="1" destOrd="0" presId="urn:microsoft.com/office/officeart/2008/layout/Line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A210FB4-F17A-8C42-9BAF-2F93541564FA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BAAD8F4-39D7-EB44-94B7-9494D95041C9}">
      <dgm:prSet custT="1"/>
      <dgm:spPr>
        <a:solidFill>
          <a:schemeClr val="accent3"/>
        </a:solidFill>
      </dgm:spPr>
      <dgm:t>
        <a:bodyPr/>
        <a:lstStyle/>
        <a:p>
          <a:r>
            <a:rPr lang="en-US" sz="1800" dirty="0"/>
            <a:t>After the warm-up, participants generally reached stronger, more justified, and more evidence-based task-closing interpretations.</a:t>
          </a:r>
        </a:p>
      </dgm:t>
    </dgm:pt>
    <dgm:pt modelId="{3F968B8A-DA3F-1E4C-BB14-0B2CF04EBB82}" type="parTrans" cxnId="{1CB011D7-D594-5749-966F-0174D55DE13A}">
      <dgm:prSet/>
      <dgm:spPr/>
      <dgm:t>
        <a:bodyPr/>
        <a:lstStyle/>
        <a:p>
          <a:endParaRPr lang="en-US"/>
        </a:p>
      </dgm:t>
    </dgm:pt>
    <dgm:pt modelId="{D8EE7E8C-653A-2546-B5DF-FE86B9CBB25D}" type="sibTrans" cxnId="{1CB011D7-D594-5749-966F-0174D55DE13A}">
      <dgm:prSet/>
      <dgm:spPr/>
      <dgm:t>
        <a:bodyPr/>
        <a:lstStyle/>
        <a:p>
          <a:endParaRPr lang="en-US"/>
        </a:p>
      </dgm:t>
    </dgm:pt>
    <dgm:pt modelId="{CD7111E8-A240-7341-9975-BAC859B53EB8}">
      <dgm:prSet/>
      <dgm:spPr/>
      <dgm:t>
        <a:bodyPr/>
        <a:lstStyle/>
        <a:p>
          <a:r>
            <a:rPr lang="en-US"/>
            <a:t>Task 1: highest justification and evidence use </a:t>
          </a:r>
        </a:p>
      </dgm:t>
    </dgm:pt>
    <dgm:pt modelId="{0D5442BA-37FA-6B4D-8588-68E3FF1271B8}" type="parTrans" cxnId="{2E78007C-395A-1048-A477-D8EC5EC48C72}">
      <dgm:prSet/>
      <dgm:spPr/>
      <dgm:t>
        <a:bodyPr/>
        <a:lstStyle/>
        <a:p>
          <a:endParaRPr lang="en-US"/>
        </a:p>
      </dgm:t>
    </dgm:pt>
    <dgm:pt modelId="{EFA7D02A-7812-E449-966F-E7CB288E73E5}" type="sibTrans" cxnId="{2E78007C-395A-1048-A477-D8EC5EC48C72}">
      <dgm:prSet/>
      <dgm:spPr/>
      <dgm:t>
        <a:bodyPr/>
        <a:lstStyle/>
        <a:p>
          <a:endParaRPr lang="en-US"/>
        </a:p>
      </dgm:t>
    </dgm:pt>
    <dgm:pt modelId="{E7D18369-21FF-514B-A2EC-28C99153B1BB}">
      <dgm:prSet/>
      <dgm:spPr/>
      <dgm:t>
        <a:bodyPr/>
        <a:lstStyle/>
        <a:p>
          <a:r>
            <a:rPr lang="en-US"/>
            <a:t>Task 2: least uncertainty </a:t>
          </a:r>
        </a:p>
      </dgm:t>
    </dgm:pt>
    <dgm:pt modelId="{910D2C5C-BADE-F941-B211-5E8C010E82DE}" type="parTrans" cxnId="{9F396C9F-3DB4-2248-9E33-2F93C99BFE20}">
      <dgm:prSet/>
      <dgm:spPr/>
      <dgm:t>
        <a:bodyPr/>
        <a:lstStyle/>
        <a:p>
          <a:endParaRPr lang="en-US"/>
        </a:p>
      </dgm:t>
    </dgm:pt>
    <dgm:pt modelId="{52696C1D-EFD2-0C4F-B00C-A7B15788714E}" type="sibTrans" cxnId="{9F396C9F-3DB4-2248-9E33-2F93C99BFE20}">
      <dgm:prSet/>
      <dgm:spPr/>
      <dgm:t>
        <a:bodyPr/>
        <a:lstStyle/>
        <a:p>
          <a:endParaRPr lang="en-US"/>
        </a:p>
      </dgm:t>
    </dgm:pt>
    <dgm:pt modelId="{260BF9E2-325F-0F40-A460-1017C3A0CBA9}">
      <dgm:prSet/>
      <dgm:spPr/>
      <dgm:t>
        <a:bodyPr/>
        <a:lstStyle/>
        <a:p>
          <a:r>
            <a:rPr lang="en-US"/>
            <a:t>Task 3: most clear conclusions and elaborated justification</a:t>
          </a:r>
        </a:p>
      </dgm:t>
    </dgm:pt>
    <dgm:pt modelId="{37A06E12-1CA4-5A4C-8B2C-F2CE23669B96}" type="parTrans" cxnId="{A2A12A62-952F-8B42-9873-DEF4F9933D25}">
      <dgm:prSet/>
      <dgm:spPr/>
      <dgm:t>
        <a:bodyPr/>
        <a:lstStyle/>
        <a:p>
          <a:endParaRPr lang="en-US"/>
        </a:p>
      </dgm:t>
    </dgm:pt>
    <dgm:pt modelId="{989D761F-C453-3B4B-B05C-0879CBC7BABF}" type="sibTrans" cxnId="{A2A12A62-952F-8B42-9873-DEF4F9933D25}">
      <dgm:prSet/>
      <dgm:spPr/>
      <dgm:t>
        <a:bodyPr/>
        <a:lstStyle/>
        <a:p>
          <a:endParaRPr lang="en-US"/>
        </a:p>
      </dgm:t>
    </dgm:pt>
    <dgm:pt modelId="{16D95D77-4ED7-8049-999B-9369300B41DD}">
      <dgm:prSet/>
      <dgm:spPr/>
      <dgm:t>
        <a:bodyPr/>
        <a:lstStyle/>
        <a:p>
          <a:r>
            <a:rPr lang="en-US"/>
            <a:t>However, this broader progress was not explained by</a:t>
          </a:r>
        </a:p>
      </dgm:t>
    </dgm:pt>
    <dgm:pt modelId="{AF9C6384-30FA-7643-86CB-F0783EF5638B}" type="parTrans" cxnId="{B076BCC2-FE57-3644-8CBF-954BF75C65A2}">
      <dgm:prSet/>
      <dgm:spPr/>
      <dgm:t>
        <a:bodyPr/>
        <a:lstStyle/>
        <a:p>
          <a:endParaRPr lang="en-US"/>
        </a:p>
      </dgm:t>
    </dgm:pt>
    <dgm:pt modelId="{B9F11C0F-E17D-B94F-8C60-A0194403216D}" type="sibTrans" cxnId="{B076BCC2-FE57-3644-8CBF-954BF75C65A2}">
      <dgm:prSet/>
      <dgm:spPr/>
      <dgm:t>
        <a:bodyPr/>
        <a:lstStyle/>
        <a:p>
          <a:endParaRPr lang="en-US"/>
        </a:p>
      </dgm:t>
    </dgm:pt>
    <dgm:pt modelId="{7D5E0533-C82F-A44F-B109-310779A7FCD5}">
      <dgm:prSet/>
      <dgm:spPr/>
      <dgm:t>
        <a:bodyPr/>
        <a:lstStyle/>
        <a:p>
          <a:r>
            <a:rPr lang="en-US" dirty="0"/>
            <a:t>CR/VIS frequency </a:t>
          </a:r>
        </a:p>
      </dgm:t>
    </dgm:pt>
    <dgm:pt modelId="{74144475-C555-3741-8483-EE21C5159CF2}" type="parTrans" cxnId="{4F69642E-E760-0E49-A178-3F68F00E5F49}">
      <dgm:prSet/>
      <dgm:spPr/>
      <dgm:t>
        <a:bodyPr/>
        <a:lstStyle/>
        <a:p>
          <a:endParaRPr lang="en-US"/>
        </a:p>
      </dgm:t>
    </dgm:pt>
    <dgm:pt modelId="{60C45AA0-42B7-B34B-8E64-F2D46017841B}" type="sibTrans" cxnId="{4F69642E-E760-0E49-A178-3F68F00E5F49}">
      <dgm:prSet/>
      <dgm:spPr/>
      <dgm:t>
        <a:bodyPr/>
        <a:lstStyle/>
        <a:p>
          <a:endParaRPr lang="en-US"/>
        </a:p>
      </dgm:t>
    </dgm:pt>
    <dgm:pt modelId="{300FD1B7-91CB-8E4D-8EFB-482353810A0D}">
      <dgm:prSet/>
      <dgm:spPr/>
      <dgm:t>
        <a:bodyPr/>
        <a:lstStyle/>
        <a:p>
          <a:r>
            <a:rPr lang="en-US"/>
            <a:t>averaged LLM-judge response-quality scores. </a:t>
          </a:r>
        </a:p>
      </dgm:t>
    </dgm:pt>
    <dgm:pt modelId="{E5B8D127-AED7-6F40-977A-83EE2F1A1D98}" type="parTrans" cxnId="{46213F4F-F66E-F544-A9CB-5348D01361AB}">
      <dgm:prSet/>
      <dgm:spPr/>
      <dgm:t>
        <a:bodyPr/>
        <a:lstStyle/>
        <a:p>
          <a:endParaRPr lang="en-US"/>
        </a:p>
      </dgm:t>
    </dgm:pt>
    <dgm:pt modelId="{838D9554-1C12-4540-A467-1E026D9BEA9A}" type="sibTrans" cxnId="{46213F4F-F66E-F544-A9CB-5348D01361AB}">
      <dgm:prSet/>
      <dgm:spPr/>
      <dgm:t>
        <a:bodyPr/>
        <a:lstStyle/>
        <a:p>
          <a:endParaRPr lang="en-US"/>
        </a:p>
      </dgm:t>
    </dgm:pt>
    <dgm:pt modelId="{CB8F4C80-1250-7149-A80C-D9322E6AC0A3}">
      <dgm:prSet/>
      <dgm:spPr/>
      <dgm:t>
        <a:bodyPr/>
        <a:lstStyle/>
        <a:p>
          <a:r>
            <a:rPr lang="en-US" dirty="0"/>
            <a:t>Overall, the findings suggest</a:t>
          </a:r>
        </a:p>
      </dgm:t>
    </dgm:pt>
    <dgm:pt modelId="{107B4B3B-05F8-484D-AE14-4C689FDC44B3}" type="parTrans" cxnId="{D460B0AD-A9B9-7843-9419-B6AF5D3257FE}">
      <dgm:prSet/>
      <dgm:spPr/>
      <dgm:t>
        <a:bodyPr/>
        <a:lstStyle/>
        <a:p>
          <a:endParaRPr lang="en-US"/>
        </a:p>
      </dgm:t>
    </dgm:pt>
    <dgm:pt modelId="{592027E1-6873-6E4D-A05E-1ABFEDAE8AD0}" type="sibTrans" cxnId="{D460B0AD-A9B9-7843-9419-B6AF5D3257FE}">
      <dgm:prSet/>
      <dgm:spPr/>
      <dgm:t>
        <a:bodyPr/>
        <a:lstStyle/>
        <a:p>
          <a:endParaRPr lang="en-US"/>
        </a:p>
      </dgm:t>
    </dgm:pt>
    <dgm:pt modelId="{BE065EEC-0583-7746-A60F-583E9BBF5584}">
      <dgm:prSet/>
      <dgm:spPr/>
      <dgm:t>
        <a:bodyPr/>
        <a:lstStyle/>
        <a:p>
          <a:r>
            <a:rPr lang="en-US" dirty="0"/>
            <a:t>Clarification responses mattered within collaborative EDA </a:t>
          </a:r>
          <a:r>
            <a:rPr lang="en-US" dirty="0">
              <a:sym typeface="Wingdings" pitchFamily="2" charset="2"/>
            </a:rPr>
            <a:t> </a:t>
          </a:r>
          <a:r>
            <a:rPr lang="en-US" dirty="0"/>
            <a:t>mainly as part of local processes of verification, repair, and sense-making, rather than predictor of broader task outcomes</a:t>
          </a:r>
        </a:p>
      </dgm:t>
    </dgm:pt>
    <dgm:pt modelId="{DD7D495C-B393-914F-9295-C4F503CD3F9A}" type="parTrans" cxnId="{B1F86873-54A0-B441-A9FB-8D46E8A0AB55}">
      <dgm:prSet/>
      <dgm:spPr/>
      <dgm:t>
        <a:bodyPr/>
        <a:lstStyle/>
        <a:p>
          <a:endParaRPr lang="en-US"/>
        </a:p>
      </dgm:t>
    </dgm:pt>
    <dgm:pt modelId="{E9B95964-C4F8-2F4A-B9EF-4B18F0D75133}" type="sibTrans" cxnId="{B1F86873-54A0-B441-A9FB-8D46E8A0AB55}">
      <dgm:prSet/>
      <dgm:spPr/>
      <dgm:t>
        <a:bodyPr/>
        <a:lstStyle/>
        <a:p>
          <a:endParaRPr lang="en-US"/>
        </a:p>
      </dgm:t>
    </dgm:pt>
    <dgm:pt modelId="{A80EF009-E2B5-1246-BD0C-777372BEEB94}" type="pres">
      <dgm:prSet presAssocID="{EA210FB4-F17A-8C42-9BAF-2F93541564FA}" presName="Name0" presStyleCnt="0">
        <dgm:presLayoutVars>
          <dgm:dir/>
          <dgm:animLvl val="lvl"/>
          <dgm:resizeHandles val="exact"/>
        </dgm:presLayoutVars>
      </dgm:prSet>
      <dgm:spPr/>
    </dgm:pt>
    <dgm:pt modelId="{1E77BDF9-DD9F-0648-9C2C-1E785CB6F23D}" type="pres">
      <dgm:prSet presAssocID="{CB8F4C80-1250-7149-A80C-D9322E6AC0A3}" presName="boxAndChildren" presStyleCnt="0"/>
      <dgm:spPr/>
    </dgm:pt>
    <dgm:pt modelId="{538D23D4-96C1-DF46-973D-F962D7EDAFEA}" type="pres">
      <dgm:prSet presAssocID="{CB8F4C80-1250-7149-A80C-D9322E6AC0A3}" presName="parentTextBox" presStyleLbl="node1" presStyleIdx="0" presStyleCnt="3"/>
      <dgm:spPr/>
    </dgm:pt>
    <dgm:pt modelId="{BDC0F9D1-E3C2-FD44-91EC-152DBAC5E7F2}" type="pres">
      <dgm:prSet presAssocID="{CB8F4C80-1250-7149-A80C-D9322E6AC0A3}" presName="entireBox" presStyleLbl="node1" presStyleIdx="0" presStyleCnt="3"/>
      <dgm:spPr/>
    </dgm:pt>
    <dgm:pt modelId="{9BE6A113-55A4-A940-B483-3CBBABCB5682}" type="pres">
      <dgm:prSet presAssocID="{CB8F4C80-1250-7149-A80C-D9322E6AC0A3}" presName="descendantBox" presStyleCnt="0"/>
      <dgm:spPr/>
    </dgm:pt>
    <dgm:pt modelId="{0B0CD01D-45C3-5B40-8AD3-05BEB60E349B}" type="pres">
      <dgm:prSet presAssocID="{BE065EEC-0583-7746-A60F-583E9BBF5584}" presName="childTextBox" presStyleLbl="fgAccFollowNode1" presStyleIdx="0" presStyleCnt="6">
        <dgm:presLayoutVars>
          <dgm:bulletEnabled val="1"/>
        </dgm:presLayoutVars>
      </dgm:prSet>
      <dgm:spPr/>
    </dgm:pt>
    <dgm:pt modelId="{C603E639-EB6E-264A-AEDA-00DB9CFF49D9}" type="pres">
      <dgm:prSet presAssocID="{B9F11C0F-E17D-B94F-8C60-A0194403216D}" presName="sp" presStyleCnt="0"/>
      <dgm:spPr/>
    </dgm:pt>
    <dgm:pt modelId="{03C37F6A-6AFF-8047-9C24-0D7174656A88}" type="pres">
      <dgm:prSet presAssocID="{16D95D77-4ED7-8049-999B-9369300B41DD}" presName="arrowAndChildren" presStyleCnt="0"/>
      <dgm:spPr/>
    </dgm:pt>
    <dgm:pt modelId="{83D48DC5-2CCA-C849-BA4F-3AFDDFA14188}" type="pres">
      <dgm:prSet presAssocID="{16D95D77-4ED7-8049-999B-9369300B41DD}" presName="parentTextArrow" presStyleLbl="node1" presStyleIdx="0" presStyleCnt="3"/>
      <dgm:spPr/>
    </dgm:pt>
    <dgm:pt modelId="{C2EAAC36-EC09-9940-BA9B-D8A667850D66}" type="pres">
      <dgm:prSet presAssocID="{16D95D77-4ED7-8049-999B-9369300B41DD}" presName="arrow" presStyleLbl="node1" presStyleIdx="1" presStyleCnt="3"/>
      <dgm:spPr/>
    </dgm:pt>
    <dgm:pt modelId="{DF1F8784-D465-8D40-A6C2-B08955E5CD20}" type="pres">
      <dgm:prSet presAssocID="{16D95D77-4ED7-8049-999B-9369300B41DD}" presName="descendantArrow" presStyleCnt="0"/>
      <dgm:spPr/>
    </dgm:pt>
    <dgm:pt modelId="{382E793B-FAAC-D54D-855D-F7C7D3B552D2}" type="pres">
      <dgm:prSet presAssocID="{7D5E0533-C82F-A44F-B109-310779A7FCD5}" presName="childTextArrow" presStyleLbl="fgAccFollowNode1" presStyleIdx="1" presStyleCnt="6">
        <dgm:presLayoutVars>
          <dgm:bulletEnabled val="1"/>
        </dgm:presLayoutVars>
      </dgm:prSet>
      <dgm:spPr/>
    </dgm:pt>
    <dgm:pt modelId="{B783E035-5E16-9C44-9243-DD96DD096DD5}" type="pres">
      <dgm:prSet presAssocID="{300FD1B7-91CB-8E4D-8EFB-482353810A0D}" presName="childTextArrow" presStyleLbl="fgAccFollowNode1" presStyleIdx="2" presStyleCnt="6">
        <dgm:presLayoutVars>
          <dgm:bulletEnabled val="1"/>
        </dgm:presLayoutVars>
      </dgm:prSet>
      <dgm:spPr/>
    </dgm:pt>
    <dgm:pt modelId="{96B39B98-9DF4-A24B-8BFD-4611A8CF4AF6}" type="pres">
      <dgm:prSet presAssocID="{D8EE7E8C-653A-2546-B5DF-FE86B9CBB25D}" presName="sp" presStyleCnt="0"/>
      <dgm:spPr/>
    </dgm:pt>
    <dgm:pt modelId="{E59A310D-EBFB-334C-AFC8-138737A62CBF}" type="pres">
      <dgm:prSet presAssocID="{0BAAD8F4-39D7-EB44-94B7-9494D95041C9}" presName="arrowAndChildren" presStyleCnt="0"/>
      <dgm:spPr/>
    </dgm:pt>
    <dgm:pt modelId="{91CF3921-8F46-CA41-8F77-ED5F2EA9C231}" type="pres">
      <dgm:prSet presAssocID="{0BAAD8F4-39D7-EB44-94B7-9494D95041C9}" presName="parentTextArrow" presStyleLbl="node1" presStyleIdx="1" presStyleCnt="3"/>
      <dgm:spPr/>
    </dgm:pt>
    <dgm:pt modelId="{68770CED-A715-4544-9B6E-A9BCA429C09D}" type="pres">
      <dgm:prSet presAssocID="{0BAAD8F4-39D7-EB44-94B7-9494D95041C9}" presName="arrow" presStyleLbl="node1" presStyleIdx="2" presStyleCnt="3"/>
      <dgm:spPr/>
    </dgm:pt>
    <dgm:pt modelId="{FBF21785-FA93-D24D-BBEE-D215A5C9D271}" type="pres">
      <dgm:prSet presAssocID="{0BAAD8F4-39D7-EB44-94B7-9494D95041C9}" presName="descendantArrow" presStyleCnt="0"/>
      <dgm:spPr/>
    </dgm:pt>
    <dgm:pt modelId="{D493B607-4F05-A04A-8202-6E3176179818}" type="pres">
      <dgm:prSet presAssocID="{CD7111E8-A240-7341-9975-BAC859B53EB8}" presName="childTextArrow" presStyleLbl="fgAccFollowNode1" presStyleIdx="3" presStyleCnt="6">
        <dgm:presLayoutVars>
          <dgm:bulletEnabled val="1"/>
        </dgm:presLayoutVars>
      </dgm:prSet>
      <dgm:spPr/>
    </dgm:pt>
    <dgm:pt modelId="{D81F1E6E-27AF-AB4B-8B47-6FC66A49198A}" type="pres">
      <dgm:prSet presAssocID="{E7D18369-21FF-514B-A2EC-28C99153B1BB}" presName="childTextArrow" presStyleLbl="fgAccFollowNode1" presStyleIdx="4" presStyleCnt="6">
        <dgm:presLayoutVars>
          <dgm:bulletEnabled val="1"/>
        </dgm:presLayoutVars>
      </dgm:prSet>
      <dgm:spPr/>
    </dgm:pt>
    <dgm:pt modelId="{8BD162AF-E899-424B-ADF9-CDA3E67DDB05}" type="pres">
      <dgm:prSet presAssocID="{260BF9E2-325F-0F40-A460-1017C3A0CBA9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4974400A-0CE4-3A41-A15D-38D33610BCE1}" type="presOf" srcId="{EA210FB4-F17A-8C42-9BAF-2F93541564FA}" destId="{A80EF009-E2B5-1246-BD0C-777372BEEB94}" srcOrd="0" destOrd="0" presId="urn:microsoft.com/office/officeart/2005/8/layout/process4"/>
    <dgm:cxn modelId="{9D6CCA14-5C4B-9240-991B-4D74BDD5C33C}" type="presOf" srcId="{0BAAD8F4-39D7-EB44-94B7-9494D95041C9}" destId="{68770CED-A715-4544-9B6E-A9BCA429C09D}" srcOrd="1" destOrd="0" presId="urn:microsoft.com/office/officeart/2005/8/layout/process4"/>
    <dgm:cxn modelId="{F98CC518-9126-6A4D-A64F-7EDADFC37AA4}" type="presOf" srcId="{CB8F4C80-1250-7149-A80C-D9322E6AC0A3}" destId="{538D23D4-96C1-DF46-973D-F962D7EDAFEA}" srcOrd="0" destOrd="0" presId="urn:microsoft.com/office/officeart/2005/8/layout/process4"/>
    <dgm:cxn modelId="{D346C42C-4219-7B4D-B08B-F8A380D2DD93}" type="presOf" srcId="{CB8F4C80-1250-7149-A80C-D9322E6AC0A3}" destId="{BDC0F9D1-E3C2-FD44-91EC-152DBAC5E7F2}" srcOrd="1" destOrd="0" presId="urn:microsoft.com/office/officeart/2005/8/layout/process4"/>
    <dgm:cxn modelId="{4F69642E-E760-0E49-A178-3F68F00E5F49}" srcId="{16D95D77-4ED7-8049-999B-9369300B41DD}" destId="{7D5E0533-C82F-A44F-B109-310779A7FCD5}" srcOrd="0" destOrd="0" parTransId="{74144475-C555-3741-8483-EE21C5159CF2}" sibTransId="{60C45AA0-42B7-B34B-8E64-F2D46017841B}"/>
    <dgm:cxn modelId="{DD71FC34-3476-2F4D-902C-4EA1E313FAB7}" type="presOf" srcId="{7D5E0533-C82F-A44F-B109-310779A7FCD5}" destId="{382E793B-FAAC-D54D-855D-F7C7D3B552D2}" srcOrd="0" destOrd="0" presId="urn:microsoft.com/office/officeart/2005/8/layout/process4"/>
    <dgm:cxn modelId="{0F1A703C-4131-6744-8255-EB7A097ED5D7}" type="presOf" srcId="{0BAAD8F4-39D7-EB44-94B7-9494D95041C9}" destId="{91CF3921-8F46-CA41-8F77-ED5F2EA9C231}" srcOrd="0" destOrd="0" presId="urn:microsoft.com/office/officeart/2005/8/layout/process4"/>
    <dgm:cxn modelId="{E04AA844-C646-DC41-8CC3-FD5A82E10247}" type="presOf" srcId="{CD7111E8-A240-7341-9975-BAC859B53EB8}" destId="{D493B607-4F05-A04A-8202-6E3176179818}" srcOrd="0" destOrd="0" presId="urn:microsoft.com/office/officeart/2005/8/layout/process4"/>
    <dgm:cxn modelId="{7D9EB646-9AB5-E140-BE4C-3AF7369B71EF}" type="presOf" srcId="{E7D18369-21FF-514B-A2EC-28C99153B1BB}" destId="{D81F1E6E-27AF-AB4B-8B47-6FC66A49198A}" srcOrd="0" destOrd="0" presId="urn:microsoft.com/office/officeart/2005/8/layout/process4"/>
    <dgm:cxn modelId="{46213F4F-F66E-F544-A9CB-5348D01361AB}" srcId="{16D95D77-4ED7-8049-999B-9369300B41DD}" destId="{300FD1B7-91CB-8E4D-8EFB-482353810A0D}" srcOrd="1" destOrd="0" parTransId="{E5B8D127-AED7-6F40-977A-83EE2F1A1D98}" sibTransId="{838D9554-1C12-4540-A467-1E026D9BEA9A}"/>
    <dgm:cxn modelId="{B920E65E-0FCE-3649-B490-E0E9E016CF1C}" type="presOf" srcId="{BE065EEC-0583-7746-A60F-583E9BBF5584}" destId="{0B0CD01D-45C3-5B40-8AD3-05BEB60E349B}" srcOrd="0" destOrd="0" presId="urn:microsoft.com/office/officeart/2005/8/layout/process4"/>
    <dgm:cxn modelId="{A2A12A62-952F-8B42-9873-DEF4F9933D25}" srcId="{0BAAD8F4-39D7-EB44-94B7-9494D95041C9}" destId="{260BF9E2-325F-0F40-A460-1017C3A0CBA9}" srcOrd="2" destOrd="0" parTransId="{37A06E12-1CA4-5A4C-8B2C-F2CE23669B96}" sibTransId="{989D761F-C453-3B4B-B05C-0879CBC7BABF}"/>
    <dgm:cxn modelId="{FF386473-B6B8-6A47-8A65-B33FDB029258}" type="presOf" srcId="{16D95D77-4ED7-8049-999B-9369300B41DD}" destId="{C2EAAC36-EC09-9940-BA9B-D8A667850D66}" srcOrd="1" destOrd="0" presId="urn:microsoft.com/office/officeart/2005/8/layout/process4"/>
    <dgm:cxn modelId="{B1F86873-54A0-B441-A9FB-8D46E8A0AB55}" srcId="{CB8F4C80-1250-7149-A80C-D9322E6AC0A3}" destId="{BE065EEC-0583-7746-A60F-583E9BBF5584}" srcOrd="0" destOrd="0" parTransId="{DD7D495C-B393-914F-9295-C4F503CD3F9A}" sibTransId="{E9B95964-C4F8-2F4A-B9EF-4B18F0D75133}"/>
    <dgm:cxn modelId="{2E78007C-395A-1048-A477-D8EC5EC48C72}" srcId="{0BAAD8F4-39D7-EB44-94B7-9494D95041C9}" destId="{CD7111E8-A240-7341-9975-BAC859B53EB8}" srcOrd="0" destOrd="0" parTransId="{0D5442BA-37FA-6B4D-8588-68E3FF1271B8}" sibTransId="{EFA7D02A-7812-E449-966F-E7CB288E73E5}"/>
    <dgm:cxn modelId="{17FA508B-993E-A744-BE5A-471409EB9233}" type="presOf" srcId="{260BF9E2-325F-0F40-A460-1017C3A0CBA9}" destId="{8BD162AF-E899-424B-ADF9-CDA3E67DDB05}" srcOrd="0" destOrd="0" presId="urn:microsoft.com/office/officeart/2005/8/layout/process4"/>
    <dgm:cxn modelId="{9F396C9F-3DB4-2248-9E33-2F93C99BFE20}" srcId="{0BAAD8F4-39D7-EB44-94B7-9494D95041C9}" destId="{E7D18369-21FF-514B-A2EC-28C99153B1BB}" srcOrd="1" destOrd="0" parTransId="{910D2C5C-BADE-F941-B211-5E8C010E82DE}" sibTransId="{52696C1D-EFD2-0C4F-B00C-A7B15788714E}"/>
    <dgm:cxn modelId="{D460B0AD-A9B9-7843-9419-B6AF5D3257FE}" srcId="{EA210FB4-F17A-8C42-9BAF-2F93541564FA}" destId="{CB8F4C80-1250-7149-A80C-D9322E6AC0A3}" srcOrd="2" destOrd="0" parTransId="{107B4B3B-05F8-484D-AE14-4C689FDC44B3}" sibTransId="{592027E1-6873-6E4D-A05E-1ABFEDAE8AD0}"/>
    <dgm:cxn modelId="{B076BCC2-FE57-3644-8CBF-954BF75C65A2}" srcId="{EA210FB4-F17A-8C42-9BAF-2F93541564FA}" destId="{16D95D77-4ED7-8049-999B-9369300B41DD}" srcOrd="1" destOrd="0" parTransId="{AF9C6384-30FA-7643-86CB-F0783EF5638B}" sibTransId="{B9F11C0F-E17D-B94F-8C60-A0194403216D}"/>
    <dgm:cxn modelId="{1CB011D7-D594-5749-966F-0174D55DE13A}" srcId="{EA210FB4-F17A-8C42-9BAF-2F93541564FA}" destId="{0BAAD8F4-39D7-EB44-94B7-9494D95041C9}" srcOrd="0" destOrd="0" parTransId="{3F968B8A-DA3F-1E4C-BB14-0B2CF04EBB82}" sibTransId="{D8EE7E8C-653A-2546-B5DF-FE86B9CBB25D}"/>
    <dgm:cxn modelId="{09C462F6-951D-7B41-AFC1-F9F34E17F233}" type="presOf" srcId="{16D95D77-4ED7-8049-999B-9369300B41DD}" destId="{83D48DC5-2CCA-C849-BA4F-3AFDDFA14188}" srcOrd="0" destOrd="0" presId="urn:microsoft.com/office/officeart/2005/8/layout/process4"/>
    <dgm:cxn modelId="{E9220FFD-3A1C-054A-8D33-8395CDE2679C}" type="presOf" srcId="{300FD1B7-91CB-8E4D-8EFB-482353810A0D}" destId="{B783E035-5E16-9C44-9243-DD96DD096DD5}" srcOrd="0" destOrd="0" presId="urn:microsoft.com/office/officeart/2005/8/layout/process4"/>
    <dgm:cxn modelId="{60820859-68AC-4B48-911E-FC237277CB84}" type="presParOf" srcId="{A80EF009-E2B5-1246-BD0C-777372BEEB94}" destId="{1E77BDF9-DD9F-0648-9C2C-1E785CB6F23D}" srcOrd="0" destOrd="0" presId="urn:microsoft.com/office/officeart/2005/8/layout/process4"/>
    <dgm:cxn modelId="{962C75F7-30A5-E948-BFCE-6A6B26375978}" type="presParOf" srcId="{1E77BDF9-DD9F-0648-9C2C-1E785CB6F23D}" destId="{538D23D4-96C1-DF46-973D-F962D7EDAFEA}" srcOrd="0" destOrd="0" presId="urn:microsoft.com/office/officeart/2005/8/layout/process4"/>
    <dgm:cxn modelId="{4DB8D77B-634D-7644-A596-0A1502D6FB86}" type="presParOf" srcId="{1E77BDF9-DD9F-0648-9C2C-1E785CB6F23D}" destId="{BDC0F9D1-E3C2-FD44-91EC-152DBAC5E7F2}" srcOrd="1" destOrd="0" presId="urn:microsoft.com/office/officeart/2005/8/layout/process4"/>
    <dgm:cxn modelId="{EAD285EF-352C-2446-A182-F3507449EAA9}" type="presParOf" srcId="{1E77BDF9-DD9F-0648-9C2C-1E785CB6F23D}" destId="{9BE6A113-55A4-A940-B483-3CBBABCB5682}" srcOrd="2" destOrd="0" presId="urn:microsoft.com/office/officeart/2005/8/layout/process4"/>
    <dgm:cxn modelId="{F81CF0B9-83E2-6242-91B0-23FCBFE21814}" type="presParOf" srcId="{9BE6A113-55A4-A940-B483-3CBBABCB5682}" destId="{0B0CD01D-45C3-5B40-8AD3-05BEB60E349B}" srcOrd="0" destOrd="0" presId="urn:microsoft.com/office/officeart/2005/8/layout/process4"/>
    <dgm:cxn modelId="{E774EA84-6049-EE41-B977-5D5891132AC3}" type="presParOf" srcId="{A80EF009-E2B5-1246-BD0C-777372BEEB94}" destId="{C603E639-EB6E-264A-AEDA-00DB9CFF49D9}" srcOrd="1" destOrd="0" presId="urn:microsoft.com/office/officeart/2005/8/layout/process4"/>
    <dgm:cxn modelId="{35AA5635-A356-6849-AFB7-12FB0E462923}" type="presParOf" srcId="{A80EF009-E2B5-1246-BD0C-777372BEEB94}" destId="{03C37F6A-6AFF-8047-9C24-0D7174656A88}" srcOrd="2" destOrd="0" presId="urn:microsoft.com/office/officeart/2005/8/layout/process4"/>
    <dgm:cxn modelId="{F3BBD79E-C933-194D-8796-05DFABD6AF7E}" type="presParOf" srcId="{03C37F6A-6AFF-8047-9C24-0D7174656A88}" destId="{83D48DC5-2CCA-C849-BA4F-3AFDDFA14188}" srcOrd="0" destOrd="0" presId="urn:microsoft.com/office/officeart/2005/8/layout/process4"/>
    <dgm:cxn modelId="{E95B1329-A163-914F-A2C4-94BC64F4D96E}" type="presParOf" srcId="{03C37F6A-6AFF-8047-9C24-0D7174656A88}" destId="{C2EAAC36-EC09-9940-BA9B-D8A667850D66}" srcOrd="1" destOrd="0" presId="urn:microsoft.com/office/officeart/2005/8/layout/process4"/>
    <dgm:cxn modelId="{38EA1294-1BE8-5C47-9885-BDF3D7560A66}" type="presParOf" srcId="{03C37F6A-6AFF-8047-9C24-0D7174656A88}" destId="{DF1F8784-D465-8D40-A6C2-B08955E5CD20}" srcOrd="2" destOrd="0" presId="urn:microsoft.com/office/officeart/2005/8/layout/process4"/>
    <dgm:cxn modelId="{78877F9C-18B4-2E45-9119-EDC4ED8EAF51}" type="presParOf" srcId="{DF1F8784-D465-8D40-A6C2-B08955E5CD20}" destId="{382E793B-FAAC-D54D-855D-F7C7D3B552D2}" srcOrd="0" destOrd="0" presId="urn:microsoft.com/office/officeart/2005/8/layout/process4"/>
    <dgm:cxn modelId="{DC834F32-94D1-C04F-8D36-6DC90B3ADB4B}" type="presParOf" srcId="{DF1F8784-D465-8D40-A6C2-B08955E5CD20}" destId="{B783E035-5E16-9C44-9243-DD96DD096DD5}" srcOrd="1" destOrd="0" presId="urn:microsoft.com/office/officeart/2005/8/layout/process4"/>
    <dgm:cxn modelId="{803A8052-A3A2-0448-A9D4-89FEC5656873}" type="presParOf" srcId="{A80EF009-E2B5-1246-BD0C-777372BEEB94}" destId="{96B39B98-9DF4-A24B-8BFD-4611A8CF4AF6}" srcOrd="3" destOrd="0" presId="urn:microsoft.com/office/officeart/2005/8/layout/process4"/>
    <dgm:cxn modelId="{4F1DC1BB-A3F7-D04C-A21B-40DF793CE7E1}" type="presParOf" srcId="{A80EF009-E2B5-1246-BD0C-777372BEEB94}" destId="{E59A310D-EBFB-334C-AFC8-138737A62CBF}" srcOrd="4" destOrd="0" presId="urn:microsoft.com/office/officeart/2005/8/layout/process4"/>
    <dgm:cxn modelId="{827FCDF8-CF2F-E343-8D72-65A88A875BEB}" type="presParOf" srcId="{E59A310D-EBFB-334C-AFC8-138737A62CBF}" destId="{91CF3921-8F46-CA41-8F77-ED5F2EA9C231}" srcOrd="0" destOrd="0" presId="urn:microsoft.com/office/officeart/2005/8/layout/process4"/>
    <dgm:cxn modelId="{A8F4E995-2537-AF40-9E1C-743253544395}" type="presParOf" srcId="{E59A310D-EBFB-334C-AFC8-138737A62CBF}" destId="{68770CED-A715-4544-9B6E-A9BCA429C09D}" srcOrd="1" destOrd="0" presId="urn:microsoft.com/office/officeart/2005/8/layout/process4"/>
    <dgm:cxn modelId="{2C6B5550-18DD-1649-9FFD-E538282DB63D}" type="presParOf" srcId="{E59A310D-EBFB-334C-AFC8-138737A62CBF}" destId="{FBF21785-FA93-D24D-BBEE-D215A5C9D271}" srcOrd="2" destOrd="0" presId="urn:microsoft.com/office/officeart/2005/8/layout/process4"/>
    <dgm:cxn modelId="{02EF9029-17B0-9C48-B26E-32ADDE993896}" type="presParOf" srcId="{FBF21785-FA93-D24D-BBEE-D215A5C9D271}" destId="{D493B607-4F05-A04A-8202-6E3176179818}" srcOrd="0" destOrd="0" presId="urn:microsoft.com/office/officeart/2005/8/layout/process4"/>
    <dgm:cxn modelId="{166E0A7B-E944-664C-81C8-A406F3B86861}" type="presParOf" srcId="{FBF21785-FA93-D24D-BBEE-D215A5C9D271}" destId="{D81F1E6E-27AF-AB4B-8B47-6FC66A49198A}" srcOrd="1" destOrd="0" presId="urn:microsoft.com/office/officeart/2005/8/layout/process4"/>
    <dgm:cxn modelId="{75D5707C-DD37-C349-B677-B2A5DF6C0A68}" type="presParOf" srcId="{FBF21785-FA93-D24D-BBEE-D215A5C9D271}" destId="{8BD162AF-E899-424B-ADF9-CDA3E67DDB05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C10F56C5-759B-304A-AF6D-18F6A3840398}" type="doc">
      <dgm:prSet loTypeId="urn:microsoft.com/office/officeart/2008/layout/LinedList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AA70FE-E21B-4745-8463-907BFA430546}">
      <dgm:prSet custT="1"/>
      <dgm:spPr/>
      <dgm:t>
        <a:bodyPr/>
        <a:lstStyle/>
        <a:p>
          <a:r>
            <a:rPr lang="en-US" sz="1800" dirty="0"/>
            <a:t>For each difficulty type, a </a:t>
          </a:r>
          <a:r>
            <a:rPr lang="en-US" sz="1800" b="1" dirty="0"/>
            <a:t>group receives 1</a:t>
          </a:r>
          <a:r>
            <a:rPr lang="en-US" sz="1800" dirty="0"/>
            <a:t> if </a:t>
          </a:r>
          <a:r>
            <a:rPr lang="en-US" sz="1800" b="1" dirty="0"/>
            <a:t>either participant</a:t>
          </a:r>
          <a:r>
            <a:rPr lang="en-US" sz="1800" dirty="0"/>
            <a:t> selected a higher-frequency category (</a:t>
          </a:r>
          <a:r>
            <a:rPr lang="en-US" sz="1800" b="1" dirty="0"/>
            <a:t>3–4</a:t>
          </a:r>
          <a:r>
            <a:rPr lang="en-US" sz="1800" dirty="0"/>
            <a:t> or </a:t>
          </a:r>
          <a:r>
            <a:rPr lang="en-US" sz="1800" b="1" dirty="0"/>
            <a:t>5+</a:t>
          </a:r>
          <a:r>
            <a:rPr lang="en-US" sz="1800" dirty="0"/>
            <a:t>), and </a:t>
          </a:r>
          <a:r>
            <a:rPr lang="en-US" sz="1800" b="1" dirty="0"/>
            <a:t>0 otherwise</a:t>
          </a:r>
          <a:endParaRPr lang="en-US" sz="1800" dirty="0"/>
        </a:p>
      </dgm:t>
    </dgm:pt>
    <dgm:pt modelId="{658EA1EB-5362-3340-909E-7058EB3A2900}" type="parTrans" cxnId="{4D6BD2E9-FDC1-414A-BFC4-A18D83E14C95}">
      <dgm:prSet/>
      <dgm:spPr/>
      <dgm:t>
        <a:bodyPr/>
        <a:lstStyle/>
        <a:p>
          <a:endParaRPr lang="en-US" sz="1800"/>
        </a:p>
      </dgm:t>
    </dgm:pt>
    <dgm:pt modelId="{D08633BD-BDA8-0A46-8053-132616983672}" type="sibTrans" cxnId="{4D6BD2E9-FDC1-414A-BFC4-A18D83E14C95}">
      <dgm:prSet/>
      <dgm:spPr/>
      <dgm:t>
        <a:bodyPr/>
        <a:lstStyle/>
        <a:p>
          <a:endParaRPr lang="en-US" sz="1800"/>
        </a:p>
      </dgm:t>
    </dgm:pt>
    <mc:AlternateContent xmlns:mc="http://schemas.openxmlformats.org/markup-compatibility/2006" xmlns:a14="http://schemas.microsoft.com/office/drawing/2010/main">
      <mc:Choice Requires="a14">
        <dgm:pt modelId="{E183A29C-147E-1C4C-9529-D9713D7D0CB1}">
          <dgm:prSet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left"/>
                  </m:oMathParaPr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𝑟𝑒𝑠𝑝𝑜𝑛𝑠𝑒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𝑑𝑖𝑓𝑓𝑖𝑐𝑢𝑙𝑡𝑦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𝑢𝑛𝑙𝑐𝑒𝑎𝑟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𝑎𝑛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h𝑖𝑔h</m:t>
                    </m:r>
                    <m:r>
                      <a:rPr lang="en-US" sz="1800" b="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𝑢𝑛𝑒𝑥𝑝𝑒𝑐𝑡𝑒𝑑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h𝑖𝑔h</m:t>
                    </m:r>
                    <m:r>
                      <a:rPr lang="en-US" sz="1800" b="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𝑟𝑒𝑠𝑡𝑎𝑡𝑖𝑛𝑔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h𝑖𝑔h</m:t>
                    </m:r>
                  </m:oMath>
                </m:oMathPara>
              </a14:m>
              <a:endParaRPr lang="en-US" sz="1800" dirty="0"/>
            </a:p>
          </dgm:t>
        </dgm:pt>
      </mc:Choice>
      <mc:Fallback xmlns="">
        <dgm:pt modelId="{E183A29C-147E-1C4C-9529-D9713D7D0CB1}">
          <dgm:prSet custT="1"/>
          <dgm:spPr/>
          <dgm:t>
            <a:bodyPr/>
            <a:lstStyle/>
            <a:p>
              <a:pPr/>
              <a:r>
                <a:rPr lang="en-US" sz="1800" b="0" i="0">
                  <a:latin typeface="Cambria Math" panose="02040503050406030204" pitchFamily="18" charset="0"/>
                </a:rPr>
                <a:t>𝑟𝑒𝑠𝑝𝑜𝑛𝑠𝑒 𝑑𝑖𝑓𝑓𝑖𝑐𝑢𝑙𝑡𝑦= 𝑢𝑛𝑙𝑐𝑒𝑎𝑟_𝑎𝑛y_ℎ𝑖𝑔ℎ</a:t>
              </a:r>
              <a:r>
                <a:rPr lang="en-US" sz="1800" b="0" i="0"/>
                <a:t>+</a:t>
              </a:r>
              <a:r>
                <a:rPr lang="en-US" sz="1800" b="0" i="0">
                  <a:latin typeface="Cambria Math" panose="02040503050406030204" pitchFamily="18" charset="0"/>
                </a:rPr>
                <a:t>𝑢𝑛𝑒𝑥𝑝𝑒𝑐𝑡𝑒𝑑_𝑎𝑛𝑦_ℎ𝑖𝑔ℎ</a:t>
              </a:r>
              <a:r>
                <a:rPr lang="en-US" sz="1800" b="0" i="0"/>
                <a:t>+</a:t>
              </a:r>
              <a:r>
                <a:rPr lang="en-US" sz="1800" b="0" i="0">
                  <a:latin typeface="Cambria Math" panose="02040503050406030204" pitchFamily="18" charset="0"/>
                </a:rPr>
                <a:t>𝑟𝑒𝑠𝑡𝑎𝑡𝑖𝑛𝑔_𝑎𝑛𝑦_ℎ𝑖𝑔ℎ</a:t>
              </a:r>
              <a:endParaRPr lang="en-US" sz="1800" dirty="0"/>
            </a:p>
          </dgm:t>
        </dgm:pt>
      </mc:Fallback>
    </mc:AlternateContent>
    <dgm:pt modelId="{38EEB95B-BF10-0A42-8F4A-D30E455D3EF3}" type="parTrans" cxnId="{58A444F2-5263-144D-87CC-FB03747362F3}">
      <dgm:prSet/>
      <dgm:spPr/>
      <dgm:t>
        <a:bodyPr/>
        <a:lstStyle/>
        <a:p>
          <a:endParaRPr lang="en-US" sz="1800"/>
        </a:p>
      </dgm:t>
    </dgm:pt>
    <dgm:pt modelId="{A83E3F80-935A-1749-9F25-1E069A70DC92}" type="sibTrans" cxnId="{58A444F2-5263-144D-87CC-FB03747362F3}">
      <dgm:prSet/>
      <dgm:spPr/>
      <dgm:t>
        <a:bodyPr/>
        <a:lstStyle/>
        <a:p>
          <a:endParaRPr lang="en-US" sz="1800"/>
        </a:p>
      </dgm:t>
    </dgm:pt>
    <dgm:pt modelId="{2D5C4C52-F9C0-104C-8D9F-5CE1CD69CC96}">
      <dgm:prSet custT="1"/>
      <dgm:spPr/>
      <dgm:t>
        <a:bodyPr/>
        <a:lstStyle/>
        <a:p>
          <a:r>
            <a:rPr lang="en-US" sz="1800" dirty="0"/>
            <a:t>Score ranges from </a:t>
          </a:r>
          <a:r>
            <a:rPr lang="en-US" sz="1800" b="1" dirty="0"/>
            <a:t>0 to 3</a:t>
          </a:r>
          <a:r>
            <a:rPr lang="en-US" sz="1800" dirty="0"/>
            <a:t>.</a:t>
          </a:r>
        </a:p>
      </dgm:t>
    </dgm:pt>
    <dgm:pt modelId="{AA72F601-3754-194A-A019-AB4581CAA7C4}" type="parTrans" cxnId="{4488B563-8087-EC4B-91A8-F7CF24D58DE2}">
      <dgm:prSet/>
      <dgm:spPr/>
      <dgm:t>
        <a:bodyPr/>
        <a:lstStyle/>
        <a:p>
          <a:endParaRPr lang="en-US" sz="1800"/>
        </a:p>
      </dgm:t>
    </dgm:pt>
    <dgm:pt modelId="{6D873685-BAA1-B045-AC63-7836E90548AC}" type="sibTrans" cxnId="{4488B563-8087-EC4B-91A8-F7CF24D58DE2}">
      <dgm:prSet/>
      <dgm:spPr/>
      <dgm:t>
        <a:bodyPr/>
        <a:lstStyle/>
        <a:p>
          <a:endParaRPr lang="en-US" sz="1800"/>
        </a:p>
      </dgm:t>
    </dgm:pt>
    <dgm:pt modelId="{6C21BAB8-BEC8-744D-BBAB-21074D681017}">
      <dgm:prSet custT="1"/>
      <dgm:spPr/>
      <dgm:t>
        <a:bodyPr/>
        <a:lstStyle/>
        <a:p>
          <a:r>
            <a:rPr lang="en-US" sz="1800" dirty="0"/>
            <a:t>This variable was used </a:t>
          </a:r>
          <a:r>
            <a:rPr lang="en-US" sz="1800" b="1" dirty="0"/>
            <a:t>only as an exploratory summary measure</a:t>
          </a:r>
          <a:r>
            <a:rPr lang="en-US" sz="1800" dirty="0"/>
            <a:t>.</a:t>
          </a:r>
        </a:p>
      </dgm:t>
    </dgm:pt>
    <dgm:pt modelId="{BD15DCC8-C538-3549-8C7D-893275C4F445}" type="parTrans" cxnId="{A48A9861-B2CE-A14F-ACCD-86DE8FEA36A2}">
      <dgm:prSet/>
      <dgm:spPr/>
      <dgm:t>
        <a:bodyPr/>
        <a:lstStyle/>
        <a:p>
          <a:endParaRPr lang="en-US" sz="1800"/>
        </a:p>
      </dgm:t>
    </dgm:pt>
    <dgm:pt modelId="{0A050B97-CF3A-CC42-8F07-03802D1FD0DC}" type="sibTrans" cxnId="{A48A9861-B2CE-A14F-ACCD-86DE8FEA36A2}">
      <dgm:prSet/>
      <dgm:spPr/>
      <dgm:t>
        <a:bodyPr/>
        <a:lstStyle/>
        <a:p>
          <a:endParaRPr lang="en-US" sz="1800"/>
        </a:p>
      </dgm:t>
    </dgm:pt>
    <dgm:pt modelId="{A4278CE9-80EC-1243-96A0-4CAE179033EC}" type="pres">
      <dgm:prSet presAssocID="{C10F56C5-759B-304A-AF6D-18F6A3840398}" presName="vert0" presStyleCnt="0">
        <dgm:presLayoutVars>
          <dgm:dir/>
          <dgm:animOne val="branch"/>
          <dgm:animLvl val="lvl"/>
        </dgm:presLayoutVars>
      </dgm:prSet>
      <dgm:spPr/>
    </dgm:pt>
    <dgm:pt modelId="{FE4804DF-AAE9-BE41-A3EF-116D89C78289}" type="pres">
      <dgm:prSet presAssocID="{EAAA70FE-E21B-4745-8463-907BFA430546}" presName="thickLine" presStyleLbl="alignNode1" presStyleIdx="0" presStyleCnt="4"/>
      <dgm:spPr/>
    </dgm:pt>
    <dgm:pt modelId="{A1B7AB87-0376-F645-A45E-EA18A74ED7C7}" type="pres">
      <dgm:prSet presAssocID="{EAAA70FE-E21B-4745-8463-907BFA430546}" presName="horz1" presStyleCnt="0"/>
      <dgm:spPr/>
    </dgm:pt>
    <dgm:pt modelId="{455E1072-5543-BC4E-98E9-F7C368E73B54}" type="pres">
      <dgm:prSet presAssocID="{EAAA70FE-E21B-4745-8463-907BFA430546}" presName="tx1" presStyleLbl="revTx" presStyleIdx="0" presStyleCnt="4"/>
      <dgm:spPr/>
    </dgm:pt>
    <dgm:pt modelId="{9C7EF19F-A2E0-6948-9962-DB5FE1EA83CD}" type="pres">
      <dgm:prSet presAssocID="{EAAA70FE-E21B-4745-8463-907BFA430546}" presName="vert1" presStyleCnt="0"/>
      <dgm:spPr/>
    </dgm:pt>
    <dgm:pt modelId="{40231224-515B-DA4F-BAB8-C6BEF8069BCF}" type="pres">
      <dgm:prSet presAssocID="{E183A29C-147E-1C4C-9529-D9713D7D0CB1}" presName="thickLine" presStyleLbl="alignNode1" presStyleIdx="1" presStyleCnt="4"/>
      <dgm:spPr/>
    </dgm:pt>
    <dgm:pt modelId="{166689F0-F0B9-6E4B-B54B-65D79562CC69}" type="pres">
      <dgm:prSet presAssocID="{E183A29C-147E-1C4C-9529-D9713D7D0CB1}" presName="horz1" presStyleCnt="0"/>
      <dgm:spPr/>
    </dgm:pt>
    <dgm:pt modelId="{6285EB82-8041-1B46-BCD9-5E27FCB5737F}" type="pres">
      <dgm:prSet presAssocID="{E183A29C-147E-1C4C-9529-D9713D7D0CB1}" presName="tx1" presStyleLbl="revTx" presStyleIdx="1" presStyleCnt="4"/>
      <dgm:spPr/>
    </dgm:pt>
    <dgm:pt modelId="{0FFEFC70-FCE4-AC47-9BEC-66AF14A8DCE8}" type="pres">
      <dgm:prSet presAssocID="{E183A29C-147E-1C4C-9529-D9713D7D0CB1}" presName="vert1" presStyleCnt="0"/>
      <dgm:spPr/>
    </dgm:pt>
    <dgm:pt modelId="{9ED90A27-90ED-3D42-912A-7C5EAEF20632}" type="pres">
      <dgm:prSet presAssocID="{2D5C4C52-F9C0-104C-8D9F-5CE1CD69CC96}" presName="thickLine" presStyleLbl="alignNode1" presStyleIdx="2" presStyleCnt="4"/>
      <dgm:spPr/>
    </dgm:pt>
    <dgm:pt modelId="{84B7CCD3-5928-6E40-9BD1-03A329D9825C}" type="pres">
      <dgm:prSet presAssocID="{2D5C4C52-F9C0-104C-8D9F-5CE1CD69CC96}" presName="horz1" presStyleCnt="0"/>
      <dgm:spPr/>
    </dgm:pt>
    <dgm:pt modelId="{725A7650-7BAF-C741-ABC5-06D79F3A4ED7}" type="pres">
      <dgm:prSet presAssocID="{2D5C4C52-F9C0-104C-8D9F-5CE1CD69CC96}" presName="tx1" presStyleLbl="revTx" presStyleIdx="2" presStyleCnt="4"/>
      <dgm:spPr/>
    </dgm:pt>
    <dgm:pt modelId="{16E6B901-B8B4-B843-8A27-5644AE5F42D0}" type="pres">
      <dgm:prSet presAssocID="{2D5C4C52-F9C0-104C-8D9F-5CE1CD69CC96}" presName="vert1" presStyleCnt="0"/>
      <dgm:spPr/>
    </dgm:pt>
    <dgm:pt modelId="{DB141D0B-82F1-754D-849E-8F34B82DDA86}" type="pres">
      <dgm:prSet presAssocID="{6C21BAB8-BEC8-744D-BBAB-21074D681017}" presName="thickLine" presStyleLbl="alignNode1" presStyleIdx="3" presStyleCnt="4"/>
      <dgm:spPr/>
    </dgm:pt>
    <dgm:pt modelId="{5333AD85-8163-0346-90FB-B8D5BDB6EB88}" type="pres">
      <dgm:prSet presAssocID="{6C21BAB8-BEC8-744D-BBAB-21074D681017}" presName="horz1" presStyleCnt="0"/>
      <dgm:spPr/>
    </dgm:pt>
    <dgm:pt modelId="{D0BD83D5-A054-C84D-AC1C-C47996BEE332}" type="pres">
      <dgm:prSet presAssocID="{6C21BAB8-BEC8-744D-BBAB-21074D681017}" presName="tx1" presStyleLbl="revTx" presStyleIdx="3" presStyleCnt="4"/>
      <dgm:spPr/>
    </dgm:pt>
    <dgm:pt modelId="{D76593D9-B3D7-1F4D-A494-1212AA589209}" type="pres">
      <dgm:prSet presAssocID="{6C21BAB8-BEC8-744D-BBAB-21074D681017}" presName="vert1" presStyleCnt="0"/>
      <dgm:spPr/>
    </dgm:pt>
  </dgm:ptLst>
  <dgm:cxnLst>
    <dgm:cxn modelId="{4C1C5722-446F-4140-B3C7-439EE0D123E6}" type="presOf" srcId="{C10F56C5-759B-304A-AF6D-18F6A3840398}" destId="{A4278CE9-80EC-1243-96A0-4CAE179033EC}" srcOrd="0" destOrd="0" presId="urn:microsoft.com/office/officeart/2008/layout/LinedList"/>
    <dgm:cxn modelId="{2252FD3D-D99D-8D48-9B39-8A2270D725D9}" type="presOf" srcId="{E183A29C-147E-1C4C-9529-D9713D7D0CB1}" destId="{6285EB82-8041-1B46-BCD9-5E27FCB5737F}" srcOrd="0" destOrd="0" presId="urn:microsoft.com/office/officeart/2008/layout/LinedList"/>
    <dgm:cxn modelId="{A48A9861-B2CE-A14F-ACCD-86DE8FEA36A2}" srcId="{C10F56C5-759B-304A-AF6D-18F6A3840398}" destId="{6C21BAB8-BEC8-744D-BBAB-21074D681017}" srcOrd="3" destOrd="0" parTransId="{BD15DCC8-C538-3549-8C7D-893275C4F445}" sibTransId="{0A050B97-CF3A-CC42-8F07-03802D1FD0DC}"/>
    <dgm:cxn modelId="{4488B563-8087-EC4B-91A8-F7CF24D58DE2}" srcId="{C10F56C5-759B-304A-AF6D-18F6A3840398}" destId="{2D5C4C52-F9C0-104C-8D9F-5CE1CD69CC96}" srcOrd="2" destOrd="0" parTransId="{AA72F601-3754-194A-A019-AB4581CAA7C4}" sibTransId="{6D873685-BAA1-B045-AC63-7836E90548AC}"/>
    <dgm:cxn modelId="{F592C3CE-5BB3-BD43-B2E7-BD72F69543FD}" type="presOf" srcId="{2D5C4C52-F9C0-104C-8D9F-5CE1CD69CC96}" destId="{725A7650-7BAF-C741-ABC5-06D79F3A4ED7}" srcOrd="0" destOrd="0" presId="urn:microsoft.com/office/officeart/2008/layout/LinedList"/>
    <dgm:cxn modelId="{C0FC78DD-D6D1-F648-8B87-E89F6E22B54B}" type="presOf" srcId="{6C21BAB8-BEC8-744D-BBAB-21074D681017}" destId="{D0BD83D5-A054-C84D-AC1C-C47996BEE332}" srcOrd="0" destOrd="0" presId="urn:microsoft.com/office/officeart/2008/layout/LinedList"/>
    <dgm:cxn modelId="{C515BEE8-A933-8942-BD38-F5292490AA5F}" type="presOf" srcId="{EAAA70FE-E21B-4745-8463-907BFA430546}" destId="{455E1072-5543-BC4E-98E9-F7C368E73B54}" srcOrd="0" destOrd="0" presId="urn:microsoft.com/office/officeart/2008/layout/LinedList"/>
    <dgm:cxn modelId="{4D6BD2E9-FDC1-414A-BFC4-A18D83E14C95}" srcId="{C10F56C5-759B-304A-AF6D-18F6A3840398}" destId="{EAAA70FE-E21B-4745-8463-907BFA430546}" srcOrd="0" destOrd="0" parTransId="{658EA1EB-5362-3340-909E-7058EB3A2900}" sibTransId="{D08633BD-BDA8-0A46-8053-132616983672}"/>
    <dgm:cxn modelId="{58A444F2-5263-144D-87CC-FB03747362F3}" srcId="{C10F56C5-759B-304A-AF6D-18F6A3840398}" destId="{E183A29C-147E-1C4C-9529-D9713D7D0CB1}" srcOrd="1" destOrd="0" parTransId="{38EEB95B-BF10-0A42-8F4A-D30E455D3EF3}" sibTransId="{A83E3F80-935A-1749-9F25-1E069A70DC92}"/>
    <dgm:cxn modelId="{8B6E184B-6215-CC45-8900-D5627A85EBB4}" type="presParOf" srcId="{A4278CE9-80EC-1243-96A0-4CAE179033EC}" destId="{FE4804DF-AAE9-BE41-A3EF-116D89C78289}" srcOrd="0" destOrd="0" presId="urn:microsoft.com/office/officeart/2008/layout/LinedList"/>
    <dgm:cxn modelId="{388196F2-67FE-414B-B3C7-5CA0548B89DC}" type="presParOf" srcId="{A4278CE9-80EC-1243-96A0-4CAE179033EC}" destId="{A1B7AB87-0376-F645-A45E-EA18A74ED7C7}" srcOrd="1" destOrd="0" presId="urn:microsoft.com/office/officeart/2008/layout/LinedList"/>
    <dgm:cxn modelId="{921B747F-8075-D24F-8925-78343CB04D4B}" type="presParOf" srcId="{A1B7AB87-0376-F645-A45E-EA18A74ED7C7}" destId="{455E1072-5543-BC4E-98E9-F7C368E73B54}" srcOrd="0" destOrd="0" presId="urn:microsoft.com/office/officeart/2008/layout/LinedList"/>
    <dgm:cxn modelId="{09B61D25-CD3E-DC47-AB91-340FC5F34FF5}" type="presParOf" srcId="{A1B7AB87-0376-F645-A45E-EA18A74ED7C7}" destId="{9C7EF19F-A2E0-6948-9962-DB5FE1EA83CD}" srcOrd="1" destOrd="0" presId="urn:microsoft.com/office/officeart/2008/layout/LinedList"/>
    <dgm:cxn modelId="{17AEB307-8F1B-2D48-8E5B-A694D30A82B4}" type="presParOf" srcId="{A4278CE9-80EC-1243-96A0-4CAE179033EC}" destId="{40231224-515B-DA4F-BAB8-C6BEF8069BCF}" srcOrd="2" destOrd="0" presId="urn:microsoft.com/office/officeart/2008/layout/LinedList"/>
    <dgm:cxn modelId="{742235F8-B5A3-444A-B802-5CB713F8CF74}" type="presParOf" srcId="{A4278CE9-80EC-1243-96A0-4CAE179033EC}" destId="{166689F0-F0B9-6E4B-B54B-65D79562CC69}" srcOrd="3" destOrd="0" presId="urn:microsoft.com/office/officeart/2008/layout/LinedList"/>
    <dgm:cxn modelId="{3E2A7343-FC9D-9D4C-9A02-E7EBAB9D6DD6}" type="presParOf" srcId="{166689F0-F0B9-6E4B-B54B-65D79562CC69}" destId="{6285EB82-8041-1B46-BCD9-5E27FCB5737F}" srcOrd="0" destOrd="0" presId="urn:microsoft.com/office/officeart/2008/layout/LinedList"/>
    <dgm:cxn modelId="{E9E6F2CA-73B9-9343-A053-BECA792C938D}" type="presParOf" srcId="{166689F0-F0B9-6E4B-B54B-65D79562CC69}" destId="{0FFEFC70-FCE4-AC47-9BEC-66AF14A8DCE8}" srcOrd="1" destOrd="0" presId="urn:microsoft.com/office/officeart/2008/layout/LinedList"/>
    <dgm:cxn modelId="{36E5E3C1-FA71-3440-A6F1-6B9371B9117E}" type="presParOf" srcId="{A4278CE9-80EC-1243-96A0-4CAE179033EC}" destId="{9ED90A27-90ED-3D42-912A-7C5EAEF20632}" srcOrd="4" destOrd="0" presId="urn:microsoft.com/office/officeart/2008/layout/LinedList"/>
    <dgm:cxn modelId="{258C1AC6-52DE-DE4E-8588-82FC0CA00A91}" type="presParOf" srcId="{A4278CE9-80EC-1243-96A0-4CAE179033EC}" destId="{84B7CCD3-5928-6E40-9BD1-03A329D9825C}" srcOrd="5" destOrd="0" presId="urn:microsoft.com/office/officeart/2008/layout/LinedList"/>
    <dgm:cxn modelId="{ED91EAC5-FD15-7D46-A439-5B775750ED3F}" type="presParOf" srcId="{84B7CCD3-5928-6E40-9BD1-03A329D9825C}" destId="{725A7650-7BAF-C741-ABC5-06D79F3A4ED7}" srcOrd="0" destOrd="0" presId="urn:microsoft.com/office/officeart/2008/layout/LinedList"/>
    <dgm:cxn modelId="{90A10857-C959-2A4B-B063-3DC5E4AE2C32}" type="presParOf" srcId="{84B7CCD3-5928-6E40-9BD1-03A329D9825C}" destId="{16E6B901-B8B4-B843-8A27-5644AE5F42D0}" srcOrd="1" destOrd="0" presId="urn:microsoft.com/office/officeart/2008/layout/LinedList"/>
    <dgm:cxn modelId="{29F4DB38-44F2-BF46-94E4-208AD6FC6FB5}" type="presParOf" srcId="{A4278CE9-80EC-1243-96A0-4CAE179033EC}" destId="{DB141D0B-82F1-754D-849E-8F34B82DDA86}" srcOrd="6" destOrd="0" presId="urn:microsoft.com/office/officeart/2008/layout/LinedList"/>
    <dgm:cxn modelId="{25A25109-0F2F-4945-9BC2-339DB8F78EDE}" type="presParOf" srcId="{A4278CE9-80EC-1243-96A0-4CAE179033EC}" destId="{5333AD85-8163-0346-90FB-B8D5BDB6EB88}" srcOrd="7" destOrd="0" presId="urn:microsoft.com/office/officeart/2008/layout/LinedList"/>
    <dgm:cxn modelId="{C841E8BA-5172-6E46-B11D-183FECA21BD1}" type="presParOf" srcId="{5333AD85-8163-0346-90FB-B8D5BDB6EB88}" destId="{D0BD83D5-A054-C84D-AC1C-C47996BEE332}" srcOrd="0" destOrd="0" presId="urn:microsoft.com/office/officeart/2008/layout/LinedList"/>
    <dgm:cxn modelId="{AF8D3AB4-D070-F24A-8032-01A5C00473AB}" type="presParOf" srcId="{5333AD85-8163-0346-90FB-B8D5BDB6EB88}" destId="{D76593D9-B3D7-1F4D-A494-1212AA58920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3569CFFA-23FE-DE46-B366-08F306222F27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CBBAA50-6D68-C74C-9B26-77C2192E8F84}">
      <dgm:prSet custT="1"/>
      <dgm:spPr/>
      <dgm:t>
        <a:bodyPr/>
        <a:lstStyle/>
        <a:p>
          <a:r>
            <a:rPr lang="en-US" sz="1800" b="1" dirty="0"/>
            <a:t>Unclear:</a:t>
          </a:r>
          <a:r>
            <a:rPr lang="en-US" sz="1800" dirty="0"/>
            <a:t> </a:t>
          </a:r>
        </a:p>
        <a:p>
          <a:r>
            <a:rPr lang="en-US" sz="1800" dirty="0"/>
            <a:t>U1 = </a:t>
          </a:r>
          <a:r>
            <a:rPr lang="en-US" sz="1800" b="1" dirty="0"/>
            <a:t>3–4</a:t>
          </a:r>
        </a:p>
        <a:p>
          <a:r>
            <a:rPr lang="en-US" sz="1800" dirty="0"/>
            <a:t>U2 = </a:t>
          </a:r>
          <a:r>
            <a:rPr lang="en-US" sz="1800" b="1" dirty="0"/>
            <a:t>3–4</a:t>
          </a:r>
          <a:endParaRPr lang="en-US" sz="1800" dirty="0"/>
        </a:p>
      </dgm:t>
    </dgm:pt>
    <dgm:pt modelId="{DB890230-4D49-CC45-97BA-EAB8F77FD125}" type="parTrans" cxnId="{EBB5E710-B182-144F-965D-5E2984772AF5}">
      <dgm:prSet/>
      <dgm:spPr/>
      <dgm:t>
        <a:bodyPr/>
        <a:lstStyle/>
        <a:p>
          <a:endParaRPr lang="en-US" sz="1800"/>
        </a:p>
      </dgm:t>
    </dgm:pt>
    <dgm:pt modelId="{9D37E9A8-FF86-C84F-9C22-BAAA71FD4E28}" type="sibTrans" cxnId="{EBB5E710-B182-144F-965D-5E2984772AF5}">
      <dgm:prSet custT="1"/>
      <dgm:spPr/>
      <dgm:t>
        <a:bodyPr/>
        <a:lstStyle/>
        <a:p>
          <a:endParaRPr lang="en-US" sz="1800"/>
        </a:p>
      </dgm:t>
    </dgm:pt>
    <dgm:pt modelId="{89907DEB-F059-AE4D-A671-461291FF1551}">
      <dgm:prSet custT="1"/>
      <dgm:spPr/>
      <dgm:t>
        <a:bodyPr/>
        <a:lstStyle/>
        <a:p>
          <a:r>
            <a:rPr lang="en-US" sz="1800" b="1" dirty="0"/>
            <a:t>Unexpected:</a:t>
          </a:r>
          <a:r>
            <a:rPr lang="en-US" sz="1800" dirty="0"/>
            <a:t> </a:t>
          </a:r>
        </a:p>
        <a:p>
          <a:r>
            <a:rPr lang="en-US" sz="1800" dirty="0"/>
            <a:t>U1 = </a:t>
          </a:r>
          <a:r>
            <a:rPr lang="en-US" sz="1800" b="1" dirty="0"/>
            <a:t>3–4</a:t>
          </a:r>
          <a:r>
            <a:rPr lang="en-US" sz="1800" dirty="0"/>
            <a:t>, </a:t>
          </a:r>
        </a:p>
        <a:p>
          <a:r>
            <a:rPr lang="en-US" sz="1800" dirty="0"/>
            <a:t>U2 = </a:t>
          </a:r>
          <a:r>
            <a:rPr lang="en-US" sz="1800" b="1" dirty="0"/>
            <a:t>3–4</a:t>
          </a:r>
          <a:r>
            <a:rPr lang="en-US" sz="1800" dirty="0"/>
            <a:t>  </a:t>
          </a:r>
        </a:p>
      </dgm:t>
    </dgm:pt>
    <dgm:pt modelId="{A2AA8F0D-FA4B-2144-9AD6-4FD88CB99645}" type="parTrans" cxnId="{4BC437CA-1EDB-D64C-88BD-B71FD6CA5EA0}">
      <dgm:prSet/>
      <dgm:spPr/>
      <dgm:t>
        <a:bodyPr/>
        <a:lstStyle/>
        <a:p>
          <a:endParaRPr lang="en-US" sz="1800"/>
        </a:p>
      </dgm:t>
    </dgm:pt>
    <dgm:pt modelId="{2A76DE98-5E00-D74D-A8E5-F0D1C074068E}" type="sibTrans" cxnId="{4BC437CA-1EDB-D64C-88BD-B71FD6CA5EA0}">
      <dgm:prSet custT="1"/>
      <dgm:spPr/>
      <dgm:t>
        <a:bodyPr/>
        <a:lstStyle/>
        <a:p>
          <a:endParaRPr lang="en-US" sz="1800"/>
        </a:p>
      </dgm:t>
    </dgm:pt>
    <dgm:pt modelId="{262A1ECE-D43B-DF42-8808-C98194E295C7}">
      <dgm:prSet custT="1"/>
      <dgm:spPr/>
      <dgm:t>
        <a:bodyPr/>
        <a:lstStyle/>
        <a:p>
          <a:r>
            <a:rPr lang="en-US" sz="1800" b="1" dirty="0"/>
            <a:t>Restating:</a:t>
          </a:r>
          <a:r>
            <a:rPr lang="en-US" sz="1800" dirty="0"/>
            <a:t> </a:t>
          </a:r>
        </a:p>
        <a:p>
          <a:r>
            <a:rPr lang="en-US" sz="1800" dirty="0"/>
            <a:t>U1 = </a:t>
          </a:r>
          <a:r>
            <a:rPr lang="en-US" sz="1800" b="1" dirty="0"/>
            <a:t>N</a:t>
          </a:r>
        </a:p>
        <a:p>
          <a:r>
            <a:rPr lang="en-US" sz="1800" dirty="0"/>
            <a:t>U2 = </a:t>
          </a:r>
          <a:r>
            <a:rPr lang="en-US" sz="1800" b="1" dirty="0"/>
            <a:t>1–2</a:t>
          </a:r>
          <a:r>
            <a:rPr lang="en-US" sz="1800" dirty="0"/>
            <a:t>  </a:t>
          </a:r>
        </a:p>
      </dgm:t>
    </dgm:pt>
    <dgm:pt modelId="{A0622986-7CD6-794F-A3C6-DDE2874FCB8D}" type="parTrans" cxnId="{4C24B8EE-28C8-3949-9533-CFFA908D2FD4}">
      <dgm:prSet/>
      <dgm:spPr/>
      <dgm:t>
        <a:bodyPr/>
        <a:lstStyle/>
        <a:p>
          <a:endParaRPr lang="en-US" sz="1800"/>
        </a:p>
      </dgm:t>
    </dgm:pt>
    <dgm:pt modelId="{097E8069-7FE5-094A-9C71-F594EE9ABD0E}" type="sibTrans" cxnId="{4C24B8EE-28C8-3949-9533-CFFA908D2FD4}">
      <dgm:prSet custT="1"/>
      <dgm:spPr/>
      <dgm:t>
        <a:bodyPr/>
        <a:lstStyle/>
        <a:p>
          <a:endParaRPr lang="en-US" sz="1800"/>
        </a:p>
      </dgm:t>
    </dgm:pt>
    <dgm:pt modelId="{51EE7606-DAD5-A34D-83B8-EFF8468BA12C}">
      <dgm:prSet custT="1"/>
      <dgm:spPr>
        <a:solidFill>
          <a:schemeClr val="accent3"/>
        </a:solidFill>
      </dgm:spPr>
      <dgm:t>
        <a:bodyPr/>
        <a:lstStyle/>
        <a:p>
          <a:r>
            <a:rPr lang="en-US" sz="1800" b="1" dirty="0"/>
            <a:t>Response difficulty count = 1+1+0 = 2</a:t>
          </a:r>
          <a:endParaRPr lang="en-US" sz="1800" dirty="0"/>
        </a:p>
      </dgm:t>
    </dgm:pt>
    <dgm:pt modelId="{0E0B6931-AABB-B34D-9D6B-25E7FA6CB64A}" type="parTrans" cxnId="{67F65B72-D4B5-5446-A856-4053AEE95B2F}">
      <dgm:prSet/>
      <dgm:spPr/>
      <dgm:t>
        <a:bodyPr/>
        <a:lstStyle/>
        <a:p>
          <a:endParaRPr lang="en-US" sz="1800"/>
        </a:p>
      </dgm:t>
    </dgm:pt>
    <dgm:pt modelId="{7BC4F0A6-F73B-8249-A2DE-59E2849BF2EA}" type="sibTrans" cxnId="{67F65B72-D4B5-5446-A856-4053AEE95B2F}">
      <dgm:prSet/>
      <dgm:spPr/>
      <dgm:t>
        <a:bodyPr/>
        <a:lstStyle/>
        <a:p>
          <a:endParaRPr lang="en-US" sz="1800"/>
        </a:p>
      </dgm:t>
    </dgm:pt>
    <dgm:pt modelId="{351EFF70-903D-FA4D-8E70-0CEF72C12DBA}" type="pres">
      <dgm:prSet presAssocID="{3569CFFA-23FE-DE46-B366-08F306222F27}" presName="outerComposite" presStyleCnt="0">
        <dgm:presLayoutVars>
          <dgm:chMax val="5"/>
          <dgm:dir/>
          <dgm:resizeHandles val="exact"/>
        </dgm:presLayoutVars>
      </dgm:prSet>
      <dgm:spPr/>
    </dgm:pt>
    <dgm:pt modelId="{7212C0D4-DD12-0440-B6D9-E6602618603A}" type="pres">
      <dgm:prSet presAssocID="{3569CFFA-23FE-DE46-B366-08F306222F27}" presName="dummyMaxCanvas" presStyleCnt="0">
        <dgm:presLayoutVars/>
      </dgm:prSet>
      <dgm:spPr/>
    </dgm:pt>
    <dgm:pt modelId="{BD8CB179-900D-6C4C-83A3-B6BD320758F9}" type="pres">
      <dgm:prSet presAssocID="{3569CFFA-23FE-DE46-B366-08F306222F27}" presName="FourNodes_1" presStyleLbl="node1" presStyleIdx="0" presStyleCnt="4">
        <dgm:presLayoutVars>
          <dgm:bulletEnabled val="1"/>
        </dgm:presLayoutVars>
      </dgm:prSet>
      <dgm:spPr/>
    </dgm:pt>
    <dgm:pt modelId="{62BFBA40-E426-AD45-8480-79CC8D343249}" type="pres">
      <dgm:prSet presAssocID="{3569CFFA-23FE-DE46-B366-08F306222F27}" presName="FourNodes_2" presStyleLbl="node1" presStyleIdx="1" presStyleCnt="4">
        <dgm:presLayoutVars>
          <dgm:bulletEnabled val="1"/>
        </dgm:presLayoutVars>
      </dgm:prSet>
      <dgm:spPr/>
    </dgm:pt>
    <dgm:pt modelId="{20166C0B-BCB4-F745-9C9D-512FF714A61F}" type="pres">
      <dgm:prSet presAssocID="{3569CFFA-23FE-DE46-B366-08F306222F27}" presName="FourNodes_3" presStyleLbl="node1" presStyleIdx="2" presStyleCnt="4">
        <dgm:presLayoutVars>
          <dgm:bulletEnabled val="1"/>
        </dgm:presLayoutVars>
      </dgm:prSet>
      <dgm:spPr/>
    </dgm:pt>
    <dgm:pt modelId="{04E06A7A-B101-8A4B-8651-0965C1CD5873}" type="pres">
      <dgm:prSet presAssocID="{3569CFFA-23FE-DE46-B366-08F306222F27}" presName="FourNodes_4" presStyleLbl="node1" presStyleIdx="3" presStyleCnt="4">
        <dgm:presLayoutVars>
          <dgm:bulletEnabled val="1"/>
        </dgm:presLayoutVars>
      </dgm:prSet>
      <dgm:spPr/>
    </dgm:pt>
    <dgm:pt modelId="{22329BA6-CBCC-C942-BD68-C5316EE981BB}" type="pres">
      <dgm:prSet presAssocID="{3569CFFA-23FE-DE46-B366-08F306222F27}" presName="FourConn_1-2" presStyleLbl="fgAccFollowNode1" presStyleIdx="0" presStyleCnt="3">
        <dgm:presLayoutVars>
          <dgm:bulletEnabled val="1"/>
        </dgm:presLayoutVars>
      </dgm:prSet>
      <dgm:spPr/>
    </dgm:pt>
    <dgm:pt modelId="{6A5D80EA-E0A0-1A4C-A31F-3B40E88173C1}" type="pres">
      <dgm:prSet presAssocID="{3569CFFA-23FE-DE46-B366-08F306222F27}" presName="FourConn_2-3" presStyleLbl="fgAccFollowNode1" presStyleIdx="1" presStyleCnt="3">
        <dgm:presLayoutVars>
          <dgm:bulletEnabled val="1"/>
        </dgm:presLayoutVars>
      </dgm:prSet>
      <dgm:spPr/>
    </dgm:pt>
    <dgm:pt modelId="{5C4FA454-B05D-CF47-BF6F-337F2A3F456E}" type="pres">
      <dgm:prSet presAssocID="{3569CFFA-23FE-DE46-B366-08F306222F27}" presName="FourConn_3-4" presStyleLbl="fgAccFollowNode1" presStyleIdx="2" presStyleCnt="3">
        <dgm:presLayoutVars>
          <dgm:bulletEnabled val="1"/>
        </dgm:presLayoutVars>
      </dgm:prSet>
      <dgm:spPr/>
    </dgm:pt>
    <dgm:pt modelId="{32543A48-05F1-5A4B-89EE-BFFAD02F09E7}" type="pres">
      <dgm:prSet presAssocID="{3569CFFA-23FE-DE46-B366-08F306222F27}" presName="FourNodes_1_text" presStyleLbl="node1" presStyleIdx="3" presStyleCnt="4">
        <dgm:presLayoutVars>
          <dgm:bulletEnabled val="1"/>
        </dgm:presLayoutVars>
      </dgm:prSet>
      <dgm:spPr/>
    </dgm:pt>
    <dgm:pt modelId="{1A583741-8232-B048-8E0B-0DE8224D8491}" type="pres">
      <dgm:prSet presAssocID="{3569CFFA-23FE-DE46-B366-08F306222F27}" presName="FourNodes_2_text" presStyleLbl="node1" presStyleIdx="3" presStyleCnt="4">
        <dgm:presLayoutVars>
          <dgm:bulletEnabled val="1"/>
        </dgm:presLayoutVars>
      </dgm:prSet>
      <dgm:spPr/>
    </dgm:pt>
    <dgm:pt modelId="{5C6A558F-2149-FC40-B0B7-E7B0718803BB}" type="pres">
      <dgm:prSet presAssocID="{3569CFFA-23FE-DE46-B366-08F306222F27}" presName="FourNodes_3_text" presStyleLbl="node1" presStyleIdx="3" presStyleCnt="4">
        <dgm:presLayoutVars>
          <dgm:bulletEnabled val="1"/>
        </dgm:presLayoutVars>
      </dgm:prSet>
      <dgm:spPr/>
    </dgm:pt>
    <dgm:pt modelId="{2B5C827A-2879-2247-93C7-0145B36FC045}" type="pres">
      <dgm:prSet presAssocID="{3569CFFA-23FE-DE46-B366-08F306222F2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8533E07-3122-E143-ABBE-30CCFD697CF1}" type="presOf" srcId="{262A1ECE-D43B-DF42-8808-C98194E295C7}" destId="{20166C0B-BCB4-F745-9C9D-512FF714A61F}" srcOrd="0" destOrd="0" presId="urn:microsoft.com/office/officeart/2005/8/layout/vProcess5"/>
    <dgm:cxn modelId="{EBB5E710-B182-144F-965D-5E2984772AF5}" srcId="{3569CFFA-23FE-DE46-B366-08F306222F27}" destId="{ACBBAA50-6D68-C74C-9B26-77C2192E8F84}" srcOrd="0" destOrd="0" parTransId="{DB890230-4D49-CC45-97BA-EAB8F77FD125}" sibTransId="{9D37E9A8-FF86-C84F-9C22-BAAA71FD4E28}"/>
    <dgm:cxn modelId="{3647B412-7AC9-9749-A2D6-186728A7D8EC}" type="presOf" srcId="{51EE7606-DAD5-A34D-83B8-EFF8468BA12C}" destId="{04E06A7A-B101-8A4B-8651-0965C1CD5873}" srcOrd="0" destOrd="0" presId="urn:microsoft.com/office/officeart/2005/8/layout/vProcess5"/>
    <dgm:cxn modelId="{CE2CC32D-EC18-484A-B693-7A3FDD2E8421}" type="presOf" srcId="{9D37E9A8-FF86-C84F-9C22-BAAA71FD4E28}" destId="{22329BA6-CBCC-C942-BD68-C5316EE981BB}" srcOrd="0" destOrd="0" presId="urn:microsoft.com/office/officeart/2005/8/layout/vProcess5"/>
    <dgm:cxn modelId="{E088C641-3BD2-004C-A1B2-618F1E085801}" type="presOf" srcId="{262A1ECE-D43B-DF42-8808-C98194E295C7}" destId="{5C6A558F-2149-FC40-B0B7-E7B0718803BB}" srcOrd="1" destOrd="0" presId="urn:microsoft.com/office/officeart/2005/8/layout/vProcess5"/>
    <dgm:cxn modelId="{65910453-189A-234E-AE3D-5F1B1663B29D}" type="presOf" srcId="{ACBBAA50-6D68-C74C-9B26-77C2192E8F84}" destId="{32543A48-05F1-5A4B-89EE-BFFAD02F09E7}" srcOrd="1" destOrd="0" presId="urn:microsoft.com/office/officeart/2005/8/layout/vProcess5"/>
    <dgm:cxn modelId="{67F65B72-D4B5-5446-A856-4053AEE95B2F}" srcId="{3569CFFA-23FE-DE46-B366-08F306222F27}" destId="{51EE7606-DAD5-A34D-83B8-EFF8468BA12C}" srcOrd="3" destOrd="0" parTransId="{0E0B6931-AABB-B34D-9D6B-25E7FA6CB64A}" sibTransId="{7BC4F0A6-F73B-8249-A2DE-59E2849BF2EA}"/>
    <dgm:cxn modelId="{E5AA7278-9DBE-C642-B76E-578892214075}" type="presOf" srcId="{ACBBAA50-6D68-C74C-9B26-77C2192E8F84}" destId="{BD8CB179-900D-6C4C-83A3-B6BD320758F9}" srcOrd="0" destOrd="0" presId="urn:microsoft.com/office/officeart/2005/8/layout/vProcess5"/>
    <dgm:cxn modelId="{70C1C1AC-894F-2B4D-AF06-FBDFB5A736A3}" type="presOf" srcId="{51EE7606-DAD5-A34D-83B8-EFF8468BA12C}" destId="{2B5C827A-2879-2247-93C7-0145B36FC045}" srcOrd="1" destOrd="0" presId="urn:microsoft.com/office/officeart/2005/8/layout/vProcess5"/>
    <dgm:cxn modelId="{4BC437CA-1EDB-D64C-88BD-B71FD6CA5EA0}" srcId="{3569CFFA-23FE-DE46-B366-08F306222F27}" destId="{89907DEB-F059-AE4D-A671-461291FF1551}" srcOrd="1" destOrd="0" parTransId="{A2AA8F0D-FA4B-2144-9AD6-4FD88CB99645}" sibTransId="{2A76DE98-5E00-D74D-A8E5-F0D1C074068E}"/>
    <dgm:cxn modelId="{5AC7F1CB-A366-7548-83A0-422A88B381EC}" type="presOf" srcId="{097E8069-7FE5-094A-9C71-F594EE9ABD0E}" destId="{5C4FA454-B05D-CF47-BF6F-337F2A3F456E}" srcOrd="0" destOrd="0" presId="urn:microsoft.com/office/officeart/2005/8/layout/vProcess5"/>
    <dgm:cxn modelId="{4B5609CD-20C1-B34F-B8DE-8993B956CE22}" type="presOf" srcId="{3569CFFA-23FE-DE46-B366-08F306222F27}" destId="{351EFF70-903D-FA4D-8E70-0CEF72C12DBA}" srcOrd="0" destOrd="0" presId="urn:microsoft.com/office/officeart/2005/8/layout/vProcess5"/>
    <dgm:cxn modelId="{4EFC34E5-AF38-4D4F-8C36-89FE79012FE6}" type="presOf" srcId="{2A76DE98-5E00-D74D-A8E5-F0D1C074068E}" destId="{6A5D80EA-E0A0-1A4C-A31F-3B40E88173C1}" srcOrd="0" destOrd="0" presId="urn:microsoft.com/office/officeart/2005/8/layout/vProcess5"/>
    <dgm:cxn modelId="{4C24B8EE-28C8-3949-9533-CFFA908D2FD4}" srcId="{3569CFFA-23FE-DE46-B366-08F306222F27}" destId="{262A1ECE-D43B-DF42-8808-C98194E295C7}" srcOrd="2" destOrd="0" parTransId="{A0622986-7CD6-794F-A3C6-DDE2874FCB8D}" sibTransId="{097E8069-7FE5-094A-9C71-F594EE9ABD0E}"/>
    <dgm:cxn modelId="{2747D5F6-86DB-114F-A3AB-034F8927DA2D}" type="presOf" srcId="{89907DEB-F059-AE4D-A671-461291FF1551}" destId="{1A583741-8232-B048-8E0B-0DE8224D8491}" srcOrd="1" destOrd="0" presId="urn:microsoft.com/office/officeart/2005/8/layout/vProcess5"/>
    <dgm:cxn modelId="{FEB590FF-2C42-DB40-9815-A178535E69A6}" type="presOf" srcId="{89907DEB-F059-AE4D-A671-461291FF1551}" destId="{62BFBA40-E426-AD45-8480-79CC8D343249}" srcOrd="0" destOrd="0" presId="urn:microsoft.com/office/officeart/2005/8/layout/vProcess5"/>
    <dgm:cxn modelId="{814721C6-C8B3-1344-809A-B624BF395072}" type="presParOf" srcId="{351EFF70-903D-FA4D-8E70-0CEF72C12DBA}" destId="{7212C0D4-DD12-0440-B6D9-E6602618603A}" srcOrd="0" destOrd="0" presId="urn:microsoft.com/office/officeart/2005/8/layout/vProcess5"/>
    <dgm:cxn modelId="{1BF1A5E2-630C-B448-93EC-107D8F197956}" type="presParOf" srcId="{351EFF70-903D-FA4D-8E70-0CEF72C12DBA}" destId="{BD8CB179-900D-6C4C-83A3-B6BD320758F9}" srcOrd="1" destOrd="0" presId="urn:microsoft.com/office/officeart/2005/8/layout/vProcess5"/>
    <dgm:cxn modelId="{CE747C11-786E-534A-BFD3-7487082A8844}" type="presParOf" srcId="{351EFF70-903D-FA4D-8E70-0CEF72C12DBA}" destId="{62BFBA40-E426-AD45-8480-79CC8D343249}" srcOrd="2" destOrd="0" presId="urn:microsoft.com/office/officeart/2005/8/layout/vProcess5"/>
    <dgm:cxn modelId="{C3F8CE40-9217-B345-8D90-7F3D66916150}" type="presParOf" srcId="{351EFF70-903D-FA4D-8E70-0CEF72C12DBA}" destId="{20166C0B-BCB4-F745-9C9D-512FF714A61F}" srcOrd="3" destOrd="0" presId="urn:microsoft.com/office/officeart/2005/8/layout/vProcess5"/>
    <dgm:cxn modelId="{766A1B3E-66C0-EF4C-9FF7-14007D62B878}" type="presParOf" srcId="{351EFF70-903D-FA4D-8E70-0CEF72C12DBA}" destId="{04E06A7A-B101-8A4B-8651-0965C1CD5873}" srcOrd="4" destOrd="0" presId="urn:microsoft.com/office/officeart/2005/8/layout/vProcess5"/>
    <dgm:cxn modelId="{AB2C2543-2497-E947-95E9-9A320CBC2BE3}" type="presParOf" srcId="{351EFF70-903D-FA4D-8E70-0CEF72C12DBA}" destId="{22329BA6-CBCC-C942-BD68-C5316EE981BB}" srcOrd="5" destOrd="0" presId="urn:microsoft.com/office/officeart/2005/8/layout/vProcess5"/>
    <dgm:cxn modelId="{D78C6098-A809-114B-9115-2B24BECD9F02}" type="presParOf" srcId="{351EFF70-903D-FA4D-8E70-0CEF72C12DBA}" destId="{6A5D80EA-E0A0-1A4C-A31F-3B40E88173C1}" srcOrd="6" destOrd="0" presId="urn:microsoft.com/office/officeart/2005/8/layout/vProcess5"/>
    <dgm:cxn modelId="{5B604800-56E8-5848-B116-30F5D912D31D}" type="presParOf" srcId="{351EFF70-903D-FA4D-8E70-0CEF72C12DBA}" destId="{5C4FA454-B05D-CF47-BF6F-337F2A3F456E}" srcOrd="7" destOrd="0" presId="urn:microsoft.com/office/officeart/2005/8/layout/vProcess5"/>
    <dgm:cxn modelId="{1FB4352D-2745-E24A-A105-9C44BDE06E75}" type="presParOf" srcId="{351EFF70-903D-FA4D-8E70-0CEF72C12DBA}" destId="{32543A48-05F1-5A4B-89EE-BFFAD02F09E7}" srcOrd="8" destOrd="0" presId="urn:microsoft.com/office/officeart/2005/8/layout/vProcess5"/>
    <dgm:cxn modelId="{F55EA7E1-ED06-7140-B36A-18A8647F6895}" type="presParOf" srcId="{351EFF70-903D-FA4D-8E70-0CEF72C12DBA}" destId="{1A583741-8232-B048-8E0B-0DE8224D8491}" srcOrd="9" destOrd="0" presId="urn:microsoft.com/office/officeart/2005/8/layout/vProcess5"/>
    <dgm:cxn modelId="{BD612BC3-86CD-7E46-BCD5-7B914191E1F9}" type="presParOf" srcId="{351EFF70-903D-FA4D-8E70-0CEF72C12DBA}" destId="{5C6A558F-2149-FC40-B0B7-E7B0718803BB}" srcOrd="10" destOrd="0" presId="urn:microsoft.com/office/officeart/2005/8/layout/vProcess5"/>
    <dgm:cxn modelId="{D63FC71D-6BB3-0449-9635-CB49D162C0F7}" type="presParOf" srcId="{351EFF70-903D-FA4D-8E70-0CEF72C12DBA}" destId="{2B5C827A-2879-2247-93C7-0145B36FC04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CDDFDF0E-B8E7-CD47-84F0-AE282F22B154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77F3492-090C-F84F-94E6-E2DDEB1F84FD}">
      <dgm:prSet/>
      <dgm:spPr/>
      <dgm:t>
        <a:bodyPr/>
        <a:lstStyle/>
        <a:p>
          <a:r>
            <a:rPr lang="en-US" b="1" dirty="0"/>
            <a:t>Restating</a:t>
          </a:r>
          <a:r>
            <a:rPr lang="en-US" dirty="0"/>
            <a:t> was the most common higher-frequency</a:t>
          </a:r>
          <a:br>
            <a:rPr lang="en-US" dirty="0"/>
          </a:br>
          <a:r>
            <a:rPr lang="en-US" dirty="0"/>
            <a:t>(</a:t>
          </a:r>
          <a:r>
            <a:rPr lang="en-US" b="1" dirty="0"/>
            <a:t>12/19 groups</a:t>
          </a:r>
          <a:r>
            <a:rPr lang="en-US" dirty="0"/>
            <a:t>) </a:t>
          </a:r>
        </a:p>
      </dgm:t>
    </dgm:pt>
    <dgm:pt modelId="{FB828473-6B33-234C-AC48-736A53792CFA}" type="parTrans" cxnId="{B10845BA-679B-804A-ABAC-F03FD263E748}">
      <dgm:prSet/>
      <dgm:spPr/>
      <dgm:t>
        <a:bodyPr/>
        <a:lstStyle/>
        <a:p>
          <a:endParaRPr lang="en-US"/>
        </a:p>
      </dgm:t>
    </dgm:pt>
    <dgm:pt modelId="{77AFCCAA-FF59-7345-BCE4-349B1D6570C1}" type="sibTrans" cxnId="{B10845BA-679B-804A-ABAC-F03FD263E748}">
      <dgm:prSet/>
      <dgm:spPr/>
      <dgm:t>
        <a:bodyPr/>
        <a:lstStyle/>
        <a:p>
          <a:endParaRPr lang="en-US"/>
        </a:p>
      </dgm:t>
    </dgm:pt>
    <dgm:pt modelId="{96794B0C-27A2-A247-B134-2EC095810A09}">
      <dgm:prSet/>
      <dgm:spPr/>
      <dgm:t>
        <a:bodyPr/>
        <a:lstStyle/>
        <a:p>
          <a:r>
            <a:rPr lang="en-US" b="1" dirty="0"/>
            <a:t>Unclear</a:t>
          </a:r>
          <a:r>
            <a:rPr lang="en-US" dirty="0"/>
            <a:t> was less common</a:t>
          </a:r>
          <a:br>
            <a:rPr lang="en-US" dirty="0"/>
          </a:br>
          <a:r>
            <a:rPr lang="en-US" dirty="0"/>
            <a:t>(</a:t>
          </a:r>
          <a:r>
            <a:rPr lang="en-US" b="1" dirty="0"/>
            <a:t>5/19 groups</a:t>
          </a:r>
          <a:r>
            <a:rPr lang="en-US" dirty="0"/>
            <a:t>) </a:t>
          </a:r>
        </a:p>
      </dgm:t>
    </dgm:pt>
    <dgm:pt modelId="{8429D996-BDF1-1448-9CE3-1E32C90EF6D6}" type="parTrans" cxnId="{FE973FA9-DEEF-EA4F-9E80-6156E0BADD3A}">
      <dgm:prSet/>
      <dgm:spPr/>
      <dgm:t>
        <a:bodyPr/>
        <a:lstStyle/>
        <a:p>
          <a:endParaRPr lang="en-US"/>
        </a:p>
      </dgm:t>
    </dgm:pt>
    <dgm:pt modelId="{06017387-6888-B54C-9EFC-84D2C39A7CC9}" type="sibTrans" cxnId="{FE973FA9-DEEF-EA4F-9E80-6156E0BADD3A}">
      <dgm:prSet/>
      <dgm:spPr/>
      <dgm:t>
        <a:bodyPr/>
        <a:lstStyle/>
        <a:p>
          <a:endParaRPr lang="en-US"/>
        </a:p>
      </dgm:t>
    </dgm:pt>
    <dgm:pt modelId="{2F6A7482-E944-8D41-8607-19F11C548B3E}">
      <dgm:prSet/>
      <dgm:spPr/>
      <dgm:t>
        <a:bodyPr/>
        <a:lstStyle/>
        <a:p>
          <a:r>
            <a:rPr lang="en-US" b="1" dirty="0"/>
            <a:t>Unexpected</a:t>
          </a:r>
          <a:r>
            <a:rPr lang="en-US" dirty="0"/>
            <a:t> was least common</a:t>
          </a:r>
          <a:br>
            <a:rPr lang="en-US" dirty="0"/>
          </a:br>
          <a:r>
            <a:rPr lang="en-US" dirty="0"/>
            <a:t>(</a:t>
          </a:r>
          <a:r>
            <a:rPr lang="en-US" b="1" dirty="0"/>
            <a:t>3/19 groups</a:t>
          </a:r>
          <a:r>
            <a:rPr lang="en-US" dirty="0"/>
            <a:t>) </a:t>
          </a:r>
        </a:p>
      </dgm:t>
    </dgm:pt>
    <dgm:pt modelId="{925AE197-5AB6-8B40-B714-D9504B057090}" type="parTrans" cxnId="{D7D1B8DB-5B84-B149-8D93-041BDF23F8B9}">
      <dgm:prSet/>
      <dgm:spPr/>
      <dgm:t>
        <a:bodyPr/>
        <a:lstStyle/>
        <a:p>
          <a:endParaRPr lang="en-US"/>
        </a:p>
      </dgm:t>
    </dgm:pt>
    <dgm:pt modelId="{67737BE6-0452-8F42-A2EB-EEFA9C4D6043}" type="sibTrans" cxnId="{D7D1B8DB-5B84-B149-8D93-041BDF23F8B9}">
      <dgm:prSet/>
      <dgm:spPr/>
      <dgm:t>
        <a:bodyPr/>
        <a:lstStyle/>
        <a:p>
          <a:endParaRPr lang="en-US"/>
        </a:p>
      </dgm:t>
    </dgm:pt>
    <dgm:pt modelId="{86530A46-313B-1E47-8578-D62FE4FBAA1E}">
      <dgm:prSet/>
      <dgm:spPr>
        <a:solidFill>
          <a:schemeClr val="accent3"/>
        </a:solidFill>
      </dgm:spPr>
      <dgm:t>
        <a:bodyPr/>
        <a:lstStyle/>
        <a:p>
          <a:r>
            <a:rPr lang="en-US" dirty="0"/>
            <a:t>Most groups were </a:t>
          </a:r>
          <a:r>
            <a:rPr lang="en-US" b="1" dirty="0"/>
            <a:t>low-to-moderate</a:t>
          </a:r>
          <a:r>
            <a:rPr lang="en-US" dirty="0"/>
            <a:t> on response difficulty</a:t>
          </a:r>
          <a:br>
            <a:rPr lang="en-US" dirty="0"/>
          </a:br>
          <a:r>
            <a:rPr lang="en-US" dirty="0"/>
            <a:t>(</a:t>
          </a:r>
          <a:r>
            <a:rPr lang="en-US" b="1" dirty="0"/>
            <a:t>14/19 groups scored 0–1</a:t>
          </a:r>
          <a:r>
            <a:rPr lang="en-US" dirty="0"/>
            <a:t>)</a:t>
          </a:r>
        </a:p>
      </dgm:t>
    </dgm:pt>
    <dgm:pt modelId="{4E184445-F297-B848-827E-BE676A046A48}" type="parTrans" cxnId="{EFE73EC5-0D57-5142-BC32-B679D2E9B523}">
      <dgm:prSet/>
      <dgm:spPr/>
      <dgm:t>
        <a:bodyPr/>
        <a:lstStyle/>
        <a:p>
          <a:endParaRPr lang="en-US"/>
        </a:p>
      </dgm:t>
    </dgm:pt>
    <dgm:pt modelId="{DE88DD89-FA7B-7C4E-B299-D4AEEA82037D}" type="sibTrans" cxnId="{EFE73EC5-0D57-5142-BC32-B679D2E9B523}">
      <dgm:prSet/>
      <dgm:spPr/>
      <dgm:t>
        <a:bodyPr/>
        <a:lstStyle/>
        <a:p>
          <a:endParaRPr lang="en-US"/>
        </a:p>
      </dgm:t>
    </dgm:pt>
    <dgm:pt modelId="{5DD3EC5C-EF56-D043-985D-706159458579}" type="pres">
      <dgm:prSet presAssocID="{CDDFDF0E-B8E7-CD47-84F0-AE282F22B154}" presName="Name0" presStyleCnt="0">
        <dgm:presLayoutVars>
          <dgm:dir/>
          <dgm:resizeHandles val="exact"/>
        </dgm:presLayoutVars>
      </dgm:prSet>
      <dgm:spPr/>
    </dgm:pt>
    <dgm:pt modelId="{6BC20D49-B8E2-FE4E-B086-994BDF8BA31E}" type="pres">
      <dgm:prSet presAssocID="{C77F3492-090C-F84F-94E6-E2DDEB1F84FD}" presName="node" presStyleLbl="node1" presStyleIdx="0" presStyleCnt="4">
        <dgm:presLayoutVars>
          <dgm:bulletEnabled val="1"/>
        </dgm:presLayoutVars>
      </dgm:prSet>
      <dgm:spPr/>
    </dgm:pt>
    <dgm:pt modelId="{1B3B5C60-1A0B-EE49-A4E6-856EF5FDDDE9}" type="pres">
      <dgm:prSet presAssocID="{77AFCCAA-FF59-7345-BCE4-349B1D6570C1}" presName="sibTrans" presStyleLbl="sibTrans2D1" presStyleIdx="0" presStyleCnt="3"/>
      <dgm:spPr/>
    </dgm:pt>
    <dgm:pt modelId="{34F9D013-BCCB-9C4E-95AC-8E515BF92D9E}" type="pres">
      <dgm:prSet presAssocID="{77AFCCAA-FF59-7345-BCE4-349B1D6570C1}" presName="connectorText" presStyleLbl="sibTrans2D1" presStyleIdx="0" presStyleCnt="3"/>
      <dgm:spPr/>
    </dgm:pt>
    <dgm:pt modelId="{1B4D9D71-0894-2843-9264-D217A85DBE0A}" type="pres">
      <dgm:prSet presAssocID="{96794B0C-27A2-A247-B134-2EC095810A09}" presName="node" presStyleLbl="node1" presStyleIdx="1" presStyleCnt="4">
        <dgm:presLayoutVars>
          <dgm:bulletEnabled val="1"/>
        </dgm:presLayoutVars>
      </dgm:prSet>
      <dgm:spPr/>
    </dgm:pt>
    <dgm:pt modelId="{792BD8C7-4CDC-1340-9DE6-B31087735BEB}" type="pres">
      <dgm:prSet presAssocID="{06017387-6888-B54C-9EFC-84D2C39A7CC9}" presName="sibTrans" presStyleLbl="sibTrans2D1" presStyleIdx="1" presStyleCnt="3"/>
      <dgm:spPr/>
    </dgm:pt>
    <dgm:pt modelId="{21E08063-C5C4-724A-B43A-753E0FF11079}" type="pres">
      <dgm:prSet presAssocID="{06017387-6888-B54C-9EFC-84D2C39A7CC9}" presName="connectorText" presStyleLbl="sibTrans2D1" presStyleIdx="1" presStyleCnt="3"/>
      <dgm:spPr/>
    </dgm:pt>
    <dgm:pt modelId="{2577F957-A4DD-7049-AEA8-4E039C7DC4CD}" type="pres">
      <dgm:prSet presAssocID="{2F6A7482-E944-8D41-8607-19F11C548B3E}" presName="node" presStyleLbl="node1" presStyleIdx="2" presStyleCnt="4">
        <dgm:presLayoutVars>
          <dgm:bulletEnabled val="1"/>
        </dgm:presLayoutVars>
      </dgm:prSet>
      <dgm:spPr/>
    </dgm:pt>
    <dgm:pt modelId="{968EF434-350A-AF4E-89B6-26BE7F18919C}" type="pres">
      <dgm:prSet presAssocID="{67737BE6-0452-8F42-A2EB-EEFA9C4D6043}" presName="sibTrans" presStyleLbl="sibTrans2D1" presStyleIdx="2" presStyleCnt="3"/>
      <dgm:spPr/>
    </dgm:pt>
    <dgm:pt modelId="{EA1EEEDF-655E-0F45-9686-EECF789B2B83}" type="pres">
      <dgm:prSet presAssocID="{67737BE6-0452-8F42-A2EB-EEFA9C4D6043}" presName="connectorText" presStyleLbl="sibTrans2D1" presStyleIdx="2" presStyleCnt="3"/>
      <dgm:spPr/>
    </dgm:pt>
    <dgm:pt modelId="{037A1F03-B255-C84A-89DA-22E634E0D0D2}" type="pres">
      <dgm:prSet presAssocID="{86530A46-313B-1E47-8578-D62FE4FBAA1E}" presName="node" presStyleLbl="node1" presStyleIdx="3" presStyleCnt="4">
        <dgm:presLayoutVars>
          <dgm:bulletEnabled val="1"/>
        </dgm:presLayoutVars>
      </dgm:prSet>
      <dgm:spPr/>
    </dgm:pt>
  </dgm:ptLst>
  <dgm:cxnLst>
    <dgm:cxn modelId="{60AE6909-A9AE-2447-8F73-69DA0822A2D7}" type="presOf" srcId="{67737BE6-0452-8F42-A2EB-EEFA9C4D6043}" destId="{968EF434-350A-AF4E-89B6-26BE7F18919C}" srcOrd="0" destOrd="0" presId="urn:microsoft.com/office/officeart/2005/8/layout/process1"/>
    <dgm:cxn modelId="{BFE8754D-58EE-0F4E-BE3D-DC5CF0756ABA}" type="presOf" srcId="{CDDFDF0E-B8E7-CD47-84F0-AE282F22B154}" destId="{5DD3EC5C-EF56-D043-985D-706159458579}" srcOrd="0" destOrd="0" presId="urn:microsoft.com/office/officeart/2005/8/layout/process1"/>
    <dgm:cxn modelId="{8718A657-ABC8-E743-8E2B-218C25876160}" type="presOf" srcId="{67737BE6-0452-8F42-A2EB-EEFA9C4D6043}" destId="{EA1EEEDF-655E-0F45-9686-EECF789B2B83}" srcOrd="1" destOrd="0" presId="urn:microsoft.com/office/officeart/2005/8/layout/process1"/>
    <dgm:cxn modelId="{16F8AE6F-7CC1-3445-80F5-4192FF976BD6}" type="presOf" srcId="{96794B0C-27A2-A247-B134-2EC095810A09}" destId="{1B4D9D71-0894-2843-9264-D217A85DBE0A}" srcOrd="0" destOrd="0" presId="urn:microsoft.com/office/officeart/2005/8/layout/process1"/>
    <dgm:cxn modelId="{492AF76F-F637-5948-8CB1-4AAE6AB20E68}" type="presOf" srcId="{77AFCCAA-FF59-7345-BCE4-349B1D6570C1}" destId="{1B3B5C60-1A0B-EE49-A4E6-856EF5FDDDE9}" srcOrd="0" destOrd="0" presId="urn:microsoft.com/office/officeart/2005/8/layout/process1"/>
    <dgm:cxn modelId="{23BF1277-7416-B24E-A75B-336F43586CD4}" type="presOf" srcId="{86530A46-313B-1E47-8578-D62FE4FBAA1E}" destId="{037A1F03-B255-C84A-89DA-22E634E0D0D2}" srcOrd="0" destOrd="0" presId="urn:microsoft.com/office/officeart/2005/8/layout/process1"/>
    <dgm:cxn modelId="{C0825881-3CD8-944B-BA8E-1C364048F756}" type="presOf" srcId="{06017387-6888-B54C-9EFC-84D2C39A7CC9}" destId="{21E08063-C5C4-724A-B43A-753E0FF11079}" srcOrd="1" destOrd="0" presId="urn:microsoft.com/office/officeart/2005/8/layout/process1"/>
    <dgm:cxn modelId="{A14C6F97-F465-894E-9AFE-4353D1CF9318}" type="presOf" srcId="{2F6A7482-E944-8D41-8607-19F11C548B3E}" destId="{2577F957-A4DD-7049-AEA8-4E039C7DC4CD}" srcOrd="0" destOrd="0" presId="urn:microsoft.com/office/officeart/2005/8/layout/process1"/>
    <dgm:cxn modelId="{FE973FA9-DEEF-EA4F-9E80-6156E0BADD3A}" srcId="{CDDFDF0E-B8E7-CD47-84F0-AE282F22B154}" destId="{96794B0C-27A2-A247-B134-2EC095810A09}" srcOrd="1" destOrd="0" parTransId="{8429D996-BDF1-1448-9CE3-1E32C90EF6D6}" sibTransId="{06017387-6888-B54C-9EFC-84D2C39A7CC9}"/>
    <dgm:cxn modelId="{B10845BA-679B-804A-ABAC-F03FD263E748}" srcId="{CDDFDF0E-B8E7-CD47-84F0-AE282F22B154}" destId="{C77F3492-090C-F84F-94E6-E2DDEB1F84FD}" srcOrd="0" destOrd="0" parTransId="{FB828473-6B33-234C-AC48-736A53792CFA}" sibTransId="{77AFCCAA-FF59-7345-BCE4-349B1D6570C1}"/>
    <dgm:cxn modelId="{EFE73EC5-0D57-5142-BC32-B679D2E9B523}" srcId="{CDDFDF0E-B8E7-CD47-84F0-AE282F22B154}" destId="{86530A46-313B-1E47-8578-D62FE4FBAA1E}" srcOrd="3" destOrd="0" parTransId="{4E184445-F297-B848-827E-BE676A046A48}" sibTransId="{DE88DD89-FA7B-7C4E-B299-D4AEEA82037D}"/>
    <dgm:cxn modelId="{D7D1B8DB-5B84-B149-8D93-041BDF23F8B9}" srcId="{CDDFDF0E-B8E7-CD47-84F0-AE282F22B154}" destId="{2F6A7482-E944-8D41-8607-19F11C548B3E}" srcOrd="2" destOrd="0" parTransId="{925AE197-5AB6-8B40-B714-D9504B057090}" sibTransId="{67737BE6-0452-8F42-A2EB-EEFA9C4D6043}"/>
    <dgm:cxn modelId="{3C0997E2-72E4-DB4C-8278-80796184F4AB}" type="presOf" srcId="{06017387-6888-B54C-9EFC-84D2C39A7CC9}" destId="{792BD8C7-4CDC-1340-9DE6-B31087735BEB}" srcOrd="0" destOrd="0" presId="urn:microsoft.com/office/officeart/2005/8/layout/process1"/>
    <dgm:cxn modelId="{D62E64EC-FDB3-BA41-98B0-49179EE31F10}" type="presOf" srcId="{77AFCCAA-FF59-7345-BCE4-349B1D6570C1}" destId="{34F9D013-BCCB-9C4E-95AC-8E515BF92D9E}" srcOrd="1" destOrd="0" presId="urn:microsoft.com/office/officeart/2005/8/layout/process1"/>
    <dgm:cxn modelId="{54EF57F5-3E4B-6845-9146-622B69C6E1C4}" type="presOf" srcId="{C77F3492-090C-F84F-94E6-E2DDEB1F84FD}" destId="{6BC20D49-B8E2-FE4E-B086-994BDF8BA31E}" srcOrd="0" destOrd="0" presId="urn:microsoft.com/office/officeart/2005/8/layout/process1"/>
    <dgm:cxn modelId="{266AA2A6-A3B9-4049-8C51-F043FC43CBCD}" type="presParOf" srcId="{5DD3EC5C-EF56-D043-985D-706159458579}" destId="{6BC20D49-B8E2-FE4E-B086-994BDF8BA31E}" srcOrd="0" destOrd="0" presId="urn:microsoft.com/office/officeart/2005/8/layout/process1"/>
    <dgm:cxn modelId="{B46EE63C-6F5E-AE47-A184-C8D4EC859AE9}" type="presParOf" srcId="{5DD3EC5C-EF56-D043-985D-706159458579}" destId="{1B3B5C60-1A0B-EE49-A4E6-856EF5FDDDE9}" srcOrd="1" destOrd="0" presId="urn:microsoft.com/office/officeart/2005/8/layout/process1"/>
    <dgm:cxn modelId="{43CBE570-05DA-1042-BC1A-BDA7F543DE61}" type="presParOf" srcId="{1B3B5C60-1A0B-EE49-A4E6-856EF5FDDDE9}" destId="{34F9D013-BCCB-9C4E-95AC-8E515BF92D9E}" srcOrd="0" destOrd="0" presId="urn:microsoft.com/office/officeart/2005/8/layout/process1"/>
    <dgm:cxn modelId="{EAA78F19-3358-7E41-9428-C9C61D7F7DF0}" type="presParOf" srcId="{5DD3EC5C-EF56-D043-985D-706159458579}" destId="{1B4D9D71-0894-2843-9264-D217A85DBE0A}" srcOrd="2" destOrd="0" presId="urn:microsoft.com/office/officeart/2005/8/layout/process1"/>
    <dgm:cxn modelId="{8B1E00C0-AA64-D045-BD36-B6C352FE8549}" type="presParOf" srcId="{5DD3EC5C-EF56-D043-985D-706159458579}" destId="{792BD8C7-4CDC-1340-9DE6-B31087735BEB}" srcOrd="3" destOrd="0" presId="urn:microsoft.com/office/officeart/2005/8/layout/process1"/>
    <dgm:cxn modelId="{E5DE69F0-45C2-5347-8CCB-2CBEF427A355}" type="presParOf" srcId="{792BD8C7-4CDC-1340-9DE6-B31087735BEB}" destId="{21E08063-C5C4-724A-B43A-753E0FF11079}" srcOrd="0" destOrd="0" presId="urn:microsoft.com/office/officeart/2005/8/layout/process1"/>
    <dgm:cxn modelId="{40A497F1-573E-EA40-81DF-E1D6FB6F5281}" type="presParOf" srcId="{5DD3EC5C-EF56-D043-985D-706159458579}" destId="{2577F957-A4DD-7049-AEA8-4E039C7DC4CD}" srcOrd="4" destOrd="0" presId="urn:microsoft.com/office/officeart/2005/8/layout/process1"/>
    <dgm:cxn modelId="{D677CB48-E470-D047-8692-0AE3406DABEA}" type="presParOf" srcId="{5DD3EC5C-EF56-D043-985D-706159458579}" destId="{968EF434-350A-AF4E-89B6-26BE7F18919C}" srcOrd="5" destOrd="0" presId="urn:microsoft.com/office/officeart/2005/8/layout/process1"/>
    <dgm:cxn modelId="{E5A26A8C-BBA8-5B4F-837D-3C6996A9B889}" type="presParOf" srcId="{968EF434-350A-AF4E-89B6-26BE7F18919C}" destId="{EA1EEEDF-655E-0F45-9686-EECF789B2B83}" srcOrd="0" destOrd="0" presId="urn:microsoft.com/office/officeart/2005/8/layout/process1"/>
    <dgm:cxn modelId="{509B07B4-3849-F641-A077-859C51633B7C}" type="presParOf" srcId="{5DD3EC5C-EF56-D043-985D-706159458579}" destId="{037A1F03-B255-C84A-89DA-22E634E0D0D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290.xml><?xml version="1.0" encoding="utf-8"?>
<dgm:dataModel xmlns:dgm="http://schemas.openxmlformats.org/drawingml/2006/diagram" xmlns:a="http://schemas.openxmlformats.org/drawingml/2006/main">
  <dgm:ptLst>
    <dgm:pt modelId="{C10F56C5-759B-304A-AF6D-18F6A3840398}" type="doc">
      <dgm:prSet loTypeId="urn:microsoft.com/office/officeart/2008/layout/LinedList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AA70FE-E21B-4745-8463-907BFA430546}">
      <dgm:prSet custT="1"/>
      <dgm:spPr/>
      <dgm:t>
        <a:bodyPr/>
        <a:lstStyle/>
        <a:p>
          <a:r>
            <a:rPr lang="en-US" sz="1800" dirty="0"/>
            <a:t>For each difficulty type, a </a:t>
          </a:r>
          <a:r>
            <a:rPr lang="en-US" sz="1800" b="1" dirty="0"/>
            <a:t>group receives 1</a:t>
          </a:r>
          <a:r>
            <a:rPr lang="en-US" sz="1800" dirty="0"/>
            <a:t> if </a:t>
          </a:r>
          <a:r>
            <a:rPr lang="en-US" sz="1800" b="1" dirty="0"/>
            <a:t>either participant</a:t>
          </a:r>
          <a:r>
            <a:rPr lang="en-US" sz="1800" dirty="0"/>
            <a:t> selected a higher-frequency category (</a:t>
          </a:r>
          <a:r>
            <a:rPr lang="en-US" sz="1800" b="1" dirty="0"/>
            <a:t>3–4</a:t>
          </a:r>
          <a:r>
            <a:rPr lang="en-US" sz="1800" dirty="0"/>
            <a:t> or </a:t>
          </a:r>
          <a:r>
            <a:rPr lang="en-US" sz="1800" b="1" dirty="0"/>
            <a:t>5+</a:t>
          </a:r>
          <a:r>
            <a:rPr lang="en-US" sz="1800" dirty="0"/>
            <a:t>), and </a:t>
          </a:r>
          <a:r>
            <a:rPr lang="en-US" sz="1800" b="1" dirty="0"/>
            <a:t>0 otherwise</a:t>
          </a:r>
          <a:endParaRPr lang="en-US" sz="1800" dirty="0"/>
        </a:p>
      </dgm:t>
    </dgm:pt>
    <dgm:pt modelId="{658EA1EB-5362-3340-909E-7058EB3A2900}" type="parTrans" cxnId="{4D6BD2E9-FDC1-414A-BFC4-A18D83E14C95}">
      <dgm:prSet/>
      <dgm:spPr/>
      <dgm:t>
        <a:bodyPr/>
        <a:lstStyle/>
        <a:p>
          <a:endParaRPr lang="en-US" sz="1800"/>
        </a:p>
      </dgm:t>
    </dgm:pt>
    <dgm:pt modelId="{D08633BD-BDA8-0A46-8053-132616983672}" type="sibTrans" cxnId="{4D6BD2E9-FDC1-414A-BFC4-A18D83E14C95}">
      <dgm:prSet/>
      <dgm:spPr/>
      <dgm:t>
        <a:bodyPr/>
        <a:lstStyle/>
        <a:p>
          <a:endParaRPr lang="en-US" sz="1800"/>
        </a:p>
      </dgm:t>
    </dgm:pt>
    <dgm:pt modelId="{E183A29C-147E-1C4C-9529-D9713D7D0CB1}">
      <dgm:prSet custT="1"/>
      <dgm:spPr>
        <a:blipFill>
          <a:blip xmlns:r="http://schemas.openxmlformats.org/officeDocument/2006/relationships" r:embed="rId1"/>
          <a:stretch>
            <a:fillRect l="-174" b="-3846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8EEB95B-BF10-0A42-8F4A-D30E455D3EF3}" type="parTrans" cxnId="{58A444F2-5263-144D-87CC-FB03747362F3}">
      <dgm:prSet/>
      <dgm:spPr/>
      <dgm:t>
        <a:bodyPr/>
        <a:lstStyle/>
        <a:p>
          <a:endParaRPr lang="en-US" sz="1800"/>
        </a:p>
      </dgm:t>
    </dgm:pt>
    <dgm:pt modelId="{A83E3F80-935A-1749-9F25-1E069A70DC92}" type="sibTrans" cxnId="{58A444F2-5263-144D-87CC-FB03747362F3}">
      <dgm:prSet/>
      <dgm:spPr/>
      <dgm:t>
        <a:bodyPr/>
        <a:lstStyle/>
        <a:p>
          <a:endParaRPr lang="en-US" sz="1800"/>
        </a:p>
      </dgm:t>
    </dgm:pt>
    <dgm:pt modelId="{2D5C4C52-F9C0-104C-8D9F-5CE1CD69CC96}">
      <dgm:prSet custT="1"/>
      <dgm:spPr/>
      <dgm:t>
        <a:bodyPr/>
        <a:lstStyle/>
        <a:p>
          <a:r>
            <a:rPr lang="en-US" sz="1800" dirty="0"/>
            <a:t>Score ranges from </a:t>
          </a:r>
          <a:r>
            <a:rPr lang="en-US" sz="1800" b="1" dirty="0"/>
            <a:t>0 to 3</a:t>
          </a:r>
          <a:r>
            <a:rPr lang="en-US" sz="1800" dirty="0"/>
            <a:t>.</a:t>
          </a:r>
        </a:p>
      </dgm:t>
    </dgm:pt>
    <dgm:pt modelId="{AA72F601-3754-194A-A019-AB4581CAA7C4}" type="parTrans" cxnId="{4488B563-8087-EC4B-91A8-F7CF24D58DE2}">
      <dgm:prSet/>
      <dgm:spPr/>
      <dgm:t>
        <a:bodyPr/>
        <a:lstStyle/>
        <a:p>
          <a:endParaRPr lang="en-US" sz="1800"/>
        </a:p>
      </dgm:t>
    </dgm:pt>
    <dgm:pt modelId="{6D873685-BAA1-B045-AC63-7836E90548AC}" type="sibTrans" cxnId="{4488B563-8087-EC4B-91A8-F7CF24D58DE2}">
      <dgm:prSet/>
      <dgm:spPr/>
      <dgm:t>
        <a:bodyPr/>
        <a:lstStyle/>
        <a:p>
          <a:endParaRPr lang="en-US" sz="1800"/>
        </a:p>
      </dgm:t>
    </dgm:pt>
    <dgm:pt modelId="{6C21BAB8-BEC8-744D-BBAB-21074D681017}">
      <dgm:prSet custT="1"/>
      <dgm:spPr/>
      <dgm:t>
        <a:bodyPr/>
        <a:lstStyle/>
        <a:p>
          <a:r>
            <a:rPr lang="en-US" sz="1800" dirty="0"/>
            <a:t>This variable was used </a:t>
          </a:r>
          <a:r>
            <a:rPr lang="en-US" sz="1800" b="1" dirty="0"/>
            <a:t>only as an exploratory summary measure</a:t>
          </a:r>
          <a:r>
            <a:rPr lang="en-US" sz="1800" dirty="0"/>
            <a:t>.</a:t>
          </a:r>
        </a:p>
      </dgm:t>
    </dgm:pt>
    <dgm:pt modelId="{BD15DCC8-C538-3549-8C7D-893275C4F445}" type="parTrans" cxnId="{A48A9861-B2CE-A14F-ACCD-86DE8FEA36A2}">
      <dgm:prSet/>
      <dgm:spPr/>
      <dgm:t>
        <a:bodyPr/>
        <a:lstStyle/>
        <a:p>
          <a:endParaRPr lang="en-US" sz="1800"/>
        </a:p>
      </dgm:t>
    </dgm:pt>
    <dgm:pt modelId="{0A050B97-CF3A-CC42-8F07-03802D1FD0DC}" type="sibTrans" cxnId="{A48A9861-B2CE-A14F-ACCD-86DE8FEA36A2}">
      <dgm:prSet/>
      <dgm:spPr/>
      <dgm:t>
        <a:bodyPr/>
        <a:lstStyle/>
        <a:p>
          <a:endParaRPr lang="en-US" sz="1800"/>
        </a:p>
      </dgm:t>
    </dgm:pt>
    <dgm:pt modelId="{A4278CE9-80EC-1243-96A0-4CAE179033EC}" type="pres">
      <dgm:prSet presAssocID="{C10F56C5-759B-304A-AF6D-18F6A3840398}" presName="vert0" presStyleCnt="0">
        <dgm:presLayoutVars>
          <dgm:dir/>
          <dgm:animOne val="branch"/>
          <dgm:animLvl val="lvl"/>
        </dgm:presLayoutVars>
      </dgm:prSet>
      <dgm:spPr/>
    </dgm:pt>
    <dgm:pt modelId="{FE4804DF-AAE9-BE41-A3EF-116D89C78289}" type="pres">
      <dgm:prSet presAssocID="{EAAA70FE-E21B-4745-8463-907BFA430546}" presName="thickLine" presStyleLbl="alignNode1" presStyleIdx="0" presStyleCnt="4"/>
      <dgm:spPr/>
    </dgm:pt>
    <dgm:pt modelId="{A1B7AB87-0376-F645-A45E-EA18A74ED7C7}" type="pres">
      <dgm:prSet presAssocID="{EAAA70FE-E21B-4745-8463-907BFA430546}" presName="horz1" presStyleCnt="0"/>
      <dgm:spPr/>
    </dgm:pt>
    <dgm:pt modelId="{455E1072-5543-BC4E-98E9-F7C368E73B54}" type="pres">
      <dgm:prSet presAssocID="{EAAA70FE-E21B-4745-8463-907BFA430546}" presName="tx1" presStyleLbl="revTx" presStyleIdx="0" presStyleCnt="4"/>
      <dgm:spPr/>
    </dgm:pt>
    <dgm:pt modelId="{9C7EF19F-A2E0-6948-9962-DB5FE1EA83CD}" type="pres">
      <dgm:prSet presAssocID="{EAAA70FE-E21B-4745-8463-907BFA430546}" presName="vert1" presStyleCnt="0"/>
      <dgm:spPr/>
    </dgm:pt>
    <dgm:pt modelId="{40231224-515B-DA4F-BAB8-C6BEF8069BCF}" type="pres">
      <dgm:prSet presAssocID="{E183A29C-147E-1C4C-9529-D9713D7D0CB1}" presName="thickLine" presStyleLbl="alignNode1" presStyleIdx="1" presStyleCnt="4"/>
      <dgm:spPr/>
    </dgm:pt>
    <dgm:pt modelId="{166689F0-F0B9-6E4B-B54B-65D79562CC69}" type="pres">
      <dgm:prSet presAssocID="{E183A29C-147E-1C4C-9529-D9713D7D0CB1}" presName="horz1" presStyleCnt="0"/>
      <dgm:spPr/>
    </dgm:pt>
    <dgm:pt modelId="{6285EB82-8041-1B46-BCD9-5E27FCB5737F}" type="pres">
      <dgm:prSet presAssocID="{E183A29C-147E-1C4C-9529-D9713D7D0CB1}" presName="tx1" presStyleLbl="revTx" presStyleIdx="1" presStyleCnt="4"/>
      <dgm:spPr/>
    </dgm:pt>
    <dgm:pt modelId="{0FFEFC70-FCE4-AC47-9BEC-66AF14A8DCE8}" type="pres">
      <dgm:prSet presAssocID="{E183A29C-147E-1C4C-9529-D9713D7D0CB1}" presName="vert1" presStyleCnt="0"/>
      <dgm:spPr/>
    </dgm:pt>
    <dgm:pt modelId="{9ED90A27-90ED-3D42-912A-7C5EAEF20632}" type="pres">
      <dgm:prSet presAssocID="{2D5C4C52-F9C0-104C-8D9F-5CE1CD69CC96}" presName="thickLine" presStyleLbl="alignNode1" presStyleIdx="2" presStyleCnt="4"/>
      <dgm:spPr/>
    </dgm:pt>
    <dgm:pt modelId="{84B7CCD3-5928-6E40-9BD1-03A329D9825C}" type="pres">
      <dgm:prSet presAssocID="{2D5C4C52-F9C0-104C-8D9F-5CE1CD69CC96}" presName="horz1" presStyleCnt="0"/>
      <dgm:spPr/>
    </dgm:pt>
    <dgm:pt modelId="{725A7650-7BAF-C741-ABC5-06D79F3A4ED7}" type="pres">
      <dgm:prSet presAssocID="{2D5C4C52-F9C0-104C-8D9F-5CE1CD69CC96}" presName="tx1" presStyleLbl="revTx" presStyleIdx="2" presStyleCnt="4"/>
      <dgm:spPr/>
    </dgm:pt>
    <dgm:pt modelId="{16E6B901-B8B4-B843-8A27-5644AE5F42D0}" type="pres">
      <dgm:prSet presAssocID="{2D5C4C52-F9C0-104C-8D9F-5CE1CD69CC96}" presName="vert1" presStyleCnt="0"/>
      <dgm:spPr/>
    </dgm:pt>
    <dgm:pt modelId="{DB141D0B-82F1-754D-849E-8F34B82DDA86}" type="pres">
      <dgm:prSet presAssocID="{6C21BAB8-BEC8-744D-BBAB-21074D681017}" presName="thickLine" presStyleLbl="alignNode1" presStyleIdx="3" presStyleCnt="4"/>
      <dgm:spPr/>
    </dgm:pt>
    <dgm:pt modelId="{5333AD85-8163-0346-90FB-B8D5BDB6EB88}" type="pres">
      <dgm:prSet presAssocID="{6C21BAB8-BEC8-744D-BBAB-21074D681017}" presName="horz1" presStyleCnt="0"/>
      <dgm:spPr/>
    </dgm:pt>
    <dgm:pt modelId="{D0BD83D5-A054-C84D-AC1C-C47996BEE332}" type="pres">
      <dgm:prSet presAssocID="{6C21BAB8-BEC8-744D-BBAB-21074D681017}" presName="tx1" presStyleLbl="revTx" presStyleIdx="3" presStyleCnt="4"/>
      <dgm:spPr/>
    </dgm:pt>
    <dgm:pt modelId="{D76593D9-B3D7-1F4D-A494-1212AA589209}" type="pres">
      <dgm:prSet presAssocID="{6C21BAB8-BEC8-744D-BBAB-21074D681017}" presName="vert1" presStyleCnt="0"/>
      <dgm:spPr/>
    </dgm:pt>
  </dgm:ptLst>
  <dgm:cxnLst>
    <dgm:cxn modelId="{4C1C5722-446F-4140-B3C7-439EE0D123E6}" type="presOf" srcId="{C10F56C5-759B-304A-AF6D-18F6A3840398}" destId="{A4278CE9-80EC-1243-96A0-4CAE179033EC}" srcOrd="0" destOrd="0" presId="urn:microsoft.com/office/officeart/2008/layout/LinedList"/>
    <dgm:cxn modelId="{2252FD3D-D99D-8D48-9B39-8A2270D725D9}" type="presOf" srcId="{E183A29C-147E-1C4C-9529-D9713D7D0CB1}" destId="{6285EB82-8041-1B46-BCD9-5E27FCB5737F}" srcOrd="0" destOrd="0" presId="urn:microsoft.com/office/officeart/2008/layout/LinedList"/>
    <dgm:cxn modelId="{A48A9861-B2CE-A14F-ACCD-86DE8FEA36A2}" srcId="{C10F56C5-759B-304A-AF6D-18F6A3840398}" destId="{6C21BAB8-BEC8-744D-BBAB-21074D681017}" srcOrd="3" destOrd="0" parTransId="{BD15DCC8-C538-3549-8C7D-893275C4F445}" sibTransId="{0A050B97-CF3A-CC42-8F07-03802D1FD0DC}"/>
    <dgm:cxn modelId="{4488B563-8087-EC4B-91A8-F7CF24D58DE2}" srcId="{C10F56C5-759B-304A-AF6D-18F6A3840398}" destId="{2D5C4C52-F9C0-104C-8D9F-5CE1CD69CC96}" srcOrd="2" destOrd="0" parTransId="{AA72F601-3754-194A-A019-AB4581CAA7C4}" sibTransId="{6D873685-BAA1-B045-AC63-7836E90548AC}"/>
    <dgm:cxn modelId="{F592C3CE-5BB3-BD43-B2E7-BD72F69543FD}" type="presOf" srcId="{2D5C4C52-F9C0-104C-8D9F-5CE1CD69CC96}" destId="{725A7650-7BAF-C741-ABC5-06D79F3A4ED7}" srcOrd="0" destOrd="0" presId="urn:microsoft.com/office/officeart/2008/layout/LinedList"/>
    <dgm:cxn modelId="{C0FC78DD-D6D1-F648-8B87-E89F6E22B54B}" type="presOf" srcId="{6C21BAB8-BEC8-744D-BBAB-21074D681017}" destId="{D0BD83D5-A054-C84D-AC1C-C47996BEE332}" srcOrd="0" destOrd="0" presId="urn:microsoft.com/office/officeart/2008/layout/LinedList"/>
    <dgm:cxn modelId="{C515BEE8-A933-8942-BD38-F5292490AA5F}" type="presOf" srcId="{EAAA70FE-E21B-4745-8463-907BFA430546}" destId="{455E1072-5543-BC4E-98E9-F7C368E73B54}" srcOrd="0" destOrd="0" presId="urn:microsoft.com/office/officeart/2008/layout/LinedList"/>
    <dgm:cxn modelId="{4D6BD2E9-FDC1-414A-BFC4-A18D83E14C95}" srcId="{C10F56C5-759B-304A-AF6D-18F6A3840398}" destId="{EAAA70FE-E21B-4745-8463-907BFA430546}" srcOrd="0" destOrd="0" parTransId="{658EA1EB-5362-3340-909E-7058EB3A2900}" sibTransId="{D08633BD-BDA8-0A46-8053-132616983672}"/>
    <dgm:cxn modelId="{58A444F2-5263-144D-87CC-FB03747362F3}" srcId="{C10F56C5-759B-304A-AF6D-18F6A3840398}" destId="{E183A29C-147E-1C4C-9529-D9713D7D0CB1}" srcOrd="1" destOrd="0" parTransId="{38EEB95B-BF10-0A42-8F4A-D30E455D3EF3}" sibTransId="{A83E3F80-935A-1749-9F25-1E069A70DC92}"/>
    <dgm:cxn modelId="{8B6E184B-6215-CC45-8900-D5627A85EBB4}" type="presParOf" srcId="{A4278CE9-80EC-1243-96A0-4CAE179033EC}" destId="{FE4804DF-AAE9-BE41-A3EF-116D89C78289}" srcOrd="0" destOrd="0" presId="urn:microsoft.com/office/officeart/2008/layout/LinedList"/>
    <dgm:cxn modelId="{388196F2-67FE-414B-B3C7-5CA0548B89DC}" type="presParOf" srcId="{A4278CE9-80EC-1243-96A0-4CAE179033EC}" destId="{A1B7AB87-0376-F645-A45E-EA18A74ED7C7}" srcOrd="1" destOrd="0" presId="urn:microsoft.com/office/officeart/2008/layout/LinedList"/>
    <dgm:cxn modelId="{921B747F-8075-D24F-8925-78343CB04D4B}" type="presParOf" srcId="{A1B7AB87-0376-F645-A45E-EA18A74ED7C7}" destId="{455E1072-5543-BC4E-98E9-F7C368E73B54}" srcOrd="0" destOrd="0" presId="urn:microsoft.com/office/officeart/2008/layout/LinedList"/>
    <dgm:cxn modelId="{09B61D25-CD3E-DC47-AB91-340FC5F34FF5}" type="presParOf" srcId="{A1B7AB87-0376-F645-A45E-EA18A74ED7C7}" destId="{9C7EF19F-A2E0-6948-9962-DB5FE1EA83CD}" srcOrd="1" destOrd="0" presId="urn:microsoft.com/office/officeart/2008/layout/LinedList"/>
    <dgm:cxn modelId="{17AEB307-8F1B-2D48-8E5B-A694D30A82B4}" type="presParOf" srcId="{A4278CE9-80EC-1243-96A0-4CAE179033EC}" destId="{40231224-515B-DA4F-BAB8-C6BEF8069BCF}" srcOrd="2" destOrd="0" presId="urn:microsoft.com/office/officeart/2008/layout/LinedList"/>
    <dgm:cxn modelId="{742235F8-B5A3-444A-B802-5CB713F8CF74}" type="presParOf" srcId="{A4278CE9-80EC-1243-96A0-4CAE179033EC}" destId="{166689F0-F0B9-6E4B-B54B-65D79562CC69}" srcOrd="3" destOrd="0" presId="urn:microsoft.com/office/officeart/2008/layout/LinedList"/>
    <dgm:cxn modelId="{3E2A7343-FC9D-9D4C-9A02-E7EBAB9D6DD6}" type="presParOf" srcId="{166689F0-F0B9-6E4B-B54B-65D79562CC69}" destId="{6285EB82-8041-1B46-BCD9-5E27FCB5737F}" srcOrd="0" destOrd="0" presId="urn:microsoft.com/office/officeart/2008/layout/LinedList"/>
    <dgm:cxn modelId="{E9E6F2CA-73B9-9343-A053-BECA792C938D}" type="presParOf" srcId="{166689F0-F0B9-6E4B-B54B-65D79562CC69}" destId="{0FFEFC70-FCE4-AC47-9BEC-66AF14A8DCE8}" srcOrd="1" destOrd="0" presId="urn:microsoft.com/office/officeart/2008/layout/LinedList"/>
    <dgm:cxn modelId="{36E5E3C1-FA71-3440-A6F1-6B9371B9117E}" type="presParOf" srcId="{A4278CE9-80EC-1243-96A0-4CAE179033EC}" destId="{9ED90A27-90ED-3D42-912A-7C5EAEF20632}" srcOrd="4" destOrd="0" presId="urn:microsoft.com/office/officeart/2008/layout/LinedList"/>
    <dgm:cxn modelId="{258C1AC6-52DE-DE4E-8588-82FC0CA00A91}" type="presParOf" srcId="{A4278CE9-80EC-1243-96A0-4CAE179033EC}" destId="{84B7CCD3-5928-6E40-9BD1-03A329D9825C}" srcOrd="5" destOrd="0" presId="urn:microsoft.com/office/officeart/2008/layout/LinedList"/>
    <dgm:cxn modelId="{ED91EAC5-FD15-7D46-A439-5B775750ED3F}" type="presParOf" srcId="{84B7CCD3-5928-6E40-9BD1-03A329D9825C}" destId="{725A7650-7BAF-C741-ABC5-06D79F3A4ED7}" srcOrd="0" destOrd="0" presId="urn:microsoft.com/office/officeart/2008/layout/LinedList"/>
    <dgm:cxn modelId="{90A10857-C959-2A4B-B063-3DC5E4AE2C32}" type="presParOf" srcId="{84B7CCD3-5928-6E40-9BD1-03A329D9825C}" destId="{16E6B901-B8B4-B843-8A27-5644AE5F42D0}" srcOrd="1" destOrd="0" presId="urn:microsoft.com/office/officeart/2008/layout/LinedList"/>
    <dgm:cxn modelId="{29F4DB38-44F2-BF46-94E4-208AD6FC6FB5}" type="presParOf" srcId="{A4278CE9-80EC-1243-96A0-4CAE179033EC}" destId="{DB141D0B-82F1-754D-849E-8F34B82DDA86}" srcOrd="6" destOrd="0" presId="urn:microsoft.com/office/officeart/2008/layout/LinedList"/>
    <dgm:cxn modelId="{25A25109-0F2F-4945-9BC2-339DB8F78EDE}" type="presParOf" srcId="{A4278CE9-80EC-1243-96A0-4CAE179033EC}" destId="{5333AD85-8163-0346-90FB-B8D5BDB6EB88}" srcOrd="7" destOrd="0" presId="urn:microsoft.com/office/officeart/2008/layout/LinedList"/>
    <dgm:cxn modelId="{C841E8BA-5172-6E46-B11D-183FECA21BD1}" type="presParOf" srcId="{5333AD85-8163-0346-90FB-B8D5BDB6EB88}" destId="{D0BD83D5-A054-C84D-AC1C-C47996BEE332}" srcOrd="0" destOrd="0" presId="urn:microsoft.com/office/officeart/2008/layout/LinedList"/>
    <dgm:cxn modelId="{AF8D3AB4-D070-F24A-8032-01A5C00473AB}" type="presParOf" srcId="{5333AD85-8163-0346-90FB-B8D5BDB6EB88}" destId="{D76593D9-B3D7-1F4D-A494-1212AA58920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C49BE3-615B-4D90-9908-9E62FC84FD89}">
      <dsp:nvSpPr>
        <dsp:cNvPr id="0" name=""/>
        <dsp:cNvSpPr/>
      </dsp:nvSpPr>
      <dsp:spPr>
        <a:xfrm>
          <a:off x="0" y="906036"/>
          <a:ext cx="8846333" cy="167268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7913C45-352A-435D-8786-103BDF2355D5}">
      <dsp:nvSpPr>
        <dsp:cNvPr id="0" name=""/>
        <dsp:cNvSpPr/>
      </dsp:nvSpPr>
      <dsp:spPr>
        <a:xfrm>
          <a:off x="505986" y="1282390"/>
          <a:ext cx="919975" cy="9199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F4CE5D8-0E51-4586-8580-F49F99E3EF47}">
      <dsp:nvSpPr>
        <dsp:cNvPr id="0" name=""/>
        <dsp:cNvSpPr/>
      </dsp:nvSpPr>
      <dsp:spPr>
        <a:xfrm>
          <a:off x="1931948" y="906036"/>
          <a:ext cx="6914384" cy="167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026" tIns="177026" rIns="177026" bIns="177026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Method for analyzing data predominantly using graphical techniques </a:t>
          </a:r>
        </a:p>
      </dsp:txBody>
      <dsp:txXfrm>
        <a:off x="1931948" y="906036"/>
        <a:ext cx="6914384" cy="1672682"/>
      </dsp:txXfrm>
    </dsp:sp>
    <dsp:sp modelId="{9B163529-F240-4094-82AF-90392CD17497}">
      <dsp:nvSpPr>
        <dsp:cNvPr id="0" name=""/>
        <dsp:cNvSpPr/>
      </dsp:nvSpPr>
      <dsp:spPr>
        <a:xfrm>
          <a:off x="0" y="2996889"/>
          <a:ext cx="8846333" cy="167268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DBDC3CC-50A9-4F54-953B-AB148CD1ECB9}">
      <dsp:nvSpPr>
        <dsp:cNvPr id="0" name=""/>
        <dsp:cNvSpPr/>
      </dsp:nvSpPr>
      <dsp:spPr>
        <a:xfrm>
          <a:off x="505986" y="3373243"/>
          <a:ext cx="919975" cy="9199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F0CE5BD-EF94-4C9D-BC61-4F19D2D4FB2B}">
      <dsp:nvSpPr>
        <dsp:cNvPr id="0" name=""/>
        <dsp:cNvSpPr/>
      </dsp:nvSpPr>
      <dsp:spPr>
        <a:xfrm>
          <a:off x="1931948" y="2996889"/>
          <a:ext cx="6914384" cy="1672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026" tIns="177026" rIns="177026" bIns="177026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Gain valuable insights into the information that can be gathered from the data</a:t>
          </a:r>
        </a:p>
      </dsp:txBody>
      <dsp:txXfrm>
        <a:off x="1931948" y="2996889"/>
        <a:ext cx="6914384" cy="16726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87878-5A8A-E345-A5D4-8A11CD110DEA}">
      <dsp:nvSpPr>
        <dsp:cNvPr id="0" name=""/>
        <dsp:cNvSpPr/>
      </dsp:nvSpPr>
      <dsp:spPr>
        <a:xfrm>
          <a:off x="0" y="4453644"/>
          <a:ext cx="7210511" cy="7306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Challenge for collaborative exploratory analysis of data through visualizations</a:t>
          </a:r>
          <a:r>
            <a:rPr lang="en-US" sz="2000" kern="1200" baseline="30000" dirty="0"/>
            <a:t>[3,4,5]</a:t>
          </a:r>
          <a:endParaRPr lang="en-US" sz="2000" kern="1200" dirty="0"/>
        </a:p>
      </dsp:txBody>
      <dsp:txXfrm>
        <a:off x="0" y="4453644"/>
        <a:ext cx="7210511" cy="730657"/>
      </dsp:txXfrm>
    </dsp:sp>
    <dsp:sp modelId="{3EA17D0E-15EE-4C44-842E-435EB814AA2A}">
      <dsp:nvSpPr>
        <dsp:cNvPr id="0" name=""/>
        <dsp:cNvSpPr/>
      </dsp:nvSpPr>
      <dsp:spPr>
        <a:xfrm rot="10800000">
          <a:off x="0" y="3340853"/>
          <a:ext cx="7210511" cy="1123751"/>
        </a:xfrm>
        <a:prstGeom prst="upArrowCallou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Traditional tools (Tableau , MS Excel , Plotly etc.) </a:t>
          </a:r>
          <a:r>
            <a:rPr lang="en-US" sz="2000" kern="1200" dirty="0">
              <a:sym typeface="Wingdings" pitchFamily="2" charset="2"/>
            </a:rPr>
            <a:t></a:t>
          </a:r>
          <a:r>
            <a:rPr lang="en-US" sz="2000" kern="1200" dirty="0"/>
            <a:t>designed typically for single user</a:t>
          </a:r>
        </a:p>
      </dsp:txBody>
      <dsp:txXfrm rot="10800000">
        <a:off x="0" y="3340853"/>
        <a:ext cx="7210511" cy="730180"/>
      </dsp:txXfrm>
    </dsp:sp>
    <dsp:sp modelId="{31A4DF1B-A863-6D48-B564-C57E365F1E3F}">
      <dsp:nvSpPr>
        <dsp:cNvPr id="0" name=""/>
        <dsp:cNvSpPr/>
      </dsp:nvSpPr>
      <dsp:spPr>
        <a:xfrm rot="10800000">
          <a:off x="0" y="2228061"/>
          <a:ext cx="7210511" cy="1123751"/>
        </a:xfrm>
        <a:prstGeom prst="upArrowCallou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Enhance sense-making and discover insights</a:t>
          </a:r>
        </a:p>
      </dsp:txBody>
      <dsp:txXfrm rot="10800000">
        <a:off x="0" y="2228061"/>
        <a:ext cx="7210511" cy="730180"/>
      </dsp:txXfrm>
    </dsp:sp>
    <dsp:sp modelId="{F45AC4A4-0641-6B40-BD7D-7DBFFD9767EC}">
      <dsp:nvSpPr>
        <dsp:cNvPr id="0" name=""/>
        <dsp:cNvSpPr/>
      </dsp:nvSpPr>
      <dsp:spPr>
        <a:xfrm rot="10800000">
          <a:off x="0" y="1115270"/>
          <a:ext cx="7210511" cy="1123751"/>
        </a:xfrm>
        <a:prstGeom prst="upArrowCallou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Leverage the diverse perspectives</a:t>
          </a:r>
        </a:p>
      </dsp:txBody>
      <dsp:txXfrm rot="10800000">
        <a:off x="0" y="1115270"/>
        <a:ext cx="7210511" cy="730180"/>
      </dsp:txXfrm>
    </dsp:sp>
    <dsp:sp modelId="{544A742C-6245-3A49-9847-622B1092E0B4}">
      <dsp:nvSpPr>
        <dsp:cNvPr id="0" name=""/>
        <dsp:cNvSpPr/>
      </dsp:nvSpPr>
      <dsp:spPr>
        <a:xfrm rot="10800000">
          <a:off x="0" y="2479"/>
          <a:ext cx="7210511" cy="1123751"/>
        </a:xfrm>
        <a:prstGeom prst="upArrowCallou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Multiple people work together to interpret data </a:t>
          </a:r>
        </a:p>
      </dsp:txBody>
      <dsp:txXfrm rot="10800000">
        <a:off x="0" y="2479"/>
        <a:ext cx="7210511" cy="7301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0495D-C6AD-8144-85C4-1B1C5776EA09}">
      <dsp:nvSpPr>
        <dsp:cNvPr id="0" name=""/>
        <dsp:cNvSpPr/>
      </dsp:nvSpPr>
      <dsp:spPr>
        <a:xfrm>
          <a:off x="0" y="1404357"/>
          <a:ext cx="8128000" cy="25081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1353820" rIns="630823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stem Font Regular"/>
            <a:buNone/>
          </a:pPr>
          <a:r>
            <a:rPr lang="en-US" sz="3200" kern="1200" dirty="0"/>
            <a:t>   </a:t>
          </a:r>
          <a:r>
            <a:rPr lang="en-US" sz="3200" kern="1200" dirty="0">
              <a:solidFill>
                <a:schemeClr val="accent3"/>
              </a:solidFill>
              <a:effectLst/>
            </a:rPr>
            <a:t>Investigating the impacts of a CA on users in a collaborative EDA scenario.</a:t>
          </a:r>
          <a:endParaRPr lang="en-US" sz="3200" kern="1200" dirty="0">
            <a:solidFill>
              <a:schemeClr val="accent3"/>
            </a:solidFill>
          </a:endParaRPr>
        </a:p>
      </dsp:txBody>
      <dsp:txXfrm>
        <a:off x="0" y="1404357"/>
        <a:ext cx="8128000" cy="2508187"/>
      </dsp:txXfrm>
    </dsp:sp>
    <dsp:sp modelId="{5467150C-A99F-9E43-882E-C439D5AEAC97}">
      <dsp:nvSpPr>
        <dsp:cNvPr id="0" name=""/>
        <dsp:cNvSpPr/>
      </dsp:nvSpPr>
      <dsp:spPr>
        <a:xfrm>
          <a:off x="349812" y="347491"/>
          <a:ext cx="5689599" cy="1918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Part </a:t>
          </a:r>
          <a:r>
            <a:rPr lang="en-US" sz="6500" kern="1200"/>
            <a:t>- 1</a:t>
          </a:r>
          <a:endParaRPr lang="en-US" sz="6500" kern="1200" dirty="0"/>
        </a:p>
      </dsp:txBody>
      <dsp:txXfrm>
        <a:off x="443480" y="441159"/>
        <a:ext cx="5502263" cy="17314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35589-6BE3-704D-A979-2579026D6C56}">
      <dsp:nvSpPr>
        <dsp:cNvPr id="0" name=""/>
        <dsp:cNvSpPr/>
      </dsp:nvSpPr>
      <dsp:spPr>
        <a:xfrm>
          <a:off x="0" y="444306"/>
          <a:ext cx="8334499" cy="11245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6850" tIns="145796" rIns="64685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#Utterances processed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#Charts generated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#Line charts generated</a:t>
          </a:r>
          <a:endParaRPr lang="en-US" sz="1800" kern="1200" dirty="0"/>
        </a:p>
      </dsp:txBody>
      <dsp:txXfrm>
        <a:off x="0" y="444306"/>
        <a:ext cx="8334499" cy="1124549"/>
      </dsp:txXfrm>
    </dsp:sp>
    <dsp:sp modelId="{B5C652B7-24C4-AE4C-999C-C44AB8437239}">
      <dsp:nvSpPr>
        <dsp:cNvPr id="0" name=""/>
        <dsp:cNvSpPr/>
      </dsp:nvSpPr>
      <dsp:spPr>
        <a:xfrm>
          <a:off x="403996" y="60982"/>
          <a:ext cx="7930502" cy="39142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517" tIns="0" rIns="2205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statistically significant difference between PE and DM in:</a:t>
          </a:r>
        </a:p>
      </dsp:txBody>
      <dsp:txXfrm>
        <a:off x="423104" y="80090"/>
        <a:ext cx="7892286" cy="353205"/>
      </dsp:txXfrm>
    </dsp:sp>
    <dsp:sp modelId="{835D363A-C153-3345-9086-00DCDB4A1E3E}">
      <dsp:nvSpPr>
        <dsp:cNvPr id="0" name=""/>
        <dsp:cNvSpPr/>
      </dsp:nvSpPr>
      <dsp:spPr>
        <a:xfrm>
          <a:off x="0" y="2737712"/>
          <a:ext cx="8334499" cy="17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1029291"/>
              <a:satOff val="6178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708E3-379D-CB46-B2D9-7D4D576384EF}">
      <dsp:nvSpPr>
        <dsp:cNvPr id="0" name=""/>
        <dsp:cNvSpPr/>
      </dsp:nvSpPr>
      <dsp:spPr>
        <a:xfrm>
          <a:off x="256530" y="1518854"/>
          <a:ext cx="7921563" cy="1234376"/>
        </a:xfrm>
        <a:prstGeom prst="roundRect">
          <a:avLst/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517" tIns="0" rIns="2205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PE positively associates COVID-19 cases (Tasks 1 &amp; 2)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-proactively generates charts 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Line charts of COVID-19 trends by date.</a:t>
          </a:r>
        </a:p>
      </dsp:txBody>
      <dsp:txXfrm>
        <a:off x="316787" y="1579111"/>
        <a:ext cx="7801049" cy="1113862"/>
      </dsp:txXfrm>
    </dsp:sp>
    <dsp:sp modelId="{0D3615AC-F561-5941-ABDB-EE854E1D7B35}">
      <dsp:nvSpPr>
        <dsp:cNvPr id="0" name=""/>
        <dsp:cNvSpPr/>
      </dsp:nvSpPr>
      <dsp:spPr>
        <a:xfrm>
          <a:off x="0" y="3664671"/>
          <a:ext cx="8334499" cy="17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1344A-D9F7-4340-A943-5324F6028E23}">
      <dsp:nvSpPr>
        <dsp:cNvPr id="0" name=""/>
        <dsp:cNvSpPr/>
      </dsp:nvSpPr>
      <dsp:spPr>
        <a:xfrm>
          <a:off x="399196" y="2895041"/>
          <a:ext cx="7935302" cy="816079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517" tIns="0" rIns="2205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DM shows more significant positive associations with database properties in Task 2. </a:t>
          </a:r>
        </a:p>
      </dsp:txBody>
      <dsp:txXfrm>
        <a:off x="439034" y="2934879"/>
        <a:ext cx="7855626" cy="736403"/>
      </dsp:txXfrm>
    </dsp:sp>
    <dsp:sp modelId="{D19CB2D0-359C-9E42-8645-0E9D1B087CC3}">
      <dsp:nvSpPr>
        <dsp:cNvPr id="0" name=""/>
        <dsp:cNvSpPr/>
      </dsp:nvSpPr>
      <dsp:spPr>
        <a:xfrm>
          <a:off x="0" y="4402359"/>
          <a:ext cx="8334499" cy="17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3087872"/>
              <a:satOff val="18534"/>
              <a:lumOff val="141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3FA67-E479-504E-A989-462EE83FDDA2}">
      <dsp:nvSpPr>
        <dsp:cNvPr id="0" name=""/>
        <dsp:cNvSpPr/>
      </dsp:nvSpPr>
      <dsp:spPr>
        <a:xfrm>
          <a:off x="401667" y="3878871"/>
          <a:ext cx="7929984" cy="626807"/>
        </a:xfrm>
        <a:prstGeom prst="roundRect">
          <a:avLst/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517" tIns="0" rIns="2205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DM’s slower pace allows for user reflection.</a:t>
          </a:r>
        </a:p>
      </dsp:txBody>
      <dsp:txXfrm>
        <a:off x="432265" y="3909469"/>
        <a:ext cx="7868788" cy="565611"/>
      </dsp:txXfrm>
    </dsp:sp>
    <dsp:sp modelId="{81FD67E0-66A5-EB47-9954-0C337CEED1F6}">
      <dsp:nvSpPr>
        <dsp:cNvPr id="0" name=""/>
        <dsp:cNvSpPr/>
      </dsp:nvSpPr>
      <dsp:spPr>
        <a:xfrm>
          <a:off x="0" y="5263648"/>
          <a:ext cx="8334499" cy="176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7879D1-B06D-1F40-A937-4A51078B889B}">
      <dsp:nvSpPr>
        <dsp:cNvPr id="0" name=""/>
        <dsp:cNvSpPr/>
      </dsp:nvSpPr>
      <dsp:spPr>
        <a:xfrm>
          <a:off x="396377" y="4616559"/>
          <a:ext cx="7935302" cy="750409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517" tIns="0" rIns="22051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PE’s spontaneous chart generation drives focus on specific properties, potentially narrowing user exploration.</a:t>
          </a:r>
        </a:p>
      </dsp:txBody>
      <dsp:txXfrm>
        <a:off x="433009" y="4653191"/>
        <a:ext cx="7862038" cy="6771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262F75-2B15-F347-99A1-94C3BE80CD96}">
      <dsp:nvSpPr>
        <dsp:cNvPr id="0" name=""/>
        <dsp:cNvSpPr/>
      </dsp:nvSpPr>
      <dsp:spPr>
        <a:xfrm>
          <a:off x="0" y="375372"/>
          <a:ext cx="8697209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EDFB73-8600-7D4D-BF6E-26F1A964E41A}">
      <dsp:nvSpPr>
        <dsp:cNvPr id="0" name=""/>
        <dsp:cNvSpPr/>
      </dsp:nvSpPr>
      <dsp:spPr>
        <a:xfrm>
          <a:off x="420846" y="50652"/>
          <a:ext cx="8274159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114" tIns="0" rIns="2301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Semantic overlap in conclusions</a:t>
          </a:r>
          <a:r>
            <a:rPr lang="en-US" sz="1800" kern="1200" dirty="0"/>
            <a:t> reveals differences in task takeaways and explored “topics” between PE and DM.</a:t>
          </a:r>
        </a:p>
      </dsp:txBody>
      <dsp:txXfrm>
        <a:off x="452549" y="82355"/>
        <a:ext cx="8210753" cy="586034"/>
      </dsp:txXfrm>
    </dsp:sp>
    <dsp:sp modelId="{6E2C1212-D4B0-2744-9199-2E58AE73D981}">
      <dsp:nvSpPr>
        <dsp:cNvPr id="0" name=""/>
        <dsp:cNvSpPr/>
      </dsp:nvSpPr>
      <dsp:spPr>
        <a:xfrm>
          <a:off x="0" y="1373292"/>
          <a:ext cx="8697209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1029291"/>
              <a:satOff val="6178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E9D8D-B785-5C4E-A36D-BFD90AE28F46}">
      <dsp:nvSpPr>
        <dsp:cNvPr id="0" name=""/>
        <dsp:cNvSpPr/>
      </dsp:nvSpPr>
      <dsp:spPr>
        <a:xfrm>
          <a:off x="414051" y="1048572"/>
          <a:ext cx="8281025" cy="649440"/>
        </a:xfrm>
        <a:prstGeom prst="roundRect">
          <a:avLst/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114" tIns="0" rIns="2301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PE</a:t>
          </a:r>
          <a:r>
            <a:rPr lang="en-US" sz="1800" kern="1200" dirty="0"/>
            <a:t>: Participants mainly focus on exploring COVID-19 case counts across U.S. counties.</a:t>
          </a:r>
        </a:p>
      </dsp:txBody>
      <dsp:txXfrm>
        <a:off x="445754" y="1080275"/>
        <a:ext cx="8217619" cy="586034"/>
      </dsp:txXfrm>
    </dsp:sp>
    <dsp:sp modelId="{732A3067-750E-7543-8926-2384FBAC5544}">
      <dsp:nvSpPr>
        <dsp:cNvPr id="0" name=""/>
        <dsp:cNvSpPr/>
      </dsp:nvSpPr>
      <dsp:spPr>
        <a:xfrm>
          <a:off x="0" y="2371212"/>
          <a:ext cx="8697209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7BF91-27B2-044C-A026-9E8606AFABB0}">
      <dsp:nvSpPr>
        <dsp:cNvPr id="0" name=""/>
        <dsp:cNvSpPr/>
      </dsp:nvSpPr>
      <dsp:spPr>
        <a:xfrm>
          <a:off x="414051" y="2046492"/>
          <a:ext cx="8281025" cy="649440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114" tIns="0" rIns="2301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DM</a:t>
          </a:r>
          <a:r>
            <a:rPr lang="en-US" sz="1800" kern="1200" dirty="0"/>
            <a:t>: Participants delve into other factors like diabetes risk and cardiovascular diseases.</a:t>
          </a:r>
        </a:p>
      </dsp:txBody>
      <dsp:txXfrm>
        <a:off x="445754" y="2078195"/>
        <a:ext cx="8217619" cy="586034"/>
      </dsp:txXfrm>
    </dsp:sp>
    <dsp:sp modelId="{EBEA328B-A3BC-5F42-9DEB-C6BE54BE487D}">
      <dsp:nvSpPr>
        <dsp:cNvPr id="0" name=""/>
        <dsp:cNvSpPr/>
      </dsp:nvSpPr>
      <dsp:spPr>
        <a:xfrm>
          <a:off x="0" y="3713640"/>
          <a:ext cx="8697209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3087872"/>
              <a:satOff val="18534"/>
              <a:lumOff val="141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E248DD-F6B9-6746-BCDF-3F98ABBD386A}">
      <dsp:nvSpPr>
        <dsp:cNvPr id="0" name=""/>
        <dsp:cNvSpPr/>
      </dsp:nvSpPr>
      <dsp:spPr>
        <a:xfrm>
          <a:off x="414051" y="3044412"/>
          <a:ext cx="8281025" cy="993948"/>
        </a:xfrm>
        <a:prstGeom prst="roundRect">
          <a:avLst/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114" tIns="0" rIns="2301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Distinct conclusions</a:t>
          </a:r>
          <a:r>
            <a:rPr lang="en-US" sz="1800" kern="1200" dirty="0"/>
            <a:t> drawn by PE and DM users confirm our hypothesis: system architecture influences the nature of conclusions in open-ended exploratory tasks.</a:t>
          </a:r>
        </a:p>
      </dsp:txBody>
      <dsp:txXfrm>
        <a:off x="462572" y="3092933"/>
        <a:ext cx="8183983" cy="896906"/>
      </dsp:txXfrm>
    </dsp:sp>
    <dsp:sp modelId="{8C84FD32-A158-604A-957B-5351B5FE0A80}">
      <dsp:nvSpPr>
        <dsp:cNvPr id="0" name=""/>
        <dsp:cNvSpPr/>
      </dsp:nvSpPr>
      <dsp:spPr>
        <a:xfrm>
          <a:off x="0" y="4711560"/>
          <a:ext cx="8697209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CE37E2-19F3-7246-9682-EE1FF9FD9550}">
      <dsp:nvSpPr>
        <dsp:cNvPr id="0" name=""/>
        <dsp:cNvSpPr/>
      </dsp:nvSpPr>
      <dsp:spPr>
        <a:xfrm>
          <a:off x="414051" y="4386840"/>
          <a:ext cx="8281025" cy="649440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0114" tIns="0" rIns="2301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Implication</a:t>
          </a:r>
          <a:r>
            <a:rPr lang="en-US" sz="1800" kern="1200" dirty="0"/>
            <a:t>: Systems with tendencies toward specific visualizations shape users' exploration paths and conclusions.</a:t>
          </a:r>
        </a:p>
      </dsp:txBody>
      <dsp:txXfrm>
        <a:off x="445754" y="4418543"/>
        <a:ext cx="8217619" cy="5860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E2C77-ACB9-0145-A423-D176D586F291}">
      <dsp:nvSpPr>
        <dsp:cNvPr id="0" name=""/>
        <dsp:cNvSpPr/>
      </dsp:nvSpPr>
      <dsp:spPr>
        <a:xfrm>
          <a:off x="0" y="623126"/>
          <a:ext cx="7686826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D8AB82-7FA3-5D4A-A9BC-C2737155C9F5}">
      <dsp:nvSpPr>
        <dsp:cNvPr id="0" name=""/>
        <dsp:cNvSpPr/>
      </dsp:nvSpPr>
      <dsp:spPr>
        <a:xfrm>
          <a:off x="365574" y="29127"/>
          <a:ext cx="7318650" cy="72683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381" tIns="0" rIns="20338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n-lt"/>
              <a:ea typeface="+mn-ea"/>
              <a:cs typeface="+mn-cs"/>
            </a:rPr>
            <a:t>Users generally found NLIs helpful: 72% rate charts as "Useful" or "Very Useful."</a:t>
          </a:r>
          <a:endParaRPr lang="en-US" sz="1800" kern="1200" dirty="0"/>
        </a:p>
      </dsp:txBody>
      <dsp:txXfrm>
        <a:off x="401055" y="64608"/>
        <a:ext cx="7247688" cy="655877"/>
      </dsp:txXfrm>
    </dsp:sp>
    <dsp:sp modelId="{2EFD8274-B823-B645-8947-13FBC466C15D}">
      <dsp:nvSpPr>
        <dsp:cNvPr id="0" name=""/>
        <dsp:cNvSpPr/>
      </dsp:nvSpPr>
      <dsp:spPr>
        <a:xfrm>
          <a:off x="0" y="1725139"/>
          <a:ext cx="7686826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1029291"/>
              <a:satOff val="6178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3029C-4A4A-9540-BE4C-C90139C423F4}">
      <dsp:nvSpPr>
        <dsp:cNvPr id="0" name=""/>
        <dsp:cNvSpPr/>
      </dsp:nvSpPr>
      <dsp:spPr>
        <a:xfrm>
          <a:off x="365574" y="898526"/>
          <a:ext cx="7318650" cy="959452"/>
        </a:xfrm>
        <a:prstGeom prst="roundRect">
          <a:avLst/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381" tIns="0" rIns="20338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n-lt"/>
              <a:ea typeface="+mn-ea"/>
              <a:cs typeface="+mn-cs"/>
            </a:rPr>
            <a:t>40% found the NLIs "Easy" or "Very Easy" to use, with an additional 22% feeling neutral.</a:t>
          </a:r>
          <a:endParaRPr lang="en-US" sz="1800" kern="1200" dirty="0"/>
        </a:p>
      </dsp:txBody>
      <dsp:txXfrm>
        <a:off x="412411" y="945363"/>
        <a:ext cx="7224976" cy="865778"/>
      </dsp:txXfrm>
    </dsp:sp>
    <dsp:sp modelId="{1ECD96A9-99D5-E24C-A221-C183B0332BAC}">
      <dsp:nvSpPr>
        <dsp:cNvPr id="0" name=""/>
        <dsp:cNvSpPr/>
      </dsp:nvSpPr>
      <dsp:spPr>
        <a:xfrm>
          <a:off x="0" y="2802518"/>
          <a:ext cx="7686826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2058582"/>
              <a:satOff val="12356"/>
              <a:lumOff val="9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593A41-97E7-E84D-8645-C74656D64726}">
      <dsp:nvSpPr>
        <dsp:cNvPr id="0" name=""/>
        <dsp:cNvSpPr/>
      </dsp:nvSpPr>
      <dsp:spPr>
        <a:xfrm>
          <a:off x="365574" y="2000539"/>
          <a:ext cx="7318650" cy="934818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381" tIns="0" rIns="20338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n-lt"/>
              <a:ea typeface="+mn-ea"/>
              <a:cs typeface="+mn-cs"/>
            </a:rPr>
            <a:t>Learning to use NLIs without prior instruction added to cognitive demands.</a:t>
          </a:r>
          <a:endParaRPr lang="en-US" sz="1800" kern="1200"/>
        </a:p>
      </dsp:txBody>
      <dsp:txXfrm>
        <a:off x="411208" y="2046173"/>
        <a:ext cx="7227382" cy="843550"/>
      </dsp:txXfrm>
    </dsp:sp>
    <dsp:sp modelId="{C0AB0844-3A28-044B-933B-3718BC367BE8}">
      <dsp:nvSpPr>
        <dsp:cNvPr id="0" name=""/>
        <dsp:cNvSpPr/>
      </dsp:nvSpPr>
      <dsp:spPr>
        <a:xfrm>
          <a:off x="0" y="3614985"/>
          <a:ext cx="7686826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3087872"/>
              <a:satOff val="18534"/>
              <a:lumOff val="141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196D4-7C19-6F48-B4EB-8F3DB34E5E57}">
      <dsp:nvSpPr>
        <dsp:cNvPr id="0" name=""/>
        <dsp:cNvSpPr/>
      </dsp:nvSpPr>
      <dsp:spPr>
        <a:xfrm>
          <a:off x="365949" y="3077918"/>
          <a:ext cx="7318992" cy="669906"/>
        </a:xfrm>
        <a:prstGeom prst="roundRect">
          <a:avLst/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381" tIns="0" rIns="20338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n-lt"/>
              <a:ea typeface="+mn-ea"/>
              <a:cs typeface="+mn-cs"/>
            </a:rPr>
            <a:t>Lack of guidance required participants to adapt quickly while focusing on collaborative tasks with their study partners.</a:t>
          </a:r>
          <a:endParaRPr lang="en-US" sz="1800" kern="1200" dirty="0"/>
        </a:p>
      </dsp:txBody>
      <dsp:txXfrm>
        <a:off x="398651" y="3110620"/>
        <a:ext cx="7253588" cy="604502"/>
      </dsp:txXfrm>
    </dsp:sp>
    <dsp:sp modelId="{92F8D9F8-023C-E941-A541-0820A1AAE0EE}">
      <dsp:nvSpPr>
        <dsp:cNvPr id="0" name=""/>
        <dsp:cNvSpPr/>
      </dsp:nvSpPr>
      <dsp:spPr>
        <a:xfrm>
          <a:off x="0" y="4884089"/>
          <a:ext cx="7686826" cy="22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4117163"/>
              <a:satOff val="24712"/>
              <a:lumOff val="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94297-BB05-1F4D-A4DF-2C5C210A8A89}">
      <dsp:nvSpPr>
        <dsp:cNvPr id="0" name=""/>
        <dsp:cNvSpPr/>
      </dsp:nvSpPr>
      <dsp:spPr>
        <a:xfrm>
          <a:off x="365574" y="3890385"/>
          <a:ext cx="7318650" cy="1126544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381" tIns="0" rIns="20338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n-lt"/>
              <a:ea typeface="+mn-ea"/>
              <a:cs typeface="+mn-cs"/>
            </a:rPr>
            <a:t>This highlights both the value and usability challenges of NLIs in exploratory data tasks, especially in collaborative settings.</a:t>
          </a:r>
          <a:endParaRPr lang="en-US" sz="1800" kern="1200" dirty="0"/>
        </a:p>
      </dsp:txBody>
      <dsp:txXfrm>
        <a:off x="420567" y="3945378"/>
        <a:ext cx="7208664" cy="10165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0495D-C6AD-8144-85C4-1B1C5776EA09}">
      <dsp:nvSpPr>
        <dsp:cNvPr id="0" name=""/>
        <dsp:cNvSpPr/>
      </dsp:nvSpPr>
      <dsp:spPr>
        <a:xfrm>
          <a:off x="0" y="1614908"/>
          <a:ext cx="8128000" cy="204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1353820" rIns="630823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stem Font Regular"/>
            <a:buNone/>
          </a:pPr>
          <a:r>
            <a:rPr lang="en-US" sz="3200" kern="1200" dirty="0">
              <a:solidFill>
                <a:schemeClr val="accent1"/>
              </a:solidFill>
              <a:effectLst/>
            </a:rPr>
            <a:t>Challenges for users </a:t>
          </a:r>
          <a:endParaRPr lang="en-US" sz="3200" kern="1200" dirty="0">
            <a:solidFill>
              <a:schemeClr val="accent1"/>
            </a:solidFill>
          </a:endParaRPr>
        </a:p>
      </dsp:txBody>
      <dsp:txXfrm>
        <a:off x="0" y="1614908"/>
        <a:ext cx="8128000" cy="2047500"/>
      </dsp:txXfrm>
    </dsp:sp>
    <dsp:sp modelId="{5467150C-A99F-9E43-882E-C439D5AEAC97}">
      <dsp:nvSpPr>
        <dsp:cNvPr id="0" name=""/>
        <dsp:cNvSpPr/>
      </dsp:nvSpPr>
      <dsp:spPr>
        <a:xfrm>
          <a:off x="349812" y="577835"/>
          <a:ext cx="5689599" cy="1918800"/>
        </a:xfrm>
        <a:prstGeom prst="round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Part - 2</a:t>
          </a:r>
        </a:p>
      </dsp:txBody>
      <dsp:txXfrm>
        <a:off x="443480" y="671503"/>
        <a:ext cx="5502263" cy="173146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903CC-C8A8-404D-971B-A03CBA83C3E2}">
      <dsp:nvSpPr>
        <dsp:cNvPr id="0" name=""/>
        <dsp:cNvSpPr/>
      </dsp:nvSpPr>
      <dsp:spPr>
        <a:xfrm>
          <a:off x="0" y="0"/>
          <a:ext cx="3371686" cy="1003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"Can you show me the uninsured rate for different counties?”</a:t>
          </a:r>
        </a:p>
      </dsp:txBody>
      <dsp:txXfrm>
        <a:off x="49004" y="49004"/>
        <a:ext cx="3273678" cy="905852"/>
      </dsp:txXfrm>
    </dsp:sp>
    <dsp:sp modelId="{FC3B0F4E-2055-814F-A2F0-00853431B300}">
      <dsp:nvSpPr>
        <dsp:cNvPr id="0" name=""/>
        <dsp:cNvSpPr/>
      </dsp:nvSpPr>
      <dsp:spPr>
        <a:xfrm>
          <a:off x="0" y="1038772"/>
          <a:ext cx="3371686" cy="1003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Generates a grouped bar chart of uninsured rate, grouping by county-type</a:t>
          </a:r>
        </a:p>
      </dsp:txBody>
      <dsp:txXfrm>
        <a:off x="49004" y="1087776"/>
        <a:ext cx="3273678" cy="905852"/>
      </dsp:txXfrm>
    </dsp:sp>
    <dsp:sp modelId="{AC006958-4BD6-164F-B899-80C7428A477D}">
      <dsp:nvSpPr>
        <dsp:cNvPr id="0" name=""/>
        <dsp:cNvSpPr/>
      </dsp:nvSpPr>
      <dsp:spPr>
        <a:xfrm>
          <a:off x="0" y="2074312"/>
          <a:ext cx="3371686" cy="100386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“I don’t understand very well, what these bar charts are for?”</a:t>
          </a:r>
        </a:p>
      </dsp:txBody>
      <dsp:txXfrm>
        <a:off x="49004" y="2123316"/>
        <a:ext cx="3273678" cy="905852"/>
      </dsp:txXfrm>
    </dsp:sp>
    <dsp:sp modelId="{79199F20-7CA7-E144-9840-50013BC07824}">
      <dsp:nvSpPr>
        <dsp:cNvPr id="0" name=""/>
        <dsp:cNvSpPr/>
      </dsp:nvSpPr>
      <dsp:spPr>
        <a:xfrm>
          <a:off x="0" y="3109852"/>
          <a:ext cx="3371686" cy="10038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“So, it is grouping them by county type.”</a:t>
          </a:r>
        </a:p>
      </dsp:txBody>
      <dsp:txXfrm>
        <a:off x="49004" y="3158856"/>
        <a:ext cx="3273678" cy="90585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903CC-C8A8-404D-971B-A03CBA83C3E2}">
      <dsp:nvSpPr>
        <dsp:cNvPr id="0" name=""/>
        <dsp:cNvSpPr/>
      </dsp:nvSpPr>
      <dsp:spPr>
        <a:xfrm>
          <a:off x="0" y="0"/>
          <a:ext cx="3594100" cy="1287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“We’ll discuss the comparison of the graph, we can compare it and generate the resources for every disease that we have.</a:t>
          </a:r>
        </a:p>
      </dsp:txBody>
      <dsp:txXfrm>
        <a:off x="62826" y="62826"/>
        <a:ext cx="3468448" cy="1161348"/>
      </dsp:txXfrm>
    </dsp:sp>
    <dsp:sp modelId="{FC3B0F4E-2055-814F-A2F0-00853431B300}">
      <dsp:nvSpPr>
        <dsp:cNvPr id="0" name=""/>
        <dsp:cNvSpPr/>
      </dsp:nvSpPr>
      <dsp:spPr>
        <a:xfrm>
          <a:off x="0" y="1414972"/>
          <a:ext cx="3594100" cy="128700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“Sorry, I didn’t get you. So, we already have this COVID?”</a:t>
          </a:r>
        </a:p>
      </dsp:txBody>
      <dsp:txXfrm>
        <a:off x="62826" y="1477798"/>
        <a:ext cx="3468448" cy="1161348"/>
      </dsp:txXfrm>
    </dsp:sp>
    <dsp:sp modelId="{AC006958-4BD6-164F-B899-80C7428A477D}">
      <dsp:nvSpPr>
        <dsp:cNvPr id="0" name=""/>
        <dsp:cNvSpPr/>
      </dsp:nvSpPr>
      <dsp:spPr>
        <a:xfrm>
          <a:off x="0" y="2828692"/>
          <a:ext cx="3594100" cy="12870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“For the COVID, we can come to a conclusion that. . .”</a:t>
          </a:r>
        </a:p>
      </dsp:txBody>
      <dsp:txXfrm>
        <a:off x="62826" y="2891518"/>
        <a:ext cx="3468448" cy="11613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903CC-C8A8-404D-971B-A03CBA83C3E2}">
      <dsp:nvSpPr>
        <dsp:cNvPr id="0" name=""/>
        <dsp:cNvSpPr/>
      </dsp:nvSpPr>
      <dsp:spPr>
        <a:xfrm>
          <a:off x="0" y="0"/>
          <a:ext cx="3371686" cy="917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“Can we just mix and match everything and try it?”</a:t>
          </a:r>
        </a:p>
      </dsp:txBody>
      <dsp:txXfrm>
        <a:off x="44778" y="44778"/>
        <a:ext cx="3282130" cy="827724"/>
      </dsp:txXfrm>
    </dsp:sp>
    <dsp:sp modelId="{FC3B0F4E-2055-814F-A2F0-00853431B300}">
      <dsp:nvSpPr>
        <dsp:cNvPr id="0" name=""/>
        <dsp:cNvSpPr/>
      </dsp:nvSpPr>
      <dsp:spPr>
        <a:xfrm>
          <a:off x="0" y="1070632"/>
          <a:ext cx="3371686" cy="917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“Yeah, I think we need to mix and match two things.”</a:t>
          </a:r>
        </a:p>
      </dsp:txBody>
      <dsp:txXfrm>
        <a:off x="44778" y="1115410"/>
        <a:ext cx="3282130" cy="827724"/>
      </dsp:txXfrm>
    </dsp:sp>
    <dsp:sp modelId="{AC006958-4BD6-164F-B899-80C7428A477D}">
      <dsp:nvSpPr>
        <dsp:cNvPr id="0" name=""/>
        <dsp:cNvSpPr/>
      </dsp:nvSpPr>
      <dsp:spPr>
        <a:xfrm>
          <a:off x="0" y="2129032"/>
          <a:ext cx="3371686" cy="91728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“Can we do more than two?”</a:t>
          </a:r>
        </a:p>
      </dsp:txBody>
      <dsp:txXfrm>
        <a:off x="44778" y="2173810"/>
        <a:ext cx="3282130" cy="827724"/>
      </dsp:txXfrm>
    </dsp:sp>
    <dsp:sp modelId="{79199F20-7CA7-E144-9840-50013BC07824}">
      <dsp:nvSpPr>
        <dsp:cNvPr id="0" name=""/>
        <dsp:cNvSpPr/>
      </dsp:nvSpPr>
      <dsp:spPr>
        <a:xfrm>
          <a:off x="0" y="3187432"/>
          <a:ext cx="3371686" cy="917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No, I think only two different factors are involved here.”</a:t>
          </a:r>
        </a:p>
      </dsp:txBody>
      <dsp:txXfrm>
        <a:off x="44778" y="3232210"/>
        <a:ext cx="3282130" cy="82772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077680-06F0-4735-834B-9E792684F859}">
      <dsp:nvSpPr>
        <dsp:cNvPr id="0" name=""/>
        <dsp:cNvSpPr/>
      </dsp:nvSpPr>
      <dsp:spPr>
        <a:xfrm>
          <a:off x="0" y="4798"/>
          <a:ext cx="8610600" cy="105121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23C06-F3CF-4374-B123-D2542D431861}">
      <dsp:nvSpPr>
        <dsp:cNvPr id="0" name=""/>
        <dsp:cNvSpPr/>
      </dsp:nvSpPr>
      <dsp:spPr>
        <a:xfrm>
          <a:off x="317992" y="241321"/>
          <a:ext cx="578732" cy="5781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2C8CB-C205-47B5-A9C2-34A3FBA3D791}">
      <dsp:nvSpPr>
        <dsp:cNvPr id="0" name=""/>
        <dsp:cNvSpPr/>
      </dsp:nvSpPr>
      <dsp:spPr>
        <a:xfrm>
          <a:off x="1214716" y="4798"/>
          <a:ext cx="7359091" cy="111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07" tIns="118207" rIns="118207" bIns="11820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Seeking and providing clarifications is central to human-human communication </a:t>
          </a:r>
        </a:p>
      </dsp:txBody>
      <dsp:txXfrm>
        <a:off x="1214716" y="4798"/>
        <a:ext cx="7359091" cy="1116914"/>
      </dsp:txXfrm>
    </dsp:sp>
    <dsp:sp modelId="{BFD0EC27-D378-8A4F-8723-871586EDF1BD}">
      <dsp:nvSpPr>
        <dsp:cNvPr id="0" name=""/>
        <dsp:cNvSpPr/>
      </dsp:nvSpPr>
      <dsp:spPr>
        <a:xfrm>
          <a:off x="0" y="1400941"/>
          <a:ext cx="8610600" cy="105121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94A32-E53E-D344-BE00-F5A45AC69565}">
      <dsp:nvSpPr>
        <dsp:cNvPr id="0" name=""/>
        <dsp:cNvSpPr/>
      </dsp:nvSpPr>
      <dsp:spPr>
        <a:xfrm>
          <a:off x="317992" y="1637464"/>
          <a:ext cx="578732" cy="57816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6B74A-5B53-6240-B407-BED6BFDDC73F}">
      <dsp:nvSpPr>
        <dsp:cNvPr id="0" name=""/>
        <dsp:cNvSpPr/>
      </dsp:nvSpPr>
      <dsp:spPr>
        <a:xfrm>
          <a:off x="1214716" y="1400941"/>
          <a:ext cx="7359091" cy="111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07" tIns="118207" rIns="118207" bIns="11820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Speakers rely on CRs to negotiate meaning, resolve misunderstandings, and coordinate subsequent actions.</a:t>
          </a:r>
        </a:p>
      </dsp:txBody>
      <dsp:txXfrm>
        <a:off x="1214716" y="1400941"/>
        <a:ext cx="7359091" cy="1116914"/>
      </dsp:txXfrm>
    </dsp:sp>
    <dsp:sp modelId="{15B8BF2B-AD0F-41E2-951B-7EABD8B5A1F0}">
      <dsp:nvSpPr>
        <dsp:cNvPr id="0" name=""/>
        <dsp:cNvSpPr/>
      </dsp:nvSpPr>
      <dsp:spPr>
        <a:xfrm>
          <a:off x="0" y="2797084"/>
          <a:ext cx="8610600" cy="105121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8E459-9E7F-4A7F-B78E-36306C8FE30A}">
      <dsp:nvSpPr>
        <dsp:cNvPr id="0" name=""/>
        <dsp:cNvSpPr/>
      </dsp:nvSpPr>
      <dsp:spPr>
        <a:xfrm>
          <a:off x="317992" y="3033607"/>
          <a:ext cx="578732" cy="57816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CBC9A-8CBE-4490-8828-F18F75D6FDFE}">
      <dsp:nvSpPr>
        <dsp:cNvPr id="0" name=""/>
        <dsp:cNvSpPr/>
      </dsp:nvSpPr>
      <dsp:spPr>
        <a:xfrm>
          <a:off x="1214716" y="2797084"/>
          <a:ext cx="7359091" cy="111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07" tIns="118207" rIns="118207" bIns="11820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kern="1200" dirty="0"/>
            <a:t>Grounded Clarifications</a:t>
          </a:r>
          <a:r>
            <a:rPr lang="en-US" sz="2000" kern="1200" baseline="30000" dirty="0"/>
            <a:t>[12] </a:t>
          </a:r>
          <a:r>
            <a:rPr lang="en-US" sz="2000" kern="1200" dirty="0"/>
            <a:t> involve CRs tied to specific, real-world contexts or modalities, ensuring mutual understanding between the participants in a conversation</a:t>
          </a:r>
        </a:p>
      </dsp:txBody>
      <dsp:txXfrm>
        <a:off x="1214716" y="2797084"/>
        <a:ext cx="7359091" cy="1116914"/>
      </dsp:txXfrm>
    </dsp:sp>
    <dsp:sp modelId="{33C387B0-733F-4D11-A78D-08CCC6BAAF90}">
      <dsp:nvSpPr>
        <dsp:cNvPr id="0" name=""/>
        <dsp:cNvSpPr/>
      </dsp:nvSpPr>
      <dsp:spPr>
        <a:xfrm>
          <a:off x="0" y="4193226"/>
          <a:ext cx="8610600" cy="105121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2C63C-0965-478B-B449-F2E63ED35820}">
      <dsp:nvSpPr>
        <dsp:cNvPr id="0" name=""/>
        <dsp:cNvSpPr/>
      </dsp:nvSpPr>
      <dsp:spPr>
        <a:xfrm>
          <a:off x="317992" y="4429749"/>
          <a:ext cx="578732" cy="57816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71268-4643-43F0-9D71-9D0F3545304A}">
      <dsp:nvSpPr>
        <dsp:cNvPr id="0" name=""/>
        <dsp:cNvSpPr/>
      </dsp:nvSpPr>
      <dsp:spPr>
        <a:xfrm>
          <a:off x="1214716" y="4193226"/>
          <a:ext cx="7359091" cy="1116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07" tIns="118207" rIns="118207" bIns="11820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For  </a:t>
          </a:r>
          <a:r>
            <a:rPr lang="en-US" sz="2000" b="1" i="1" kern="1200" dirty="0"/>
            <a:t>utterance U</a:t>
          </a:r>
          <a:r>
            <a:rPr lang="en-US" sz="2000" kern="1200" dirty="0"/>
            <a:t>, subsequent turn is considered </a:t>
          </a:r>
          <a:r>
            <a:rPr lang="en-US" sz="2000" b="1" i="1" kern="1200" dirty="0"/>
            <a:t> grounded clarification in modality m </a:t>
          </a:r>
          <a:r>
            <a:rPr lang="en-US" sz="2000" kern="1200" dirty="0"/>
            <a:t>(e.g., visual, auditory) if there is  lack of positive evidence of understanding in that modality</a:t>
          </a:r>
        </a:p>
      </dsp:txBody>
      <dsp:txXfrm>
        <a:off x="1214716" y="4193226"/>
        <a:ext cx="7359091" cy="111691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903CC-C8A8-404D-971B-A03CBA83C3E2}">
      <dsp:nvSpPr>
        <dsp:cNvPr id="0" name=""/>
        <dsp:cNvSpPr/>
      </dsp:nvSpPr>
      <dsp:spPr>
        <a:xfrm>
          <a:off x="0" y="0"/>
          <a:ext cx="3078042" cy="91972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"Can you show me the uninsured rate for different counties?”</a:t>
          </a:r>
        </a:p>
      </dsp:txBody>
      <dsp:txXfrm>
        <a:off x="44897" y="44897"/>
        <a:ext cx="2988248" cy="829935"/>
      </dsp:txXfrm>
    </dsp:sp>
    <dsp:sp modelId="{FC3B0F4E-2055-814F-A2F0-00853431B300}">
      <dsp:nvSpPr>
        <dsp:cNvPr id="0" name=""/>
        <dsp:cNvSpPr/>
      </dsp:nvSpPr>
      <dsp:spPr>
        <a:xfrm>
          <a:off x="0" y="933596"/>
          <a:ext cx="3078042" cy="91972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Generates a grouped bar chart of uninsured rate, grouping by county-type</a:t>
          </a:r>
        </a:p>
      </dsp:txBody>
      <dsp:txXfrm>
        <a:off x="44897" y="978493"/>
        <a:ext cx="2988248" cy="829935"/>
      </dsp:txXfrm>
    </dsp:sp>
    <dsp:sp modelId="{AC006958-4BD6-164F-B899-80C7428A477D}">
      <dsp:nvSpPr>
        <dsp:cNvPr id="0" name=""/>
        <dsp:cNvSpPr/>
      </dsp:nvSpPr>
      <dsp:spPr>
        <a:xfrm>
          <a:off x="0" y="1866488"/>
          <a:ext cx="3078042" cy="919729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“I don’t understand very well, what these bar charts are for?”</a:t>
          </a:r>
        </a:p>
      </dsp:txBody>
      <dsp:txXfrm>
        <a:off x="44897" y="1911385"/>
        <a:ext cx="2988248" cy="829935"/>
      </dsp:txXfrm>
    </dsp:sp>
    <dsp:sp modelId="{79199F20-7CA7-E144-9840-50013BC07824}">
      <dsp:nvSpPr>
        <dsp:cNvPr id="0" name=""/>
        <dsp:cNvSpPr/>
      </dsp:nvSpPr>
      <dsp:spPr>
        <a:xfrm>
          <a:off x="0" y="2799380"/>
          <a:ext cx="3078042" cy="91972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“So, it is grouping them by county type.”</a:t>
          </a:r>
        </a:p>
      </dsp:txBody>
      <dsp:txXfrm>
        <a:off x="44897" y="2844277"/>
        <a:ext cx="2988248" cy="82993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903CC-C8A8-404D-971B-A03CBA83C3E2}">
      <dsp:nvSpPr>
        <dsp:cNvPr id="0" name=""/>
        <dsp:cNvSpPr/>
      </dsp:nvSpPr>
      <dsp:spPr>
        <a:xfrm>
          <a:off x="0" y="0"/>
          <a:ext cx="3281086" cy="12322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“We’ll discuss the comparison of the graph, we can compare it and generate the resources for every disease that we have.</a:t>
          </a:r>
        </a:p>
      </dsp:txBody>
      <dsp:txXfrm>
        <a:off x="60153" y="60153"/>
        <a:ext cx="3160780" cy="1111941"/>
      </dsp:txXfrm>
    </dsp:sp>
    <dsp:sp modelId="{FC3B0F4E-2055-814F-A2F0-00853431B300}">
      <dsp:nvSpPr>
        <dsp:cNvPr id="0" name=""/>
        <dsp:cNvSpPr/>
      </dsp:nvSpPr>
      <dsp:spPr>
        <a:xfrm>
          <a:off x="0" y="1243783"/>
          <a:ext cx="3281086" cy="1232247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“Sorry, I didn’t get you. So, we already have this COVID?”</a:t>
          </a:r>
        </a:p>
      </dsp:txBody>
      <dsp:txXfrm>
        <a:off x="60153" y="1303936"/>
        <a:ext cx="3160780" cy="1111941"/>
      </dsp:txXfrm>
    </dsp:sp>
    <dsp:sp modelId="{AC006958-4BD6-164F-B899-80C7428A477D}">
      <dsp:nvSpPr>
        <dsp:cNvPr id="0" name=""/>
        <dsp:cNvSpPr/>
      </dsp:nvSpPr>
      <dsp:spPr>
        <a:xfrm>
          <a:off x="0" y="2487182"/>
          <a:ext cx="3281086" cy="123224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“For the COVID, we can come to a conclusion that. . .”</a:t>
          </a:r>
        </a:p>
      </dsp:txBody>
      <dsp:txXfrm>
        <a:off x="60153" y="2547335"/>
        <a:ext cx="3160780" cy="111194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903CC-C8A8-404D-971B-A03CBA83C3E2}">
      <dsp:nvSpPr>
        <dsp:cNvPr id="0" name=""/>
        <dsp:cNvSpPr/>
      </dsp:nvSpPr>
      <dsp:spPr>
        <a:xfrm>
          <a:off x="0" y="2860"/>
          <a:ext cx="3078042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“Can we just mix and match everything and try it?”</a:t>
          </a:r>
        </a:p>
      </dsp:txBody>
      <dsp:txXfrm>
        <a:off x="40209" y="43069"/>
        <a:ext cx="2997624" cy="743262"/>
      </dsp:txXfrm>
    </dsp:sp>
    <dsp:sp modelId="{FC3B0F4E-2055-814F-A2F0-00853431B300}">
      <dsp:nvSpPr>
        <dsp:cNvPr id="0" name=""/>
        <dsp:cNvSpPr/>
      </dsp:nvSpPr>
      <dsp:spPr>
        <a:xfrm>
          <a:off x="0" y="972867"/>
          <a:ext cx="3078042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“Yeah, I think we need to mix and match two things.”</a:t>
          </a:r>
        </a:p>
      </dsp:txBody>
      <dsp:txXfrm>
        <a:off x="40209" y="1013076"/>
        <a:ext cx="2997624" cy="743262"/>
      </dsp:txXfrm>
    </dsp:sp>
    <dsp:sp modelId="{AC006958-4BD6-164F-B899-80C7428A477D}">
      <dsp:nvSpPr>
        <dsp:cNvPr id="0" name=""/>
        <dsp:cNvSpPr/>
      </dsp:nvSpPr>
      <dsp:spPr>
        <a:xfrm>
          <a:off x="0" y="1923267"/>
          <a:ext cx="3078042" cy="82368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“Can we do more than two?”</a:t>
          </a:r>
        </a:p>
      </dsp:txBody>
      <dsp:txXfrm>
        <a:off x="40209" y="1963476"/>
        <a:ext cx="2997624" cy="743262"/>
      </dsp:txXfrm>
    </dsp:sp>
    <dsp:sp modelId="{79199F20-7CA7-E144-9840-50013BC07824}">
      <dsp:nvSpPr>
        <dsp:cNvPr id="0" name=""/>
        <dsp:cNvSpPr/>
      </dsp:nvSpPr>
      <dsp:spPr>
        <a:xfrm>
          <a:off x="0" y="2873667"/>
          <a:ext cx="3078042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No, I think only two different factors are involved here.”</a:t>
          </a:r>
        </a:p>
      </dsp:txBody>
      <dsp:txXfrm>
        <a:off x="40209" y="2913876"/>
        <a:ext cx="2997624" cy="74326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EF2AF4-C7C3-C94A-9A5C-7678E24FF447}">
      <dsp:nvSpPr>
        <dsp:cNvPr id="0" name=""/>
        <dsp:cNvSpPr/>
      </dsp:nvSpPr>
      <dsp:spPr>
        <a:xfrm>
          <a:off x="4668476" y="1189"/>
          <a:ext cx="3223581" cy="14579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Existing datasets (SCARE) </a:t>
          </a:r>
          <a:r>
            <a:rPr lang="en-US" sz="1900" kern="1200" baseline="30000" dirty="0"/>
            <a:t>[12] </a:t>
          </a:r>
          <a:r>
            <a:rPr lang="en-US" sz="1900" kern="1200" dirty="0"/>
            <a:t>  show this grounding can be annotated </a:t>
          </a:r>
        </a:p>
      </dsp:txBody>
      <dsp:txXfrm>
        <a:off x="4668476" y="1189"/>
        <a:ext cx="3223581" cy="1457974"/>
      </dsp:txXfrm>
    </dsp:sp>
    <dsp:sp modelId="{AB061B83-FD1C-BE4D-A4DB-52DB5D21D582}">
      <dsp:nvSpPr>
        <dsp:cNvPr id="0" name=""/>
        <dsp:cNvSpPr/>
      </dsp:nvSpPr>
      <dsp:spPr>
        <a:xfrm>
          <a:off x="3080742" y="1189"/>
          <a:ext cx="1443394" cy="14579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84167-7BCB-F443-9BA0-1AE2466C2C7A}">
      <dsp:nvSpPr>
        <dsp:cNvPr id="0" name=""/>
        <dsp:cNvSpPr/>
      </dsp:nvSpPr>
      <dsp:spPr>
        <a:xfrm>
          <a:off x="3080742" y="1699729"/>
          <a:ext cx="3223581" cy="1457974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But they do </a:t>
          </a:r>
          <a:r>
            <a:rPr lang="en-US" sz="1900" b="1" kern="1200"/>
            <a:t>not capture real-world collaborative task performance</a:t>
          </a:r>
          <a:r>
            <a:rPr lang="en-US" sz="1900" kern="1200"/>
            <a:t> </a:t>
          </a:r>
          <a:endParaRPr lang="en-US" sz="1900" kern="1200" dirty="0"/>
        </a:p>
      </dsp:txBody>
      <dsp:txXfrm>
        <a:off x="3080742" y="1699729"/>
        <a:ext cx="3223581" cy="1457974"/>
      </dsp:txXfrm>
    </dsp:sp>
    <dsp:sp modelId="{09A5AAE8-99DE-454F-A811-25758908A8F2}">
      <dsp:nvSpPr>
        <dsp:cNvPr id="0" name=""/>
        <dsp:cNvSpPr/>
      </dsp:nvSpPr>
      <dsp:spPr>
        <a:xfrm>
          <a:off x="6448663" y="1699729"/>
          <a:ext cx="1443394" cy="14579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016AB-BBB4-1E46-A203-87CA57FF2716}">
      <dsp:nvSpPr>
        <dsp:cNvPr id="0" name=""/>
        <dsp:cNvSpPr/>
      </dsp:nvSpPr>
      <dsp:spPr>
        <a:xfrm>
          <a:off x="4668476" y="3398269"/>
          <a:ext cx="3223581" cy="1457974"/>
        </a:xfrm>
        <a:prstGeom prst="rect">
          <a:avLst/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Other CR datasets are also: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asynchronous</a:t>
          </a:r>
          <a:r>
            <a:rPr lang="en-US" sz="1500" kern="1200"/>
            <a:t>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 dirty="0"/>
            <a:t>single-turn</a:t>
          </a:r>
          <a:r>
            <a:rPr lang="en-US" sz="1500" kern="1200" dirty="0"/>
            <a:t>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not built for collaborative task-oriented dialogue</a:t>
          </a:r>
          <a:r>
            <a:rPr lang="en-US" sz="1500" kern="1200"/>
            <a:t> </a:t>
          </a:r>
        </a:p>
      </dsp:txBody>
      <dsp:txXfrm>
        <a:off x="4668476" y="3398269"/>
        <a:ext cx="3223581" cy="1457974"/>
      </dsp:txXfrm>
    </dsp:sp>
    <dsp:sp modelId="{F0B0A105-F708-EC43-A7BA-C9DE3E493534}">
      <dsp:nvSpPr>
        <dsp:cNvPr id="0" name=""/>
        <dsp:cNvSpPr/>
      </dsp:nvSpPr>
      <dsp:spPr>
        <a:xfrm>
          <a:off x="3080742" y="3398269"/>
          <a:ext cx="1443394" cy="14579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6C001-48BD-544E-959A-374E2109521F}">
      <dsp:nvSpPr>
        <dsp:cNvPr id="0" name=""/>
        <dsp:cNvSpPr/>
      </dsp:nvSpPr>
      <dsp:spPr>
        <a:xfrm>
          <a:off x="0" y="3382325"/>
          <a:ext cx="3570335" cy="1110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Disagreements resolved through adjudication before obtaining final labels</a:t>
          </a:r>
        </a:p>
      </dsp:txBody>
      <dsp:txXfrm>
        <a:off x="0" y="3382325"/>
        <a:ext cx="3570335" cy="1110154"/>
      </dsp:txXfrm>
    </dsp:sp>
    <dsp:sp modelId="{E951C0C0-BB95-2A4D-99F9-DD3DAEB820B4}">
      <dsp:nvSpPr>
        <dsp:cNvPr id="0" name=""/>
        <dsp:cNvSpPr/>
      </dsp:nvSpPr>
      <dsp:spPr>
        <a:xfrm rot="10800000">
          <a:off x="0" y="1691560"/>
          <a:ext cx="3570335" cy="170741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First round: 565 utterances</a:t>
          </a:r>
        </a:p>
      </dsp:txBody>
      <dsp:txXfrm rot="-10800000">
        <a:off x="0" y="1691560"/>
        <a:ext cx="3570335" cy="599303"/>
      </dsp:txXfrm>
    </dsp:sp>
    <dsp:sp modelId="{6F14BF5F-5312-9F4E-973E-C513424773ED}">
      <dsp:nvSpPr>
        <dsp:cNvPr id="0" name=""/>
        <dsp:cNvSpPr/>
      </dsp:nvSpPr>
      <dsp:spPr>
        <a:xfrm>
          <a:off x="0" y="2290863"/>
          <a:ext cx="1785167" cy="5105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kern="1200" dirty="0"/>
            <a:t>κ = 0.89</a:t>
          </a:r>
          <a:r>
            <a:rPr lang="el-GR" sz="1400" kern="1200" dirty="0"/>
            <a:t> </a:t>
          </a:r>
          <a:r>
            <a:rPr lang="en-US" sz="1400" kern="1200" dirty="0"/>
            <a:t>for CR identification </a:t>
          </a:r>
        </a:p>
      </dsp:txBody>
      <dsp:txXfrm>
        <a:off x="0" y="2290863"/>
        <a:ext cx="1785167" cy="510518"/>
      </dsp:txXfrm>
    </dsp:sp>
    <dsp:sp modelId="{D44EF392-2AE9-1946-9477-B2ECB1DAAA2F}">
      <dsp:nvSpPr>
        <dsp:cNvPr id="0" name=""/>
        <dsp:cNvSpPr/>
      </dsp:nvSpPr>
      <dsp:spPr>
        <a:xfrm>
          <a:off x="1785167" y="2290863"/>
          <a:ext cx="1785167" cy="5105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1" kern="1200" dirty="0"/>
            <a:t>κ = 0.64</a:t>
          </a:r>
          <a:r>
            <a:rPr lang="el-GR" sz="1400" kern="1200" dirty="0"/>
            <a:t> </a:t>
          </a:r>
          <a:r>
            <a:rPr lang="en-US" sz="1400" kern="1200" dirty="0"/>
            <a:t>for grounding modality   </a:t>
          </a:r>
        </a:p>
      </dsp:txBody>
      <dsp:txXfrm>
        <a:off x="1785167" y="2290863"/>
        <a:ext cx="1785167" cy="510518"/>
      </dsp:txXfrm>
    </dsp:sp>
    <dsp:sp modelId="{520ABF8C-2194-D543-B4D5-DFD2430FF03D}">
      <dsp:nvSpPr>
        <dsp:cNvPr id="0" name=""/>
        <dsp:cNvSpPr/>
      </dsp:nvSpPr>
      <dsp:spPr>
        <a:xfrm rot="10800000">
          <a:off x="0" y="794"/>
          <a:ext cx="3570335" cy="170741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900" kern="1200" dirty="0"/>
            <a:t>Pilot round: 447 utterances</a:t>
          </a:r>
        </a:p>
      </dsp:txBody>
      <dsp:txXfrm rot="-10800000">
        <a:off x="0" y="794"/>
        <a:ext cx="3570335" cy="599303"/>
      </dsp:txXfrm>
    </dsp:sp>
    <dsp:sp modelId="{40EF6C02-061F-244A-8EC2-537C15DD7DC3}">
      <dsp:nvSpPr>
        <dsp:cNvPr id="0" name=""/>
        <dsp:cNvSpPr/>
      </dsp:nvSpPr>
      <dsp:spPr>
        <a:xfrm>
          <a:off x="0" y="600097"/>
          <a:ext cx="3570335" cy="5105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Disagreements resolved through discussion</a:t>
          </a:r>
        </a:p>
      </dsp:txBody>
      <dsp:txXfrm>
        <a:off x="0" y="600097"/>
        <a:ext cx="3570335" cy="51051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D6C001-48BD-544E-959A-374E2109521F}">
      <dsp:nvSpPr>
        <dsp:cNvPr id="0" name=""/>
        <dsp:cNvSpPr/>
      </dsp:nvSpPr>
      <dsp:spPr>
        <a:xfrm>
          <a:off x="0" y="3382325"/>
          <a:ext cx="3581075" cy="11101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Short dialogue windows are usually sufficient</a:t>
          </a:r>
          <a:r>
            <a:rPr lang="en-US" sz="1800" kern="1200" dirty="0"/>
            <a:t>, with slightly more context useful for visual CRs </a:t>
          </a:r>
        </a:p>
      </dsp:txBody>
      <dsp:txXfrm>
        <a:off x="0" y="3382325"/>
        <a:ext cx="3581075" cy="1110154"/>
      </dsp:txXfrm>
    </dsp:sp>
    <dsp:sp modelId="{2F3FB9A9-8307-CF42-B0BF-EE5AC55A304A}">
      <dsp:nvSpPr>
        <dsp:cNvPr id="0" name=""/>
        <dsp:cNvSpPr/>
      </dsp:nvSpPr>
      <dsp:spPr>
        <a:xfrm rot="10800000">
          <a:off x="0" y="1691560"/>
          <a:ext cx="3581075" cy="170741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73.5%</a:t>
          </a:r>
          <a:r>
            <a:rPr lang="en-US" sz="1800" kern="1200" dirty="0"/>
            <a:t> of CRs referred to content in the </a:t>
          </a:r>
          <a:r>
            <a:rPr lang="en-US" sz="1800" b="1" kern="1200" dirty="0"/>
            <a:t>previous two turns</a:t>
          </a:r>
          <a:r>
            <a:rPr lang="en-US" sz="1800" kern="1200" dirty="0"/>
            <a:t> </a:t>
          </a:r>
        </a:p>
      </dsp:txBody>
      <dsp:txXfrm rot="-10800000">
        <a:off x="0" y="1691560"/>
        <a:ext cx="3581075" cy="599303"/>
      </dsp:txXfrm>
    </dsp:sp>
    <dsp:sp modelId="{A369C77D-CE4D-F04F-99B6-E278D5F28D8C}">
      <dsp:nvSpPr>
        <dsp:cNvPr id="0" name=""/>
        <dsp:cNvSpPr/>
      </dsp:nvSpPr>
      <dsp:spPr>
        <a:xfrm>
          <a:off x="0" y="2290863"/>
          <a:ext cx="3581075" cy="5105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Visual CRs sometimes reached farther back </a:t>
          </a:r>
          <a:endParaRPr lang="en-US" sz="1800" kern="1200" dirty="0"/>
        </a:p>
      </dsp:txBody>
      <dsp:txXfrm>
        <a:off x="0" y="2290863"/>
        <a:ext cx="3581075" cy="510518"/>
      </dsp:txXfrm>
    </dsp:sp>
    <dsp:sp modelId="{2C9F0BE3-667E-2641-A047-FEA8E17035E9}">
      <dsp:nvSpPr>
        <dsp:cNvPr id="0" name=""/>
        <dsp:cNvSpPr/>
      </dsp:nvSpPr>
      <dsp:spPr>
        <a:xfrm rot="10800000">
          <a:off x="0" y="794"/>
          <a:ext cx="3581075" cy="170741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Context computed: 440 utterances</a:t>
          </a:r>
        </a:p>
      </dsp:txBody>
      <dsp:txXfrm rot="10800000">
        <a:off x="0" y="794"/>
        <a:ext cx="3581075" cy="110942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2241FA-0C22-954B-AC97-DB93F17EB18A}">
      <dsp:nvSpPr>
        <dsp:cNvPr id="0" name=""/>
        <dsp:cNvSpPr/>
      </dsp:nvSpPr>
      <dsp:spPr>
        <a:xfrm>
          <a:off x="0" y="10307"/>
          <a:ext cx="10701383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Best CR-ID model</a:t>
          </a:r>
          <a:endParaRPr lang="en-US" sz="1900" kern="1200"/>
        </a:p>
      </dsp:txBody>
      <dsp:txXfrm>
        <a:off x="22275" y="32582"/>
        <a:ext cx="10656833" cy="411750"/>
      </dsp:txXfrm>
    </dsp:sp>
    <dsp:sp modelId="{08318F6E-24FF-3441-B320-37ABE698E909}">
      <dsp:nvSpPr>
        <dsp:cNvPr id="0" name=""/>
        <dsp:cNvSpPr/>
      </dsp:nvSpPr>
      <dsp:spPr>
        <a:xfrm>
          <a:off x="0" y="466607"/>
          <a:ext cx="10701383" cy="97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769" tIns="24130" rIns="135128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kern="1200"/>
            <a:t>DistilBERT + Prev1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CR F1 = </a:t>
          </a:r>
          <a:r>
            <a:rPr lang="en-US" sz="1900" b="1" kern="1200"/>
            <a:t>0.66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CR Precision / Recall = </a:t>
          </a:r>
          <a:r>
            <a:rPr lang="en-US" sz="1900" b="1" kern="1200" dirty="0"/>
            <a:t>0.75 / 0.59</a:t>
          </a:r>
          <a:endParaRPr lang="en-US" sz="1900" kern="1200" dirty="0"/>
        </a:p>
      </dsp:txBody>
      <dsp:txXfrm>
        <a:off x="0" y="466607"/>
        <a:ext cx="10701383" cy="972900"/>
      </dsp:txXfrm>
    </dsp:sp>
    <dsp:sp modelId="{9787C8DC-0185-B049-AB3C-1C8BA2B40DA8}">
      <dsp:nvSpPr>
        <dsp:cNvPr id="0" name=""/>
        <dsp:cNvSpPr/>
      </dsp:nvSpPr>
      <dsp:spPr>
        <a:xfrm>
          <a:off x="0" y="1439507"/>
          <a:ext cx="10701383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Best GMOD model</a:t>
          </a:r>
          <a:endParaRPr lang="en-US" sz="1900" kern="1200"/>
        </a:p>
      </dsp:txBody>
      <dsp:txXfrm>
        <a:off x="22275" y="1461782"/>
        <a:ext cx="10656833" cy="411750"/>
      </dsp:txXfrm>
    </dsp:sp>
    <dsp:sp modelId="{4A0C8C29-AC47-754E-9F2F-8A70192DA2A3}">
      <dsp:nvSpPr>
        <dsp:cNvPr id="0" name=""/>
        <dsp:cNvSpPr/>
      </dsp:nvSpPr>
      <dsp:spPr>
        <a:xfrm>
          <a:off x="0" y="1895807"/>
          <a:ext cx="10701383" cy="1614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769" tIns="24130" rIns="135128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kern="1200"/>
            <a:t>TF-IDF + Logistic Regression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Visual F1 = </a:t>
          </a:r>
          <a:r>
            <a:rPr lang="en-US" sz="1900" b="1" kern="1200"/>
            <a:t>0.73 (+ Prev1)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Kinesthetic F1 = </a:t>
          </a:r>
          <a:r>
            <a:rPr lang="en-US" sz="1900" b="1" kern="1200"/>
            <a:t>0.55 (no context)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kern="1200"/>
            <a:t>DistilBERT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kern="1200"/>
            <a:t>Auditory F1 =  0.43 (no context)</a:t>
          </a:r>
          <a:endParaRPr lang="en-US" sz="1900" kern="1200"/>
        </a:p>
      </dsp:txBody>
      <dsp:txXfrm>
        <a:off x="0" y="1895807"/>
        <a:ext cx="10701383" cy="1614599"/>
      </dsp:txXfrm>
    </dsp:sp>
    <dsp:sp modelId="{32685FBA-1A5C-DB46-97C5-82CDD14D9FC2}">
      <dsp:nvSpPr>
        <dsp:cNvPr id="0" name=""/>
        <dsp:cNvSpPr/>
      </dsp:nvSpPr>
      <dsp:spPr>
        <a:xfrm>
          <a:off x="0" y="3510407"/>
          <a:ext cx="10701383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Overall baseline pattern on grounding modality classification: Visual &gt; Kinesthetic &gt; Auditory</a:t>
          </a:r>
          <a:endParaRPr lang="en-US" sz="1900" kern="1200"/>
        </a:p>
      </dsp:txBody>
      <dsp:txXfrm>
        <a:off x="22275" y="3532682"/>
        <a:ext cx="10656833" cy="411750"/>
      </dsp:txXfrm>
    </dsp:sp>
    <dsp:sp modelId="{CF3A8436-D684-714A-A8B2-A8FF9954F7A2}">
      <dsp:nvSpPr>
        <dsp:cNvPr id="0" name=""/>
        <dsp:cNvSpPr/>
      </dsp:nvSpPr>
      <dsp:spPr>
        <a:xfrm>
          <a:off x="0" y="4024306"/>
          <a:ext cx="10701383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Takeaways</a:t>
          </a:r>
          <a:endParaRPr lang="en-US" sz="1900" kern="1200"/>
        </a:p>
      </dsp:txBody>
      <dsp:txXfrm>
        <a:off x="22275" y="4046581"/>
        <a:ext cx="10656833" cy="411750"/>
      </dsp:txXfrm>
    </dsp:sp>
    <dsp:sp modelId="{5D911C0C-9769-8D47-98B2-F7BF82341324}">
      <dsp:nvSpPr>
        <dsp:cNvPr id="0" name=""/>
        <dsp:cNvSpPr/>
      </dsp:nvSpPr>
      <dsp:spPr>
        <a:xfrm>
          <a:off x="0" y="4480606"/>
          <a:ext cx="10701383" cy="124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769" tIns="24130" rIns="135128" bIns="2413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Baselines show that </a:t>
          </a:r>
          <a:r>
            <a:rPr lang="en-US" sz="1900" kern="1200" dirty="0" err="1"/>
            <a:t>ClarVis</a:t>
          </a:r>
          <a:r>
            <a:rPr lang="en-US" sz="1900" kern="1200" dirty="0"/>
            <a:t> contains learnable signals for both CR identification and grounding modality classification.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Short dialogue context helped CR-ID, especially with DistilBERT.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Visual grounding: most recoverable modality</a:t>
          </a:r>
        </a:p>
      </dsp:txBody>
      <dsp:txXfrm>
        <a:off x="0" y="4480606"/>
        <a:ext cx="10701383" cy="124200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59C4B-6756-9440-9CD2-57F5C353B1F7}">
      <dsp:nvSpPr>
        <dsp:cNvPr id="0" name=""/>
        <dsp:cNvSpPr/>
      </dsp:nvSpPr>
      <dsp:spPr>
        <a:xfrm>
          <a:off x="158588" y="712785"/>
          <a:ext cx="1237891" cy="618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Final Intent Labels</a:t>
          </a:r>
          <a:endParaRPr lang="en-US" sz="1800" kern="1200" dirty="0"/>
        </a:p>
      </dsp:txBody>
      <dsp:txXfrm>
        <a:off x="176716" y="730913"/>
        <a:ext cx="1201635" cy="582689"/>
      </dsp:txXfrm>
    </dsp:sp>
    <dsp:sp modelId="{F9AD140C-E911-3F44-930B-C738168691EF}">
      <dsp:nvSpPr>
        <dsp:cNvPr id="0" name=""/>
        <dsp:cNvSpPr/>
      </dsp:nvSpPr>
      <dsp:spPr>
        <a:xfrm rot="18289469">
          <a:off x="1210519" y="639118"/>
          <a:ext cx="86707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867076" y="2724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2381" y="644687"/>
        <a:ext cx="43353" cy="43353"/>
      </dsp:txXfrm>
    </dsp:sp>
    <dsp:sp modelId="{2365A499-2206-BF42-90AD-A91F7E49CEB2}">
      <dsp:nvSpPr>
        <dsp:cNvPr id="0" name=""/>
        <dsp:cNvSpPr/>
      </dsp:nvSpPr>
      <dsp:spPr>
        <a:xfrm>
          <a:off x="1891636" y="998"/>
          <a:ext cx="1237891" cy="6189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CR: 445</a:t>
          </a:r>
          <a:endParaRPr lang="en-US" sz="1800" kern="1200" dirty="0"/>
        </a:p>
      </dsp:txBody>
      <dsp:txXfrm>
        <a:off x="1909764" y="19126"/>
        <a:ext cx="1201635" cy="582689"/>
      </dsp:txXfrm>
    </dsp:sp>
    <dsp:sp modelId="{020113D8-9736-4A46-AE42-8BD42996270F}">
      <dsp:nvSpPr>
        <dsp:cNvPr id="0" name=""/>
        <dsp:cNvSpPr/>
      </dsp:nvSpPr>
      <dsp:spPr>
        <a:xfrm>
          <a:off x="1396479" y="995012"/>
          <a:ext cx="49515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495156" y="2724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31679" y="1009879"/>
        <a:ext cx="24757" cy="24757"/>
      </dsp:txXfrm>
    </dsp:sp>
    <dsp:sp modelId="{2CCAF4D7-2045-8D4C-931E-BB1BAEABA74B}">
      <dsp:nvSpPr>
        <dsp:cNvPr id="0" name=""/>
        <dsp:cNvSpPr/>
      </dsp:nvSpPr>
      <dsp:spPr>
        <a:xfrm>
          <a:off x="1891636" y="712785"/>
          <a:ext cx="1237891" cy="6189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VIS: 1400</a:t>
          </a:r>
          <a:endParaRPr lang="en-US" sz="1800" kern="1200" dirty="0"/>
        </a:p>
      </dsp:txBody>
      <dsp:txXfrm>
        <a:off x="1909764" y="730913"/>
        <a:ext cx="1201635" cy="582689"/>
      </dsp:txXfrm>
    </dsp:sp>
    <dsp:sp modelId="{4AA17F1E-93FE-5848-8ADA-23D38754FD31}">
      <dsp:nvSpPr>
        <dsp:cNvPr id="0" name=""/>
        <dsp:cNvSpPr/>
      </dsp:nvSpPr>
      <dsp:spPr>
        <a:xfrm rot="3310531">
          <a:off x="1210519" y="1350906"/>
          <a:ext cx="86707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867076" y="2724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2381" y="1356475"/>
        <a:ext cx="43353" cy="43353"/>
      </dsp:txXfrm>
    </dsp:sp>
    <dsp:sp modelId="{0C6DAD05-0033-FD4A-8EF4-EB8440AC0A9C}">
      <dsp:nvSpPr>
        <dsp:cNvPr id="0" name=""/>
        <dsp:cNvSpPr/>
      </dsp:nvSpPr>
      <dsp:spPr>
        <a:xfrm>
          <a:off x="1891636" y="1424573"/>
          <a:ext cx="1237891" cy="6189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None</a:t>
          </a:r>
          <a:r>
            <a:rPr lang="en-US" sz="1800" kern="1200" dirty="0"/>
            <a:t>: </a:t>
          </a:r>
          <a:r>
            <a:rPr lang="en-US" sz="1800" b="1" kern="1200" dirty="0"/>
            <a:t>5082</a:t>
          </a:r>
        </a:p>
      </dsp:txBody>
      <dsp:txXfrm>
        <a:off x="1909764" y="1442701"/>
        <a:ext cx="1201635" cy="58268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4069C-5961-4845-AA03-57A6AE2C3A84}">
      <dsp:nvSpPr>
        <dsp:cNvPr id="0" name=""/>
        <dsp:cNvSpPr/>
      </dsp:nvSpPr>
      <dsp:spPr>
        <a:xfrm>
          <a:off x="0" y="213289"/>
          <a:ext cx="3593425" cy="7575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890" tIns="270764" rIns="27889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Gaps in hearing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Directed to the co-participant </a:t>
          </a:r>
          <a:endParaRPr lang="en-US" sz="1300" kern="1200" dirty="0"/>
        </a:p>
      </dsp:txBody>
      <dsp:txXfrm>
        <a:off x="0" y="213289"/>
        <a:ext cx="3593425" cy="757574"/>
      </dsp:txXfrm>
    </dsp:sp>
    <dsp:sp modelId="{4F55FFAD-C5A4-AA4A-909C-24E0088F9F31}">
      <dsp:nvSpPr>
        <dsp:cNvPr id="0" name=""/>
        <dsp:cNvSpPr/>
      </dsp:nvSpPr>
      <dsp:spPr>
        <a:xfrm>
          <a:off x="179671" y="21409"/>
          <a:ext cx="251539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76" tIns="0" rIns="9507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Auditory CRs:</a:t>
          </a:r>
          <a:endParaRPr lang="en-US" sz="1300" kern="1200" dirty="0"/>
        </a:p>
      </dsp:txBody>
      <dsp:txXfrm>
        <a:off x="198405" y="40143"/>
        <a:ext cx="2477929" cy="346292"/>
      </dsp:txXfrm>
    </dsp:sp>
    <dsp:sp modelId="{BE285DE6-D8FE-294F-9A12-CEE87AB71907}">
      <dsp:nvSpPr>
        <dsp:cNvPr id="0" name=""/>
        <dsp:cNvSpPr/>
      </dsp:nvSpPr>
      <dsp:spPr>
        <a:xfrm>
          <a:off x="0" y="1232944"/>
          <a:ext cx="3593425" cy="7575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890" tIns="270764" rIns="27889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How to interact with the system 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Operate at a more meta-level </a:t>
          </a:r>
          <a:endParaRPr lang="en-US" sz="1300" kern="1200" dirty="0"/>
        </a:p>
      </dsp:txBody>
      <dsp:txXfrm>
        <a:off x="0" y="1232944"/>
        <a:ext cx="3593425" cy="757574"/>
      </dsp:txXfrm>
    </dsp:sp>
    <dsp:sp modelId="{7EF7A8FB-1784-7948-B8BB-6C4AA8FCBD2F}">
      <dsp:nvSpPr>
        <dsp:cNvPr id="0" name=""/>
        <dsp:cNvSpPr/>
      </dsp:nvSpPr>
      <dsp:spPr>
        <a:xfrm>
          <a:off x="179671" y="1041063"/>
          <a:ext cx="251539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76" tIns="0" rIns="9507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Kinesthetic CRs:</a:t>
          </a:r>
          <a:endParaRPr lang="en-US" sz="1300" kern="1200"/>
        </a:p>
      </dsp:txBody>
      <dsp:txXfrm>
        <a:off x="198405" y="1059797"/>
        <a:ext cx="2477929" cy="346292"/>
      </dsp:txXfrm>
    </dsp:sp>
    <dsp:sp modelId="{380A6AE3-A2D0-A94C-BDCA-51120484FEFF}">
      <dsp:nvSpPr>
        <dsp:cNvPr id="0" name=""/>
        <dsp:cNvSpPr/>
      </dsp:nvSpPr>
      <dsp:spPr>
        <a:xfrm>
          <a:off x="0" y="2252599"/>
          <a:ext cx="3593425" cy="1351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890" tIns="270764" rIns="27889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Tied to system’s core functionality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Concern interpreting generated visualizations</a:t>
          </a:r>
          <a:endParaRPr lang="en-US" sz="1600" kern="1200" dirty="0"/>
        </a:p>
      </dsp:txBody>
      <dsp:txXfrm>
        <a:off x="0" y="2252599"/>
        <a:ext cx="3593425" cy="1351349"/>
      </dsp:txXfrm>
    </dsp:sp>
    <dsp:sp modelId="{07BC6495-952C-FB44-B010-33DC0961A7B7}">
      <dsp:nvSpPr>
        <dsp:cNvPr id="0" name=""/>
        <dsp:cNvSpPr/>
      </dsp:nvSpPr>
      <dsp:spPr>
        <a:xfrm>
          <a:off x="179671" y="2060719"/>
          <a:ext cx="251539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76" tIns="0" rIns="9507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Visual CRs:</a:t>
          </a:r>
          <a:endParaRPr lang="en-US" sz="1300" kern="1200"/>
        </a:p>
      </dsp:txBody>
      <dsp:txXfrm>
        <a:off x="198405" y="2079453"/>
        <a:ext cx="2477929" cy="34629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0495D-C6AD-8144-85C4-1B1C5776EA09}">
      <dsp:nvSpPr>
        <dsp:cNvPr id="0" name=""/>
        <dsp:cNvSpPr/>
      </dsp:nvSpPr>
      <dsp:spPr>
        <a:xfrm>
          <a:off x="0" y="1634700"/>
          <a:ext cx="8128000" cy="204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1353820" rIns="630823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System Font Regular"/>
            <a:buNone/>
          </a:pPr>
          <a:r>
            <a:rPr lang="en-US" sz="3200" kern="1200" dirty="0">
              <a:solidFill>
                <a:schemeClr val="accent5"/>
              </a:solidFill>
            </a:rPr>
            <a:t>CRs in updated CA</a:t>
          </a:r>
        </a:p>
      </dsp:txBody>
      <dsp:txXfrm>
        <a:off x="0" y="1634700"/>
        <a:ext cx="8128000" cy="2047500"/>
      </dsp:txXfrm>
    </dsp:sp>
    <dsp:sp modelId="{5467150C-A99F-9E43-882E-C439D5AEAC97}">
      <dsp:nvSpPr>
        <dsp:cNvPr id="0" name=""/>
        <dsp:cNvSpPr/>
      </dsp:nvSpPr>
      <dsp:spPr>
        <a:xfrm>
          <a:off x="349812" y="577835"/>
          <a:ext cx="5689599" cy="1918800"/>
        </a:xfrm>
        <a:prstGeom prst="round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Part - 3</a:t>
          </a:r>
        </a:p>
      </dsp:txBody>
      <dsp:txXfrm>
        <a:off x="443480" y="671503"/>
        <a:ext cx="5502263" cy="173146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5DA20-E0C3-C44D-BBBB-EAA3821D9D93}">
      <dsp:nvSpPr>
        <dsp:cNvPr id="0" name=""/>
        <dsp:cNvSpPr/>
      </dsp:nvSpPr>
      <dsp:spPr>
        <a:xfrm>
          <a:off x="26" y="91445"/>
          <a:ext cx="2495466" cy="7646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Multiple subtasks of interest:</a:t>
          </a:r>
          <a:endParaRPr lang="en-US" sz="2100" kern="1200" dirty="0"/>
        </a:p>
      </dsp:txBody>
      <dsp:txXfrm>
        <a:off x="26" y="91445"/>
        <a:ext cx="2495466" cy="764613"/>
      </dsp:txXfrm>
    </dsp:sp>
    <dsp:sp modelId="{9769787E-9BA2-3145-9756-976E53F5722B}">
      <dsp:nvSpPr>
        <dsp:cNvPr id="0" name=""/>
        <dsp:cNvSpPr/>
      </dsp:nvSpPr>
      <dsp:spPr>
        <a:xfrm>
          <a:off x="26" y="856058"/>
          <a:ext cx="2495466" cy="311283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intent detection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reference resolution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visualization construction and generation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clarification response generation.</a:t>
          </a:r>
        </a:p>
      </dsp:txBody>
      <dsp:txXfrm>
        <a:off x="26" y="856058"/>
        <a:ext cx="2495466" cy="3112830"/>
      </dsp:txXfrm>
    </dsp:sp>
    <dsp:sp modelId="{99489A28-67B1-2E4F-8C34-395D75757D48}">
      <dsp:nvSpPr>
        <dsp:cNvPr id="0" name=""/>
        <dsp:cNvSpPr/>
      </dsp:nvSpPr>
      <dsp:spPr>
        <a:xfrm>
          <a:off x="2844857" y="91445"/>
          <a:ext cx="2495466" cy="764613"/>
        </a:xfrm>
        <a:prstGeom prst="rect">
          <a:avLst/>
        </a:prstGeom>
        <a:solidFill>
          <a:schemeClr val="accent3"/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More controllable and interpretable:</a:t>
          </a:r>
          <a:r>
            <a:rPr lang="en-US" sz="2100" kern="1200" dirty="0"/>
            <a:t> </a:t>
          </a:r>
        </a:p>
      </dsp:txBody>
      <dsp:txXfrm>
        <a:off x="2844857" y="91445"/>
        <a:ext cx="2495466" cy="764613"/>
      </dsp:txXfrm>
    </dsp:sp>
    <dsp:sp modelId="{9A66FC62-4A38-B242-A9BF-95D0A884F52C}">
      <dsp:nvSpPr>
        <dsp:cNvPr id="0" name=""/>
        <dsp:cNvSpPr/>
      </dsp:nvSpPr>
      <dsp:spPr>
        <a:xfrm>
          <a:off x="2844857" y="856058"/>
          <a:ext cx="2495466" cy="3112830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Each stage can be </a:t>
          </a:r>
          <a:r>
            <a:rPr lang="en-US" sz="2100" b="1" kern="1200" dirty="0"/>
            <a:t>debugged, evaluated, and improved separately</a:t>
          </a:r>
          <a:r>
            <a:rPr lang="en-US" sz="2100" kern="1200" dirty="0"/>
            <a:t> while keeping outputs </a:t>
          </a:r>
          <a:r>
            <a:rPr lang="en-US" sz="2100" b="1" kern="1200" dirty="0"/>
            <a:t>grounded in the data.</a:t>
          </a:r>
          <a:endParaRPr lang="en-US" sz="2100" kern="1200" dirty="0"/>
        </a:p>
      </dsp:txBody>
      <dsp:txXfrm>
        <a:off x="2844857" y="856058"/>
        <a:ext cx="2495466" cy="311283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3BE29-9C0E-402B-866D-829178E395FC}">
      <dsp:nvSpPr>
        <dsp:cNvPr id="0" name=""/>
        <dsp:cNvSpPr/>
      </dsp:nvSpPr>
      <dsp:spPr>
        <a:xfrm>
          <a:off x="0" y="2417"/>
          <a:ext cx="5496700" cy="1000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8E545-7E47-4688-83D4-C50770158666}">
      <dsp:nvSpPr>
        <dsp:cNvPr id="0" name=""/>
        <dsp:cNvSpPr/>
      </dsp:nvSpPr>
      <dsp:spPr>
        <a:xfrm>
          <a:off x="302604" y="227494"/>
          <a:ext cx="550727" cy="5501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2C51C8-FF93-49BA-A399-7BD0C5C6D0FC}">
      <dsp:nvSpPr>
        <dsp:cNvPr id="0" name=""/>
        <dsp:cNvSpPr/>
      </dsp:nvSpPr>
      <dsp:spPr>
        <a:xfrm>
          <a:off x="1155935" y="2417"/>
          <a:ext cx="4001338" cy="1001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973" tIns="105973" rIns="105973" bIns="1059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Participants primarily engaged with the system as a tool for generating visual evidence.</a:t>
          </a:r>
        </a:p>
      </dsp:txBody>
      <dsp:txXfrm>
        <a:off x="1155935" y="2417"/>
        <a:ext cx="4001338" cy="1001322"/>
      </dsp:txXfrm>
    </dsp:sp>
    <dsp:sp modelId="{49CD648C-59AC-4488-852B-B09807F37D48}">
      <dsp:nvSpPr>
        <dsp:cNvPr id="0" name=""/>
        <dsp:cNvSpPr/>
      </dsp:nvSpPr>
      <dsp:spPr>
        <a:xfrm>
          <a:off x="0" y="1220241"/>
          <a:ext cx="5496700" cy="1000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3143BC-74AB-4427-B708-8F8F2BF292F0}">
      <dsp:nvSpPr>
        <dsp:cNvPr id="0" name=""/>
        <dsp:cNvSpPr/>
      </dsp:nvSpPr>
      <dsp:spPr>
        <a:xfrm>
          <a:off x="302604" y="1445318"/>
          <a:ext cx="550727" cy="5501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044C3-CF54-4E48-98D7-3141882853F5}">
      <dsp:nvSpPr>
        <dsp:cNvPr id="0" name=""/>
        <dsp:cNvSpPr/>
      </dsp:nvSpPr>
      <dsp:spPr>
        <a:xfrm>
          <a:off x="1155935" y="1220241"/>
          <a:ext cx="4001338" cy="1001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973" tIns="105973" rIns="105973" bIns="1059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CRs played a more secondary, supporting role</a:t>
          </a:r>
        </a:p>
      </dsp:txBody>
      <dsp:txXfrm>
        <a:off x="1155935" y="1220241"/>
        <a:ext cx="4001338" cy="1001322"/>
      </dsp:txXfrm>
    </dsp:sp>
    <dsp:sp modelId="{F16C8FB4-048F-4E93-A6FE-05472DB31A72}">
      <dsp:nvSpPr>
        <dsp:cNvPr id="0" name=""/>
        <dsp:cNvSpPr/>
      </dsp:nvSpPr>
      <dsp:spPr>
        <a:xfrm>
          <a:off x="0" y="2438065"/>
          <a:ext cx="5496700" cy="1000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CB94CA-8BCF-4C03-BAFA-3331850B1AD8}">
      <dsp:nvSpPr>
        <dsp:cNvPr id="0" name=""/>
        <dsp:cNvSpPr/>
      </dsp:nvSpPr>
      <dsp:spPr>
        <a:xfrm>
          <a:off x="302604" y="2663142"/>
          <a:ext cx="550727" cy="5501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FBDCC-5CBB-4AE9-B9C8-8EE58F07EA10}">
      <dsp:nvSpPr>
        <dsp:cNvPr id="0" name=""/>
        <dsp:cNvSpPr/>
      </dsp:nvSpPr>
      <dsp:spPr>
        <a:xfrm>
          <a:off x="1155935" y="2438065"/>
          <a:ext cx="4001338" cy="1001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973" tIns="105973" rIns="105973" bIns="1059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Aligns well with study design </a:t>
          </a:r>
          <a:r>
            <a:rPr lang="en-US" sz="1600" kern="1200" dirty="0">
              <a:sym typeface="Wingdings" panose="05000000000000000000" pitchFamily="2" charset="2"/>
            </a:rPr>
            <a:t></a:t>
          </a:r>
          <a:r>
            <a:rPr lang="en-US" sz="1600" kern="1200" dirty="0"/>
            <a:t> core task was collaborative EDA rather than question answering alone.</a:t>
          </a:r>
        </a:p>
      </dsp:txBody>
      <dsp:txXfrm>
        <a:off x="1155935" y="2438065"/>
        <a:ext cx="4001338" cy="1001322"/>
      </dsp:txXfrm>
    </dsp:sp>
    <dsp:sp modelId="{AB5AAB28-CDD4-42B2-A8FB-46698C5BB2D2}">
      <dsp:nvSpPr>
        <dsp:cNvPr id="0" name=""/>
        <dsp:cNvSpPr/>
      </dsp:nvSpPr>
      <dsp:spPr>
        <a:xfrm>
          <a:off x="0" y="3655889"/>
          <a:ext cx="5496700" cy="10003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EF9989-D8DC-46BC-9254-2CDF990DC9F8}">
      <dsp:nvSpPr>
        <dsp:cNvPr id="0" name=""/>
        <dsp:cNvSpPr/>
      </dsp:nvSpPr>
      <dsp:spPr>
        <a:xfrm>
          <a:off x="302899" y="3880967"/>
          <a:ext cx="550727" cy="5501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DFF2A-FD7D-4A6C-B379-E4EBB3326227}">
      <dsp:nvSpPr>
        <dsp:cNvPr id="0" name=""/>
        <dsp:cNvSpPr/>
      </dsp:nvSpPr>
      <dsp:spPr>
        <a:xfrm>
          <a:off x="1156526" y="3655889"/>
          <a:ext cx="4001338" cy="1001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5973" tIns="105973" rIns="105973" bIns="10597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Consistent with prior work </a:t>
          </a:r>
          <a:r>
            <a:rPr lang="en-US" sz="1600" kern="1200" dirty="0">
              <a:sym typeface="Wingdings" panose="05000000000000000000" pitchFamily="2" charset="2"/>
            </a:rPr>
            <a:t></a:t>
          </a:r>
          <a:r>
            <a:rPr lang="en-US" sz="1600" kern="1200" dirty="0"/>
            <a:t> although CRs play an important role in grounding and repair </a:t>
          </a:r>
          <a:r>
            <a:rPr lang="en-US" sz="1600" kern="1200" dirty="0">
              <a:sym typeface="Wingdings" panose="05000000000000000000" pitchFamily="2" charset="2"/>
            </a:rPr>
            <a:t></a:t>
          </a:r>
          <a:r>
            <a:rPr lang="en-US" sz="1600" kern="1200" dirty="0"/>
            <a:t> usually make up only a small share of utterances in dialogue corpora</a:t>
          </a:r>
        </a:p>
      </dsp:txBody>
      <dsp:txXfrm>
        <a:off x="1156526" y="3655889"/>
        <a:ext cx="4001338" cy="100132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976E8-C018-B541-AB81-F22C73A86360}">
      <dsp:nvSpPr>
        <dsp:cNvPr id="0" name=""/>
        <dsp:cNvSpPr/>
      </dsp:nvSpPr>
      <dsp:spPr>
        <a:xfrm>
          <a:off x="0" y="4995"/>
          <a:ext cx="11772899" cy="879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Checklist-based LLM-as-a-judge</a:t>
          </a:r>
          <a:r>
            <a:rPr lang="en-US" sz="1800" kern="1200" dirty="0"/>
            <a:t>  Inspired by </a:t>
          </a:r>
          <a:r>
            <a:rPr lang="en-US" sz="1800" b="1" kern="1200" dirty="0" err="1"/>
            <a:t>CheckEval</a:t>
          </a:r>
          <a:r>
            <a:rPr lang="en-US" sz="1800" b="1" kern="1200" dirty="0"/>
            <a:t> - </a:t>
          </a:r>
          <a:r>
            <a:rPr lang="en-US" sz="1800" kern="1200" dirty="0"/>
            <a:t>More </a:t>
          </a:r>
          <a:r>
            <a:rPr lang="en-US" sz="1800" b="1" kern="1200" dirty="0"/>
            <a:t>interpretable</a:t>
          </a:r>
          <a:r>
            <a:rPr lang="en-US" sz="1800" kern="1200" dirty="0"/>
            <a:t> and </a:t>
          </a:r>
          <a:r>
            <a:rPr lang="en-US" sz="1800" b="1" kern="1200" dirty="0"/>
            <a:t>stable</a:t>
          </a:r>
          <a:r>
            <a:rPr lang="en-US" sz="1800" kern="1200" dirty="0"/>
            <a:t> than one overall rating</a:t>
          </a:r>
        </a:p>
      </dsp:txBody>
      <dsp:txXfrm>
        <a:off x="42950" y="47945"/>
        <a:ext cx="11686999" cy="793940"/>
      </dsp:txXfrm>
    </dsp:sp>
    <dsp:sp modelId="{CE31075B-16F3-0443-961A-B812B6821A89}">
      <dsp:nvSpPr>
        <dsp:cNvPr id="0" name=""/>
        <dsp:cNvSpPr/>
      </dsp:nvSpPr>
      <dsp:spPr>
        <a:xfrm>
          <a:off x="0" y="1020196"/>
          <a:ext cx="11772899" cy="87984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4 dimensions:</a:t>
          </a:r>
          <a:r>
            <a:rPr lang="en-US" sz="1800" kern="1200" dirty="0"/>
            <a:t> Correctness, </a:t>
          </a:r>
          <a:r>
            <a:rPr lang="en-US" sz="1800" kern="1200" dirty="0" err="1"/>
            <a:t>Groundedness</a:t>
          </a:r>
          <a:r>
            <a:rPr lang="en-US" sz="1800" kern="1200" dirty="0"/>
            <a:t>, Helpfulness, Clarity </a:t>
          </a:r>
        </a:p>
      </dsp:txBody>
      <dsp:txXfrm>
        <a:off x="42950" y="1063146"/>
        <a:ext cx="11686999" cy="793940"/>
      </dsp:txXfrm>
    </dsp:sp>
    <dsp:sp modelId="{AC753ED0-C34F-0247-A54B-9AE94BC002B1}">
      <dsp:nvSpPr>
        <dsp:cNvPr id="0" name=""/>
        <dsp:cNvSpPr/>
      </dsp:nvSpPr>
      <dsp:spPr>
        <a:xfrm>
          <a:off x="0" y="2035396"/>
          <a:ext cx="11772899" cy="87984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Scoring:</a:t>
          </a:r>
          <a:endParaRPr lang="en-US" sz="1800" kern="1200" dirty="0"/>
        </a:p>
      </dsp:txBody>
      <dsp:txXfrm>
        <a:off x="42950" y="2078346"/>
        <a:ext cx="11686999" cy="793940"/>
      </dsp:txXfrm>
    </dsp:sp>
    <dsp:sp modelId="{7E9ED6F1-75D3-6E43-B96A-FA9BF9EFD552}">
      <dsp:nvSpPr>
        <dsp:cNvPr id="0" name=""/>
        <dsp:cNvSpPr/>
      </dsp:nvSpPr>
      <dsp:spPr>
        <a:xfrm>
          <a:off x="0" y="2915236"/>
          <a:ext cx="11772899" cy="924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790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5 yes/no checks per dimension</a:t>
          </a:r>
          <a:r>
            <a:rPr lang="en-US" sz="1800" kern="120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/>
            <a:t>20 binary checks per response</a:t>
          </a:r>
          <a:r>
            <a:rPr lang="en-US" sz="1800" kern="120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Score = </a:t>
          </a:r>
          <a:r>
            <a:rPr lang="en-US" sz="1800" b="1" kern="1200" dirty="0"/>
            <a:t>% yes</a:t>
          </a:r>
          <a:r>
            <a:rPr lang="en-US" sz="1800" kern="1200" dirty="0"/>
            <a:t> per dimension </a:t>
          </a:r>
        </a:p>
      </dsp:txBody>
      <dsp:txXfrm>
        <a:off x="0" y="2915236"/>
        <a:ext cx="11772899" cy="924255"/>
      </dsp:txXfrm>
    </dsp:sp>
    <dsp:sp modelId="{7291B35D-F84A-7C4E-B916-733EC0D260E6}">
      <dsp:nvSpPr>
        <dsp:cNvPr id="0" name=""/>
        <dsp:cNvSpPr/>
      </dsp:nvSpPr>
      <dsp:spPr>
        <a:xfrm>
          <a:off x="0" y="3839491"/>
          <a:ext cx="11772899" cy="8798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Judges – prompted with the CR, Response and Dialogue Context along with the scoring rules</a:t>
          </a:r>
          <a:endParaRPr lang="en-US" sz="1800" kern="1200" dirty="0"/>
        </a:p>
      </dsp:txBody>
      <dsp:txXfrm>
        <a:off x="42950" y="3882441"/>
        <a:ext cx="11686999" cy="793940"/>
      </dsp:txXfrm>
    </dsp:sp>
    <dsp:sp modelId="{180CA3CE-01F4-0F48-91C4-3D6CD628B39E}">
      <dsp:nvSpPr>
        <dsp:cNvPr id="0" name=""/>
        <dsp:cNvSpPr/>
      </dsp:nvSpPr>
      <dsp:spPr>
        <a:xfrm>
          <a:off x="0" y="4719331"/>
          <a:ext cx="11772899" cy="924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790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/>
            <a:t>gpt-4.1-mini (note:  used gpt-4o-mini to generate  CR responses)</a:t>
          </a:r>
          <a:r>
            <a:rPr lang="en-US" sz="1800" kern="1200" dirty="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/>
            <a:t>gemini-2.5-flash-lite</a:t>
          </a:r>
          <a:r>
            <a:rPr lang="en-US" sz="1800" kern="1200" dirty="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kern="1200" dirty="0"/>
            <a:t>qwen2.5-14B-Instruct</a:t>
          </a:r>
          <a:r>
            <a:rPr lang="en-US" sz="1800" kern="1200" dirty="0"/>
            <a:t> </a:t>
          </a:r>
        </a:p>
      </dsp:txBody>
      <dsp:txXfrm>
        <a:off x="0" y="4719331"/>
        <a:ext cx="11772899" cy="92425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D7E40-8C72-4439-A5E2-2AB5053845E2}">
      <dsp:nvSpPr>
        <dsp:cNvPr id="0" name=""/>
        <dsp:cNvSpPr/>
      </dsp:nvSpPr>
      <dsp:spPr>
        <a:xfrm>
          <a:off x="0" y="7891"/>
          <a:ext cx="11481621" cy="100267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94C05-57A9-4DB8-930F-DC2508D575F9}">
      <dsp:nvSpPr>
        <dsp:cNvPr id="0" name=""/>
        <dsp:cNvSpPr/>
      </dsp:nvSpPr>
      <dsp:spPr>
        <a:xfrm>
          <a:off x="303308" y="233492"/>
          <a:ext cx="552009" cy="5514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A7B09-98F6-4B6D-BDFF-8B98C36EBF4C}">
      <dsp:nvSpPr>
        <dsp:cNvPr id="0" name=""/>
        <dsp:cNvSpPr/>
      </dsp:nvSpPr>
      <dsp:spPr>
        <a:xfrm>
          <a:off x="1158626" y="7891"/>
          <a:ext cx="10305151" cy="103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32" tIns="109432" rIns="109432" bIns="10943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AI-assisted visual analysis is growing</a:t>
          </a:r>
          <a:br>
            <a:rPr lang="en-US" sz="1800" kern="1200" dirty="0"/>
          </a:br>
          <a:r>
            <a:rPr lang="en-US" sz="1800" kern="1200" dirty="0"/>
            <a:t>Recent systems support AI assistance, GenAI-based visual analytic conversations, iterative visualization creation, and more complex text-to-visualization outputs.</a:t>
          </a:r>
        </a:p>
      </dsp:txBody>
      <dsp:txXfrm>
        <a:off x="1158626" y="7891"/>
        <a:ext cx="10305151" cy="1034006"/>
      </dsp:txXfrm>
    </dsp:sp>
    <dsp:sp modelId="{09BE518F-0235-498B-9330-3BE31E4DE67B}">
      <dsp:nvSpPr>
        <dsp:cNvPr id="0" name=""/>
        <dsp:cNvSpPr/>
      </dsp:nvSpPr>
      <dsp:spPr>
        <a:xfrm>
          <a:off x="0" y="1300399"/>
          <a:ext cx="11481621" cy="100267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456A7-89F8-4E64-B299-BD279433AEA6}">
      <dsp:nvSpPr>
        <dsp:cNvPr id="0" name=""/>
        <dsp:cNvSpPr/>
      </dsp:nvSpPr>
      <dsp:spPr>
        <a:xfrm>
          <a:off x="303308" y="1526001"/>
          <a:ext cx="552009" cy="5514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F66EA-68ED-450F-B39E-4AF377FEC925}">
      <dsp:nvSpPr>
        <dsp:cNvPr id="0" name=""/>
        <dsp:cNvSpPr/>
      </dsp:nvSpPr>
      <dsp:spPr>
        <a:xfrm>
          <a:off x="1158626" y="1300399"/>
          <a:ext cx="10305151" cy="103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32" tIns="109432" rIns="109432" bIns="10943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But user experience is still underexplored</a:t>
          </a:r>
          <a:br>
            <a:rPr lang="en-US" sz="1800" kern="1200" dirty="0"/>
          </a:br>
          <a:r>
            <a:rPr lang="en-US" sz="1800" kern="1200" dirty="0"/>
            <a:t>We need more evidence on how users work with CA support during analysis:</a:t>
          </a:r>
          <a:br>
            <a:rPr lang="en-US" sz="1800" kern="1200" dirty="0"/>
          </a:br>
          <a:r>
            <a:rPr lang="en-US" sz="1800" b="1" kern="1200" dirty="0"/>
            <a:t>how they interpret outputs, handle uncertainty, and continue the task.</a:t>
          </a:r>
          <a:endParaRPr lang="en-US" sz="1800" kern="1200" dirty="0"/>
        </a:p>
      </dsp:txBody>
      <dsp:txXfrm>
        <a:off x="1158626" y="1300399"/>
        <a:ext cx="10305151" cy="1034006"/>
      </dsp:txXfrm>
    </dsp:sp>
    <dsp:sp modelId="{B1178484-7122-489B-875E-0B4CE52F1E0A}">
      <dsp:nvSpPr>
        <dsp:cNvPr id="0" name=""/>
        <dsp:cNvSpPr/>
      </dsp:nvSpPr>
      <dsp:spPr>
        <a:xfrm>
          <a:off x="0" y="2592907"/>
          <a:ext cx="11481621" cy="100267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866A1-548D-4DBE-9702-8151F1D5325B}">
      <dsp:nvSpPr>
        <dsp:cNvPr id="0" name=""/>
        <dsp:cNvSpPr/>
      </dsp:nvSpPr>
      <dsp:spPr>
        <a:xfrm>
          <a:off x="303308" y="2818509"/>
          <a:ext cx="552009" cy="5514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B171D-0774-498D-B8CF-680010A78F05}">
      <dsp:nvSpPr>
        <dsp:cNvPr id="0" name=""/>
        <dsp:cNvSpPr/>
      </dsp:nvSpPr>
      <dsp:spPr>
        <a:xfrm>
          <a:off x="1158626" y="2592907"/>
          <a:ext cx="10305151" cy="103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32" tIns="109432" rIns="109432" bIns="10943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This matters beyond one system</a:t>
          </a:r>
          <a:br>
            <a:rPr lang="en-US" sz="1800" kern="1200"/>
          </a:br>
          <a:r>
            <a:rPr lang="en-US" sz="1800" kern="1200"/>
            <a:t>As data-driven decision-making becomes more common, people need tools that help them make sense of data collaboratively.</a:t>
          </a:r>
        </a:p>
      </dsp:txBody>
      <dsp:txXfrm>
        <a:off x="1158626" y="2592907"/>
        <a:ext cx="10305151" cy="1034006"/>
      </dsp:txXfrm>
    </dsp:sp>
    <dsp:sp modelId="{5CD9E819-61CD-4BF2-B9C7-D7A33373C2F1}">
      <dsp:nvSpPr>
        <dsp:cNvPr id="0" name=""/>
        <dsp:cNvSpPr/>
      </dsp:nvSpPr>
      <dsp:spPr>
        <a:xfrm>
          <a:off x="0" y="3885415"/>
          <a:ext cx="11481621" cy="100267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E70C6-5149-4676-97A2-B6F2D4CBB17E}">
      <dsp:nvSpPr>
        <dsp:cNvPr id="0" name=""/>
        <dsp:cNvSpPr/>
      </dsp:nvSpPr>
      <dsp:spPr>
        <a:xfrm>
          <a:off x="303308" y="4111017"/>
          <a:ext cx="552009" cy="5514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07097-DFB1-451F-BA22-72E6E0879A84}">
      <dsp:nvSpPr>
        <dsp:cNvPr id="0" name=""/>
        <dsp:cNvSpPr/>
      </dsp:nvSpPr>
      <dsp:spPr>
        <a:xfrm>
          <a:off x="1158626" y="3885415"/>
          <a:ext cx="10305151" cy="103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32" tIns="109432" rIns="109432" bIns="10943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This dissertation points to one path forward</a:t>
          </a:r>
          <a:br>
            <a:rPr lang="en-US" sz="1800" kern="1200" dirty="0"/>
          </a:br>
          <a:r>
            <a:rPr lang="en-US" sz="1800" kern="1200" dirty="0"/>
            <a:t>A clarification-aware CA can support collaborative data exploration by combining:</a:t>
          </a:r>
          <a:br>
            <a:rPr lang="en-US" sz="1800" kern="1200" dirty="0"/>
          </a:br>
          <a:r>
            <a:rPr lang="en-US" sz="1800" b="1" kern="1200" dirty="0"/>
            <a:t>accessibility + visualization + clarification support</a:t>
          </a:r>
          <a:endParaRPr lang="en-US" sz="1800" kern="1200" dirty="0"/>
        </a:p>
      </dsp:txBody>
      <dsp:txXfrm>
        <a:off x="1158626" y="3885415"/>
        <a:ext cx="10305151" cy="1034006"/>
      </dsp:txXfrm>
    </dsp:sp>
    <dsp:sp modelId="{FADD0878-9EED-4339-857C-32B23423BB21}">
      <dsp:nvSpPr>
        <dsp:cNvPr id="0" name=""/>
        <dsp:cNvSpPr/>
      </dsp:nvSpPr>
      <dsp:spPr>
        <a:xfrm>
          <a:off x="0" y="5177923"/>
          <a:ext cx="11481621" cy="100267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4CE56-1F3F-4C84-B2DC-A366EE49644C}">
      <dsp:nvSpPr>
        <dsp:cNvPr id="0" name=""/>
        <dsp:cNvSpPr/>
      </dsp:nvSpPr>
      <dsp:spPr>
        <a:xfrm>
          <a:off x="303308" y="5403525"/>
          <a:ext cx="552009" cy="5514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743C0-48D4-4CC7-98B6-6FB5CB50ABA6}">
      <dsp:nvSpPr>
        <dsp:cNvPr id="0" name=""/>
        <dsp:cNvSpPr/>
      </dsp:nvSpPr>
      <dsp:spPr>
        <a:xfrm>
          <a:off x="1158626" y="5177923"/>
          <a:ext cx="10305151" cy="103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32" tIns="109432" rIns="109432" bIns="10943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Broader takeaway</a:t>
          </a:r>
          <a:br>
            <a:rPr lang="en-US" sz="1800" kern="1200"/>
          </a:br>
          <a:r>
            <a:rPr lang="en-US" sz="1800" kern="1200"/>
            <a:t>The full goal is not yet achieved, but this work shows that natural, clarification-aware, collaborative CAs are a meaningful direction for making data exploration more accessible, interactive, and useful.</a:t>
          </a:r>
        </a:p>
      </dsp:txBody>
      <dsp:txXfrm>
        <a:off x="1158626" y="5177923"/>
        <a:ext cx="10305151" cy="103400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08BE39-247B-43A9-B5D7-2A1612EAE6A8}">
      <dsp:nvSpPr>
        <dsp:cNvPr id="0" name=""/>
        <dsp:cNvSpPr/>
      </dsp:nvSpPr>
      <dsp:spPr>
        <a:xfrm>
          <a:off x="0" y="2106"/>
          <a:ext cx="10874829" cy="10675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8D43F-CF4B-4BDB-9E0D-D011FB04E951}">
      <dsp:nvSpPr>
        <dsp:cNvPr id="0" name=""/>
        <dsp:cNvSpPr/>
      </dsp:nvSpPr>
      <dsp:spPr>
        <a:xfrm>
          <a:off x="322944" y="242312"/>
          <a:ext cx="587171" cy="587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61A83-CA7F-4A26-9ED0-164C6B363A6A}">
      <dsp:nvSpPr>
        <dsp:cNvPr id="0" name=""/>
        <dsp:cNvSpPr/>
      </dsp:nvSpPr>
      <dsp:spPr>
        <a:xfrm>
          <a:off x="1233059" y="2106"/>
          <a:ext cx="9641769" cy="1067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86" tIns="112986" rIns="112986" bIns="1129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Other datasets and EDA tasks</a:t>
          </a:r>
          <a:br>
            <a:rPr lang="en-US" sz="1900" kern="1200"/>
          </a:br>
          <a:r>
            <a:rPr lang="en-US" sz="1900" kern="1200"/>
            <a:t>Test the clarification-aware CA with different datasets and exploratory analysis tasks.</a:t>
          </a:r>
        </a:p>
      </dsp:txBody>
      <dsp:txXfrm>
        <a:off x="1233059" y="2106"/>
        <a:ext cx="9641769" cy="1067584"/>
      </dsp:txXfrm>
    </dsp:sp>
    <dsp:sp modelId="{909B292A-ECDA-4823-BDF0-C40DD6485542}">
      <dsp:nvSpPr>
        <dsp:cNvPr id="0" name=""/>
        <dsp:cNvSpPr/>
      </dsp:nvSpPr>
      <dsp:spPr>
        <a:xfrm>
          <a:off x="0" y="1336586"/>
          <a:ext cx="10874829" cy="10675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BDF7E-62D9-4056-8A80-7F11CD4CA3E0}">
      <dsp:nvSpPr>
        <dsp:cNvPr id="0" name=""/>
        <dsp:cNvSpPr/>
      </dsp:nvSpPr>
      <dsp:spPr>
        <a:xfrm>
          <a:off x="322944" y="1576792"/>
          <a:ext cx="587171" cy="587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4E4E2-C016-4844-B721-90ADFB4E3554}">
      <dsp:nvSpPr>
        <dsp:cNvPr id="0" name=""/>
        <dsp:cNvSpPr/>
      </dsp:nvSpPr>
      <dsp:spPr>
        <a:xfrm>
          <a:off x="1233059" y="1336586"/>
          <a:ext cx="9641769" cy="1067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86" tIns="112986" rIns="112986" bIns="1129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Larger collaborative groups</a:t>
          </a:r>
          <a:br>
            <a:rPr lang="en-US" sz="1900" kern="1200" dirty="0"/>
          </a:br>
          <a:r>
            <a:rPr lang="en-US" sz="1900" kern="1200" dirty="0"/>
            <a:t>Study how the CA supports groups with more than two users, where coordination and shared understanding may be more complex.</a:t>
          </a:r>
        </a:p>
      </dsp:txBody>
      <dsp:txXfrm>
        <a:off x="1233059" y="1336586"/>
        <a:ext cx="9641769" cy="1067584"/>
      </dsp:txXfrm>
    </dsp:sp>
    <dsp:sp modelId="{2AD0D2FD-1204-4859-82CF-E3CFF9F7CC47}">
      <dsp:nvSpPr>
        <dsp:cNvPr id="0" name=""/>
        <dsp:cNvSpPr/>
      </dsp:nvSpPr>
      <dsp:spPr>
        <a:xfrm>
          <a:off x="0" y="2671066"/>
          <a:ext cx="10874829" cy="10675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1DEF5-5A02-48C2-B977-6209194822A5}">
      <dsp:nvSpPr>
        <dsp:cNvPr id="0" name=""/>
        <dsp:cNvSpPr/>
      </dsp:nvSpPr>
      <dsp:spPr>
        <a:xfrm>
          <a:off x="322944" y="2911272"/>
          <a:ext cx="587171" cy="587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1FF90-025E-4119-A45E-C3071DB76E54}">
      <dsp:nvSpPr>
        <dsp:cNvPr id="0" name=""/>
        <dsp:cNvSpPr/>
      </dsp:nvSpPr>
      <dsp:spPr>
        <a:xfrm>
          <a:off x="1233059" y="2671066"/>
          <a:ext cx="9641769" cy="1067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86" tIns="112986" rIns="112986" bIns="1129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Less constrained data-exploration settings</a:t>
          </a:r>
          <a:br>
            <a:rPr lang="en-US" sz="1900" kern="1200"/>
          </a:br>
          <a:r>
            <a:rPr lang="en-US" sz="1900" kern="1200"/>
            <a:t>Evaluate the CA in longer and more varied collaborative settings, such as classroom, workplace-style planning, or public-health/policy analysis tasks.</a:t>
          </a:r>
        </a:p>
      </dsp:txBody>
      <dsp:txXfrm>
        <a:off x="1233059" y="2671066"/>
        <a:ext cx="9641769" cy="1067584"/>
      </dsp:txXfrm>
    </dsp:sp>
    <dsp:sp modelId="{30B78AB3-5F9D-4C0F-BBFF-03CE4E1C16F9}">
      <dsp:nvSpPr>
        <dsp:cNvPr id="0" name=""/>
        <dsp:cNvSpPr/>
      </dsp:nvSpPr>
      <dsp:spPr>
        <a:xfrm>
          <a:off x="0" y="4005546"/>
          <a:ext cx="10874829" cy="10675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9FF40-B285-4754-8857-619FCFDD353F}">
      <dsp:nvSpPr>
        <dsp:cNvPr id="0" name=""/>
        <dsp:cNvSpPr/>
      </dsp:nvSpPr>
      <dsp:spPr>
        <a:xfrm>
          <a:off x="322944" y="4245752"/>
          <a:ext cx="587171" cy="5871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F57ED-FCAA-42A9-AE37-0569817B2AF1}">
      <dsp:nvSpPr>
        <dsp:cNvPr id="0" name=""/>
        <dsp:cNvSpPr/>
      </dsp:nvSpPr>
      <dsp:spPr>
        <a:xfrm>
          <a:off x="1233059" y="4005546"/>
          <a:ext cx="9641769" cy="1067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986" tIns="112986" rIns="112986" bIns="11298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Other AI-assisted data tools</a:t>
          </a:r>
          <a:br>
            <a:rPr lang="en-US" sz="1900" kern="1200"/>
          </a:br>
          <a:r>
            <a:rPr lang="en-US" sz="1900" kern="1200"/>
            <a:t>Apply the clarification-focused analysis to dashboard, spreadsheet, or report-generation assistants, where users may also need to question, verify, or repair AI-generated outputs.</a:t>
          </a:r>
        </a:p>
      </dsp:txBody>
      <dsp:txXfrm>
        <a:off x="1233059" y="4005546"/>
        <a:ext cx="9641769" cy="106758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AE9A5-A3B6-427B-A2D5-EE800D9E320B}">
      <dsp:nvSpPr>
        <dsp:cNvPr id="0" name=""/>
        <dsp:cNvSpPr/>
      </dsp:nvSpPr>
      <dsp:spPr>
        <a:xfrm>
          <a:off x="0" y="2002"/>
          <a:ext cx="11765278" cy="10151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47131-8FBE-4239-84A2-86C51A62FEB5}">
      <dsp:nvSpPr>
        <dsp:cNvPr id="0" name=""/>
        <dsp:cNvSpPr/>
      </dsp:nvSpPr>
      <dsp:spPr>
        <a:xfrm>
          <a:off x="307085" y="230413"/>
          <a:ext cx="558337" cy="5583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67605-EC23-4BD8-8FF6-1B81795C4D1A}">
      <dsp:nvSpPr>
        <dsp:cNvPr id="0" name=""/>
        <dsp:cNvSpPr/>
      </dsp:nvSpPr>
      <dsp:spPr>
        <a:xfrm>
          <a:off x="1172509" y="2002"/>
          <a:ext cx="10592769" cy="101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38" tIns="107438" rIns="107438" bIns="1074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RQ4: How do the system’s responses to user-initiated clarification requests relate to the </a:t>
          </a:r>
          <a:r>
            <a:rPr lang="en-US" sz="2200" b="1" i="1" kern="1200" dirty="0"/>
            <a:t>interaction flow </a:t>
          </a:r>
          <a:r>
            <a:rPr lang="en-US" sz="2200" kern="1200" dirty="0"/>
            <a:t>and </a:t>
          </a:r>
          <a:r>
            <a:rPr lang="en-US" sz="2200" b="1" i="1" kern="1200" dirty="0"/>
            <a:t>task progress </a:t>
          </a:r>
          <a:r>
            <a:rPr lang="en-US" sz="2200" kern="1200" dirty="0"/>
            <a:t>during collaborative data exploration?</a:t>
          </a:r>
        </a:p>
      </dsp:txBody>
      <dsp:txXfrm>
        <a:off x="1172509" y="2002"/>
        <a:ext cx="10592769" cy="1015159"/>
      </dsp:txXfrm>
    </dsp:sp>
    <dsp:sp modelId="{40420331-DF94-4867-935A-372D409217E8}">
      <dsp:nvSpPr>
        <dsp:cNvPr id="0" name=""/>
        <dsp:cNvSpPr/>
      </dsp:nvSpPr>
      <dsp:spPr>
        <a:xfrm>
          <a:off x="0" y="1270952"/>
          <a:ext cx="11765278" cy="10151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21FA16-C662-4A2B-A0A2-C3EDEBDF4E90}">
      <dsp:nvSpPr>
        <dsp:cNvPr id="0" name=""/>
        <dsp:cNvSpPr/>
      </dsp:nvSpPr>
      <dsp:spPr>
        <a:xfrm>
          <a:off x="307085" y="1499363"/>
          <a:ext cx="558337" cy="5583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76E69-65DD-4C6A-9443-F2A85452C5C5}">
      <dsp:nvSpPr>
        <dsp:cNvPr id="0" name=""/>
        <dsp:cNvSpPr/>
      </dsp:nvSpPr>
      <dsp:spPr>
        <a:xfrm>
          <a:off x="1172509" y="1270952"/>
          <a:ext cx="10592769" cy="101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38" tIns="107438" rIns="107438" bIns="1074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RQ5: How do </a:t>
          </a:r>
          <a:r>
            <a:rPr lang="en-US" sz="2200" b="1" i="1" kern="1200" dirty="0"/>
            <a:t>users</a:t>
          </a:r>
          <a:r>
            <a:rPr lang="en-US" sz="2200" kern="1200" dirty="0"/>
            <a:t> </a:t>
          </a:r>
          <a:r>
            <a:rPr lang="en-US" sz="2200" b="1" i="1" kern="1200" dirty="0"/>
            <a:t>perceive the usefulness and interpretability </a:t>
          </a:r>
          <a:r>
            <a:rPr lang="en-US" sz="2200" kern="1200" dirty="0"/>
            <a:t>of these responses for the EDA task completion?</a:t>
          </a:r>
        </a:p>
      </dsp:txBody>
      <dsp:txXfrm>
        <a:off x="1172509" y="1270952"/>
        <a:ext cx="10592769" cy="1015159"/>
      </dsp:txXfrm>
    </dsp:sp>
    <dsp:sp modelId="{D9104F9E-7FF6-1249-96D1-167F0FC494DE}">
      <dsp:nvSpPr>
        <dsp:cNvPr id="0" name=""/>
        <dsp:cNvSpPr/>
      </dsp:nvSpPr>
      <dsp:spPr>
        <a:xfrm>
          <a:off x="0" y="2539902"/>
          <a:ext cx="11765278" cy="10151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1C040-6A53-FF4F-82A0-14DB6A6E405A}">
      <dsp:nvSpPr>
        <dsp:cNvPr id="0" name=""/>
        <dsp:cNvSpPr/>
      </dsp:nvSpPr>
      <dsp:spPr>
        <a:xfrm>
          <a:off x="307085" y="2768313"/>
          <a:ext cx="558337" cy="55833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2E45F-EFA0-0A45-B267-86CEE5FBC26E}">
      <dsp:nvSpPr>
        <dsp:cNvPr id="0" name=""/>
        <dsp:cNvSpPr/>
      </dsp:nvSpPr>
      <dsp:spPr>
        <a:xfrm>
          <a:off x="1172509" y="2539902"/>
          <a:ext cx="10592769" cy="101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38" tIns="107438" rIns="107438" bIns="1074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Update  existing CA framework so  that it identifies user-initiated CRs and responds to those CRs</a:t>
          </a:r>
        </a:p>
      </dsp:txBody>
      <dsp:txXfrm>
        <a:off x="1172509" y="2539902"/>
        <a:ext cx="10592769" cy="1015159"/>
      </dsp:txXfrm>
    </dsp:sp>
    <dsp:sp modelId="{3A6A45F4-A6DF-744C-B42E-6EAEA58900BA}">
      <dsp:nvSpPr>
        <dsp:cNvPr id="0" name=""/>
        <dsp:cNvSpPr/>
      </dsp:nvSpPr>
      <dsp:spPr>
        <a:xfrm>
          <a:off x="0" y="3808852"/>
          <a:ext cx="11765278" cy="1015159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6E48AA-4AA7-7E40-BF93-026430A0FBD3}">
      <dsp:nvSpPr>
        <dsp:cNvPr id="0" name=""/>
        <dsp:cNvSpPr/>
      </dsp:nvSpPr>
      <dsp:spPr>
        <a:xfrm>
          <a:off x="307085" y="4037263"/>
          <a:ext cx="558337" cy="55833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6CDC8-D41F-8E48-9D8E-9AAF399D7615}">
      <dsp:nvSpPr>
        <dsp:cNvPr id="0" name=""/>
        <dsp:cNvSpPr/>
      </dsp:nvSpPr>
      <dsp:spPr>
        <a:xfrm>
          <a:off x="1172509" y="3808852"/>
          <a:ext cx="10592769" cy="1015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38" tIns="107438" rIns="107438" bIns="1074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 a user study  with the updated CA to answer RQ4 and RQ5</a:t>
          </a:r>
        </a:p>
      </dsp:txBody>
      <dsp:txXfrm>
        <a:off x="1172509" y="3808852"/>
        <a:ext cx="10592769" cy="1015159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0834D-9381-3C4C-99B1-41CB865D8D96}">
      <dsp:nvSpPr>
        <dsp:cNvPr id="0" name=""/>
        <dsp:cNvSpPr/>
      </dsp:nvSpPr>
      <dsp:spPr>
        <a:xfrm>
          <a:off x="0" y="2183"/>
          <a:ext cx="581323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16FDD-F610-B94A-A1A7-66A6D15FCCD6}">
      <dsp:nvSpPr>
        <dsp:cNvPr id="0" name=""/>
        <dsp:cNvSpPr/>
      </dsp:nvSpPr>
      <dsp:spPr>
        <a:xfrm>
          <a:off x="0" y="2183"/>
          <a:ext cx="5813234" cy="744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Reaching a conclusion and expressing it clearly were not the same</a:t>
          </a:r>
          <a:br>
            <a:rPr lang="en-US" sz="1600" kern="1200" dirty="0"/>
          </a:br>
          <a:r>
            <a:rPr lang="en-US" sz="1600" i="1" kern="1200" dirty="0"/>
            <a:t>“Southeast..”</a:t>
          </a:r>
          <a:r>
            <a:rPr lang="en-US" sz="1600" kern="1200" dirty="0"/>
            <a:t> (G7_T1_1), </a:t>
          </a:r>
          <a:r>
            <a:rPr lang="en-US" sz="1600" i="1" kern="1200" dirty="0"/>
            <a:t>“Rural, southeast”</a:t>
          </a:r>
          <a:r>
            <a:rPr lang="en-US" sz="1600" kern="1200" dirty="0"/>
            <a:t> (G9_WU_1) </a:t>
          </a:r>
        </a:p>
      </dsp:txBody>
      <dsp:txXfrm>
        <a:off x="0" y="2183"/>
        <a:ext cx="5813234" cy="744648"/>
      </dsp:txXfrm>
    </dsp:sp>
    <dsp:sp modelId="{D7BA3DC1-5983-1743-AC04-D2260D7DA991}">
      <dsp:nvSpPr>
        <dsp:cNvPr id="0" name=""/>
        <dsp:cNvSpPr/>
      </dsp:nvSpPr>
      <dsp:spPr>
        <a:xfrm>
          <a:off x="0" y="746831"/>
          <a:ext cx="5813234" cy="0"/>
        </a:xfrm>
        <a:prstGeom prst="line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06CD4-4E8E-4C4B-9221-8DE5C7F7B7F5}">
      <dsp:nvSpPr>
        <dsp:cNvPr id="0" name=""/>
        <dsp:cNvSpPr/>
      </dsp:nvSpPr>
      <dsp:spPr>
        <a:xfrm>
          <a:off x="0" y="746831"/>
          <a:ext cx="5813234" cy="744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Clear conclusion</a:t>
          </a:r>
          <a:br>
            <a:rPr lang="en-US" sz="1500" kern="1200" dirty="0"/>
          </a:br>
          <a:r>
            <a:rPr lang="en-US" sz="1500" i="1" kern="1200" dirty="0"/>
            <a:t>“To answer the question, I think the insured rate and access to doctor move in the opposite direction</a:t>
          </a:r>
          <a:r>
            <a:rPr lang="en-US" sz="1500" b="0" i="1" kern="1200" dirty="0"/>
            <a:t>”</a:t>
          </a:r>
          <a:r>
            <a:rPr lang="en-US" sz="1500" b="0" kern="1200" dirty="0"/>
            <a:t> (G2_T3_2) </a:t>
          </a:r>
        </a:p>
      </dsp:txBody>
      <dsp:txXfrm>
        <a:off x="0" y="746831"/>
        <a:ext cx="5813234" cy="744648"/>
      </dsp:txXfrm>
    </dsp:sp>
    <dsp:sp modelId="{600CC1FE-0476-AA48-A992-73130459265B}">
      <dsp:nvSpPr>
        <dsp:cNvPr id="0" name=""/>
        <dsp:cNvSpPr/>
      </dsp:nvSpPr>
      <dsp:spPr>
        <a:xfrm>
          <a:off x="0" y="1491479"/>
          <a:ext cx="5813234" cy="0"/>
        </a:xfrm>
        <a:prstGeom prst="line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7544F-108A-8549-8E1C-708C287C65F7}">
      <dsp:nvSpPr>
        <dsp:cNvPr id="0" name=""/>
        <dsp:cNvSpPr/>
      </dsp:nvSpPr>
      <dsp:spPr>
        <a:xfrm>
          <a:off x="0" y="1491479"/>
          <a:ext cx="5813234" cy="744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Justification and referring to evidence</a:t>
          </a:r>
          <a:br>
            <a:rPr lang="en-US" sz="1600" kern="1200" dirty="0"/>
          </a:br>
          <a:r>
            <a:rPr lang="en-US" sz="1600" i="1" kern="1200" dirty="0"/>
            <a:t>“the heatmap shows the covid vulnerability is high..”</a:t>
          </a:r>
          <a:r>
            <a:rPr lang="en-US" sz="1600" kern="1200" dirty="0"/>
            <a:t> (G4_WU_1) </a:t>
          </a:r>
        </a:p>
      </dsp:txBody>
      <dsp:txXfrm>
        <a:off x="0" y="1491479"/>
        <a:ext cx="5813234" cy="744648"/>
      </dsp:txXfrm>
    </dsp:sp>
    <dsp:sp modelId="{D9F983D2-ED7D-1D46-B661-262143D95439}">
      <dsp:nvSpPr>
        <dsp:cNvPr id="0" name=""/>
        <dsp:cNvSpPr/>
      </dsp:nvSpPr>
      <dsp:spPr>
        <a:xfrm>
          <a:off x="0" y="2236127"/>
          <a:ext cx="5813234" cy="0"/>
        </a:xfrm>
        <a:prstGeom prst="line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CB25B-C1C8-354A-988C-69F52FD03AA8}">
      <dsp:nvSpPr>
        <dsp:cNvPr id="0" name=""/>
        <dsp:cNvSpPr/>
      </dsp:nvSpPr>
      <dsp:spPr>
        <a:xfrm>
          <a:off x="0" y="2236127"/>
          <a:ext cx="5813234" cy="744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Elaborated reasoning</a:t>
          </a:r>
          <a:br>
            <a:rPr lang="en-US" sz="1600" kern="1200" dirty="0"/>
          </a:br>
          <a:r>
            <a:rPr lang="en-US" sz="1600" i="1" kern="1200" dirty="0"/>
            <a:t>“there are lot of people with more uninsurance … it seems like it is moving in opposite directions”</a:t>
          </a:r>
          <a:r>
            <a:rPr lang="en-US" sz="1600" kern="1200" dirty="0"/>
            <a:t> (G1_T3_2) </a:t>
          </a:r>
        </a:p>
      </dsp:txBody>
      <dsp:txXfrm>
        <a:off x="0" y="2236127"/>
        <a:ext cx="5813234" cy="744648"/>
      </dsp:txXfrm>
    </dsp:sp>
    <dsp:sp modelId="{38345AF6-04C0-324E-867E-EABEF583D81D}">
      <dsp:nvSpPr>
        <dsp:cNvPr id="0" name=""/>
        <dsp:cNvSpPr/>
      </dsp:nvSpPr>
      <dsp:spPr>
        <a:xfrm>
          <a:off x="0" y="2980776"/>
          <a:ext cx="5813234" cy="0"/>
        </a:xfrm>
        <a:prstGeom prst="line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D7FF8-9266-604D-B3A0-18B74A00491A}">
      <dsp:nvSpPr>
        <dsp:cNvPr id="0" name=""/>
        <dsp:cNvSpPr/>
      </dsp:nvSpPr>
      <dsp:spPr>
        <a:xfrm>
          <a:off x="0" y="2980776"/>
          <a:ext cx="5813234" cy="744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Brief, tentative, or partially justified conclusion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/>
            <a:t>“It is similar in southeast”</a:t>
          </a:r>
          <a:r>
            <a:rPr lang="en-US" sz="1600" kern="1200" dirty="0"/>
            <a:t> (G5_T1_2)</a:t>
          </a:r>
        </a:p>
      </dsp:txBody>
      <dsp:txXfrm>
        <a:off x="0" y="2980776"/>
        <a:ext cx="5813234" cy="744648"/>
      </dsp:txXfrm>
    </dsp:sp>
    <dsp:sp modelId="{AD680B81-B189-1545-956A-B5EDE429E916}">
      <dsp:nvSpPr>
        <dsp:cNvPr id="0" name=""/>
        <dsp:cNvSpPr/>
      </dsp:nvSpPr>
      <dsp:spPr>
        <a:xfrm>
          <a:off x="0" y="3725424"/>
          <a:ext cx="5813234" cy="0"/>
        </a:xfrm>
        <a:prstGeom prst="lin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9B883-AB02-8543-BA80-1BAABD197151}">
      <dsp:nvSpPr>
        <dsp:cNvPr id="0" name=""/>
        <dsp:cNvSpPr/>
      </dsp:nvSpPr>
      <dsp:spPr>
        <a:xfrm>
          <a:off x="0" y="3725424"/>
          <a:ext cx="5813234" cy="744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Uncertainty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dirty="0"/>
            <a:t>“we were confused ... so I am not sure</a:t>
          </a:r>
          <a:r>
            <a:rPr lang="en-US" sz="1500" b="0" i="1" kern="1200" dirty="0"/>
            <a:t>”</a:t>
          </a:r>
          <a:r>
            <a:rPr lang="en-US" sz="1500" b="0" kern="1200" dirty="0"/>
            <a:t> (G1_T1_1)</a:t>
          </a:r>
        </a:p>
      </dsp:txBody>
      <dsp:txXfrm>
        <a:off x="0" y="3725424"/>
        <a:ext cx="5813234" cy="74464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0F9D1-E3C2-FD44-91EC-152DBAC5E7F2}">
      <dsp:nvSpPr>
        <dsp:cNvPr id="0" name=""/>
        <dsp:cNvSpPr/>
      </dsp:nvSpPr>
      <dsp:spPr>
        <a:xfrm>
          <a:off x="0" y="3914225"/>
          <a:ext cx="11826239" cy="128473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Overall, the findings suggest</a:t>
          </a:r>
        </a:p>
      </dsp:txBody>
      <dsp:txXfrm>
        <a:off x="0" y="3914225"/>
        <a:ext cx="11826239" cy="693757"/>
      </dsp:txXfrm>
    </dsp:sp>
    <dsp:sp modelId="{0B0CD01D-45C3-5B40-8AD3-05BEB60E349B}">
      <dsp:nvSpPr>
        <dsp:cNvPr id="0" name=""/>
        <dsp:cNvSpPr/>
      </dsp:nvSpPr>
      <dsp:spPr>
        <a:xfrm>
          <a:off x="0" y="4582288"/>
          <a:ext cx="11826239" cy="59097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Clarification responses mattered within collaborative EDA </a:t>
          </a:r>
          <a:r>
            <a:rPr lang="en-US" sz="1900" kern="1200" dirty="0">
              <a:sym typeface="Wingdings" pitchFamily="2" charset="2"/>
            </a:rPr>
            <a:t> </a:t>
          </a:r>
          <a:r>
            <a:rPr lang="en-US" sz="1900" kern="1200" dirty="0"/>
            <a:t>mainly as part of local processes of verification, repair, and sense-making, rather than predictor of broader task outcomes</a:t>
          </a:r>
        </a:p>
      </dsp:txBody>
      <dsp:txXfrm>
        <a:off x="0" y="4582288"/>
        <a:ext cx="11826239" cy="590978"/>
      </dsp:txXfrm>
    </dsp:sp>
    <dsp:sp modelId="{C2EAAC36-EC09-9940-BA9B-D8A667850D66}">
      <dsp:nvSpPr>
        <dsp:cNvPr id="0" name=""/>
        <dsp:cNvSpPr/>
      </dsp:nvSpPr>
      <dsp:spPr>
        <a:xfrm rot="10800000">
          <a:off x="0" y="1957572"/>
          <a:ext cx="11826239" cy="1975924"/>
        </a:xfrm>
        <a:prstGeom prst="upArrowCallou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However, this broader progress was not explained by</a:t>
          </a:r>
        </a:p>
      </dsp:txBody>
      <dsp:txXfrm rot="-10800000">
        <a:off x="0" y="1957572"/>
        <a:ext cx="11826239" cy="693549"/>
      </dsp:txXfrm>
    </dsp:sp>
    <dsp:sp modelId="{382E793B-FAAC-D54D-855D-F7C7D3B552D2}">
      <dsp:nvSpPr>
        <dsp:cNvPr id="0" name=""/>
        <dsp:cNvSpPr/>
      </dsp:nvSpPr>
      <dsp:spPr>
        <a:xfrm>
          <a:off x="0" y="2651121"/>
          <a:ext cx="5913119" cy="590801"/>
        </a:xfrm>
        <a:prstGeom prst="rect">
          <a:avLst/>
        </a:prstGeom>
        <a:solidFill>
          <a:schemeClr val="accent5">
            <a:tint val="40000"/>
            <a:alpha val="90000"/>
            <a:hueOff val="-2388933"/>
            <a:satOff val="533"/>
            <a:lumOff val="8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CR/VIS frequency </a:t>
          </a:r>
        </a:p>
      </dsp:txBody>
      <dsp:txXfrm>
        <a:off x="0" y="2651121"/>
        <a:ext cx="5913119" cy="590801"/>
      </dsp:txXfrm>
    </dsp:sp>
    <dsp:sp modelId="{B783E035-5E16-9C44-9243-DD96DD096DD5}">
      <dsp:nvSpPr>
        <dsp:cNvPr id="0" name=""/>
        <dsp:cNvSpPr/>
      </dsp:nvSpPr>
      <dsp:spPr>
        <a:xfrm>
          <a:off x="5913119" y="2651121"/>
          <a:ext cx="5913119" cy="590801"/>
        </a:xfrm>
        <a:prstGeom prst="rect">
          <a:avLst/>
        </a:prstGeom>
        <a:solidFill>
          <a:schemeClr val="accent5">
            <a:tint val="40000"/>
            <a:alpha val="90000"/>
            <a:hueOff val="-4777866"/>
            <a:satOff val="1067"/>
            <a:lumOff val="16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averaged LLM-judge response-quality scores. </a:t>
          </a:r>
        </a:p>
      </dsp:txBody>
      <dsp:txXfrm>
        <a:off x="5913119" y="2651121"/>
        <a:ext cx="5913119" cy="590801"/>
      </dsp:txXfrm>
    </dsp:sp>
    <dsp:sp modelId="{68770CED-A715-4544-9B6E-A9BCA429C09D}">
      <dsp:nvSpPr>
        <dsp:cNvPr id="0" name=""/>
        <dsp:cNvSpPr/>
      </dsp:nvSpPr>
      <dsp:spPr>
        <a:xfrm rot="10800000">
          <a:off x="0" y="919"/>
          <a:ext cx="11826239" cy="1975924"/>
        </a:xfrm>
        <a:prstGeom prst="upArrowCallout">
          <a:avLst/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After the warm-up, participants generally reached stronger, more justified, and more evidence-based task-closing interpretations.</a:t>
          </a:r>
        </a:p>
      </dsp:txBody>
      <dsp:txXfrm rot="-10800000">
        <a:off x="0" y="919"/>
        <a:ext cx="11826239" cy="693549"/>
      </dsp:txXfrm>
    </dsp:sp>
    <dsp:sp modelId="{D493B607-4F05-A04A-8202-6E3176179818}">
      <dsp:nvSpPr>
        <dsp:cNvPr id="0" name=""/>
        <dsp:cNvSpPr/>
      </dsp:nvSpPr>
      <dsp:spPr>
        <a:xfrm>
          <a:off x="5774" y="694468"/>
          <a:ext cx="3938229" cy="590801"/>
        </a:xfrm>
        <a:prstGeom prst="rect">
          <a:avLst/>
        </a:prstGeom>
        <a:solidFill>
          <a:schemeClr val="accent5">
            <a:tint val="40000"/>
            <a:alpha val="90000"/>
            <a:hueOff val="-7166800"/>
            <a:satOff val="1600"/>
            <a:lumOff val="24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Task 1: highest justification and evidence use </a:t>
          </a:r>
        </a:p>
      </dsp:txBody>
      <dsp:txXfrm>
        <a:off x="5774" y="694468"/>
        <a:ext cx="3938229" cy="590801"/>
      </dsp:txXfrm>
    </dsp:sp>
    <dsp:sp modelId="{D81F1E6E-27AF-AB4B-8B47-6FC66A49198A}">
      <dsp:nvSpPr>
        <dsp:cNvPr id="0" name=""/>
        <dsp:cNvSpPr/>
      </dsp:nvSpPr>
      <dsp:spPr>
        <a:xfrm>
          <a:off x="3944004" y="694468"/>
          <a:ext cx="3938229" cy="590801"/>
        </a:xfrm>
        <a:prstGeom prst="rect">
          <a:avLst/>
        </a:prstGeom>
        <a:solidFill>
          <a:schemeClr val="accent5">
            <a:tint val="40000"/>
            <a:alpha val="90000"/>
            <a:hueOff val="-9555732"/>
            <a:satOff val="2134"/>
            <a:lumOff val="32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Task 2: least uncertainty </a:t>
          </a:r>
        </a:p>
      </dsp:txBody>
      <dsp:txXfrm>
        <a:off x="3944004" y="694468"/>
        <a:ext cx="3938229" cy="590801"/>
      </dsp:txXfrm>
    </dsp:sp>
    <dsp:sp modelId="{8BD162AF-E899-424B-ADF9-CDA3E67DDB05}">
      <dsp:nvSpPr>
        <dsp:cNvPr id="0" name=""/>
        <dsp:cNvSpPr/>
      </dsp:nvSpPr>
      <dsp:spPr>
        <a:xfrm>
          <a:off x="7882234" y="694468"/>
          <a:ext cx="3938229" cy="590801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Task 3: most clear conclusions and elaborated justification</a:t>
          </a:r>
        </a:p>
      </dsp:txBody>
      <dsp:txXfrm>
        <a:off x="7882234" y="694468"/>
        <a:ext cx="3938229" cy="59080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804DF-AAE9-BE41-A3EF-116D89C78289}">
      <dsp:nvSpPr>
        <dsp:cNvPr id="0" name=""/>
        <dsp:cNvSpPr/>
      </dsp:nvSpPr>
      <dsp:spPr>
        <a:xfrm>
          <a:off x="0" y="0"/>
          <a:ext cx="7302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E1072-5543-BC4E-98E9-F7C368E73B54}">
      <dsp:nvSpPr>
        <dsp:cNvPr id="0" name=""/>
        <dsp:cNvSpPr/>
      </dsp:nvSpPr>
      <dsp:spPr>
        <a:xfrm>
          <a:off x="0" y="0"/>
          <a:ext cx="7302500" cy="646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For each difficulty type, a </a:t>
          </a:r>
          <a:r>
            <a:rPr lang="en-US" sz="1800" b="1" kern="1200" dirty="0"/>
            <a:t>group receives 1</a:t>
          </a:r>
          <a:r>
            <a:rPr lang="en-US" sz="1800" kern="1200" dirty="0"/>
            <a:t> if </a:t>
          </a:r>
          <a:r>
            <a:rPr lang="en-US" sz="1800" b="1" kern="1200" dirty="0"/>
            <a:t>either participant</a:t>
          </a:r>
          <a:r>
            <a:rPr lang="en-US" sz="1800" kern="1200" dirty="0"/>
            <a:t> selected a higher-frequency category (</a:t>
          </a:r>
          <a:r>
            <a:rPr lang="en-US" sz="1800" b="1" kern="1200" dirty="0"/>
            <a:t>3–4</a:t>
          </a:r>
          <a:r>
            <a:rPr lang="en-US" sz="1800" kern="1200" dirty="0"/>
            <a:t> or </a:t>
          </a:r>
          <a:r>
            <a:rPr lang="en-US" sz="1800" b="1" kern="1200" dirty="0"/>
            <a:t>5+</a:t>
          </a:r>
          <a:r>
            <a:rPr lang="en-US" sz="1800" kern="1200" dirty="0"/>
            <a:t>), and </a:t>
          </a:r>
          <a:r>
            <a:rPr lang="en-US" sz="1800" b="1" kern="1200" dirty="0"/>
            <a:t>0 otherwise</a:t>
          </a:r>
          <a:endParaRPr lang="en-US" sz="1800" kern="1200" dirty="0"/>
        </a:p>
      </dsp:txBody>
      <dsp:txXfrm>
        <a:off x="0" y="0"/>
        <a:ext cx="7302500" cy="646330"/>
      </dsp:txXfrm>
    </dsp:sp>
    <dsp:sp modelId="{40231224-515B-DA4F-BAB8-C6BEF8069BCF}">
      <dsp:nvSpPr>
        <dsp:cNvPr id="0" name=""/>
        <dsp:cNvSpPr/>
      </dsp:nvSpPr>
      <dsp:spPr>
        <a:xfrm>
          <a:off x="0" y="646330"/>
          <a:ext cx="7302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5EB82-8041-1B46-BCD9-5E27FCB5737F}">
      <dsp:nvSpPr>
        <dsp:cNvPr id="0" name=""/>
        <dsp:cNvSpPr/>
      </dsp:nvSpPr>
      <dsp:spPr>
        <a:xfrm>
          <a:off x="0" y="646330"/>
          <a:ext cx="7302500" cy="646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left"/>
              </m:oMathParaPr>
              <m:oMath xmlns:m="http://schemas.openxmlformats.org/officeDocument/2006/math">
                <m:r>
                  <a:rPr lang="en-US" sz="1800" b="0" i="1" kern="1200" smtClean="0">
                    <a:latin typeface="Cambria Math" panose="02040503050406030204" pitchFamily="18" charset="0"/>
                  </a:rPr>
                  <m:t>𝑟𝑒𝑠𝑝𝑜𝑛𝑠𝑒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 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𝑑𝑖𝑓𝑓𝑖𝑐𝑢𝑙𝑡𝑦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= 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𝑢𝑛𝑙𝑐𝑒𝑎𝑟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_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𝑎𝑛</m:t>
                </m:r>
                <m:r>
                  <m:rPr>
                    <m:sty m:val="p"/>
                  </m:rPr>
                  <a:rPr lang="en-US" sz="1800" b="0" i="0" kern="1200" smtClean="0">
                    <a:latin typeface="Cambria Math" panose="02040503050406030204" pitchFamily="18" charset="0"/>
                  </a:rPr>
                  <m:t>y</m:t>
                </m:r>
                <m:r>
                  <a:rPr lang="en-US" sz="1800" b="0" i="0" kern="1200" smtClean="0">
                    <a:latin typeface="Cambria Math" panose="02040503050406030204" pitchFamily="18" charset="0"/>
                  </a:rPr>
                  <m:t>_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h𝑖𝑔h</m:t>
                </m:r>
                <m:r>
                  <a:rPr lang="en-US" sz="1800" b="0" i="0" kern="1200">
                    <a:latin typeface="Cambria Math" panose="02040503050406030204" pitchFamily="18" charset="0"/>
                  </a:rPr>
                  <m:t>+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𝑢𝑛𝑒𝑥𝑝𝑒𝑐𝑡𝑒𝑑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_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𝑎𝑛𝑦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_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h𝑖𝑔h</m:t>
                </m:r>
                <m:r>
                  <a:rPr lang="en-US" sz="1800" b="0" i="0" kern="1200">
                    <a:latin typeface="Cambria Math" panose="02040503050406030204" pitchFamily="18" charset="0"/>
                  </a:rPr>
                  <m:t>+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𝑟𝑒𝑠𝑡𝑎𝑡𝑖𝑛𝑔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_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𝑎𝑛𝑦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_</m:t>
                </m:r>
                <m:r>
                  <a:rPr lang="en-US" sz="1800" b="0" i="1" kern="1200" smtClean="0">
                    <a:latin typeface="Cambria Math" panose="02040503050406030204" pitchFamily="18" charset="0"/>
                  </a:rPr>
                  <m:t>h𝑖𝑔h</m:t>
                </m:r>
              </m:oMath>
            </m:oMathPara>
          </a14:m>
          <a:endParaRPr lang="en-US" sz="1800" kern="1200" dirty="0"/>
        </a:p>
      </dsp:txBody>
      <dsp:txXfrm>
        <a:off x="0" y="646330"/>
        <a:ext cx="7302500" cy="646330"/>
      </dsp:txXfrm>
    </dsp:sp>
    <dsp:sp modelId="{9ED90A27-90ED-3D42-912A-7C5EAEF20632}">
      <dsp:nvSpPr>
        <dsp:cNvPr id="0" name=""/>
        <dsp:cNvSpPr/>
      </dsp:nvSpPr>
      <dsp:spPr>
        <a:xfrm>
          <a:off x="0" y="1292661"/>
          <a:ext cx="7302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A7650-7BAF-C741-ABC5-06D79F3A4ED7}">
      <dsp:nvSpPr>
        <dsp:cNvPr id="0" name=""/>
        <dsp:cNvSpPr/>
      </dsp:nvSpPr>
      <dsp:spPr>
        <a:xfrm>
          <a:off x="0" y="1292661"/>
          <a:ext cx="7302500" cy="646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Score ranges from </a:t>
          </a:r>
          <a:r>
            <a:rPr lang="en-US" sz="1800" b="1" kern="1200" dirty="0"/>
            <a:t>0 to 3</a:t>
          </a:r>
          <a:r>
            <a:rPr lang="en-US" sz="1800" kern="1200" dirty="0"/>
            <a:t>.</a:t>
          </a:r>
        </a:p>
      </dsp:txBody>
      <dsp:txXfrm>
        <a:off x="0" y="1292661"/>
        <a:ext cx="7302500" cy="646330"/>
      </dsp:txXfrm>
    </dsp:sp>
    <dsp:sp modelId="{DB141D0B-82F1-754D-849E-8F34B82DDA86}">
      <dsp:nvSpPr>
        <dsp:cNvPr id="0" name=""/>
        <dsp:cNvSpPr/>
      </dsp:nvSpPr>
      <dsp:spPr>
        <a:xfrm>
          <a:off x="0" y="1938992"/>
          <a:ext cx="7302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D83D5-A054-C84D-AC1C-C47996BEE332}">
      <dsp:nvSpPr>
        <dsp:cNvPr id="0" name=""/>
        <dsp:cNvSpPr/>
      </dsp:nvSpPr>
      <dsp:spPr>
        <a:xfrm>
          <a:off x="0" y="1938992"/>
          <a:ext cx="7302500" cy="646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This variable was used </a:t>
          </a:r>
          <a:r>
            <a:rPr lang="en-US" sz="1800" b="1" kern="1200" dirty="0"/>
            <a:t>only as an exploratory summary measure</a:t>
          </a:r>
          <a:r>
            <a:rPr lang="en-US" sz="1800" kern="1200" dirty="0"/>
            <a:t>.</a:t>
          </a:r>
        </a:p>
      </dsp:txBody>
      <dsp:txXfrm>
        <a:off x="0" y="1938992"/>
        <a:ext cx="7302500" cy="64633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CB179-900D-6C4C-83A3-B6BD320758F9}">
      <dsp:nvSpPr>
        <dsp:cNvPr id="0" name=""/>
        <dsp:cNvSpPr/>
      </dsp:nvSpPr>
      <dsp:spPr>
        <a:xfrm>
          <a:off x="0" y="0"/>
          <a:ext cx="2946400" cy="115782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Unclear: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U1 = </a:t>
          </a:r>
          <a:r>
            <a:rPr lang="en-US" sz="1800" b="1" kern="1200" dirty="0"/>
            <a:t>3–4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U2 = </a:t>
          </a:r>
          <a:r>
            <a:rPr lang="en-US" sz="1800" b="1" kern="1200" dirty="0"/>
            <a:t>3–4</a:t>
          </a:r>
          <a:endParaRPr lang="en-US" sz="1800" kern="1200" dirty="0"/>
        </a:p>
      </dsp:txBody>
      <dsp:txXfrm>
        <a:off x="33911" y="33911"/>
        <a:ext cx="1599184" cy="1090000"/>
      </dsp:txXfrm>
    </dsp:sp>
    <dsp:sp modelId="{62BFBA40-E426-AD45-8480-79CC8D343249}">
      <dsp:nvSpPr>
        <dsp:cNvPr id="0" name=""/>
        <dsp:cNvSpPr/>
      </dsp:nvSpPr>
      <dsp:spPr>
        <a:xfrm>
          <a:off x="246760" y="1368335"/>
          <a:ext cx="2946400" cy="1157822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Unexpected: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U1 = </a:t>
          </a:r>
          <a:r>
            <a:rPr lang="en-US" sz="1800" b="1" kern="1200" dirty="0"/>
            <a:t>3–4</a:t>
          </a:r>
          <a:r>
            <a:rPr lang="en-US" sz="1800" kern="1200" dirty="0"/>
            <a:t>,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U2 = </a:t>
          </a:r>
          <a:r>
            <a:rPr lang="en-US" sz="1800" b="1" kern="1200" dirty="0"/>
            <a:t>3–4</a:t>
          </a:r>
          <a:r>
            <a:rPr lang="en-US" sz="1800" kern="1200" dirty="0"/>
            <a:t>  </a:t>
          </a:r>
        </a:p>
      </dsp:txBody>
      <dsp:txXfrm>
        <a:off x="280671" y="1402246"/>
        <a:ext cx="1879232" cy="1090000"/>
      </dsp:txXfrm>
    </dsp:sp>
    <dsp:sp modelId="{20166C0B-BCB4-F745-9C9D-512FF714A61F}">
      <dsp:nvSpPr>
        <dsp:cNvPr id="0" name=""/>
        <dsp:cNvSpPr/>
      </dsp:nvSpPr>
      <dsp:spPr>
        <a:xfrm>
          <a:off x="489839" y="2736671"/>
          <a:ext cx="2946400" cy="1157822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Restating: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U1 = </a:t>
          </a:r>
          <a:r>
            <a:rPr lang="en-US" sz="1800" b="1" kern="1200" dirty="0"/>
            <a:t>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U2 = </a:t>
          </a:r>
          <a:r>
            <a:rPr lang="en-US" sz="1800" b="1" kern="1200" dirty="0"/>
            <a:t>1–2</a:t>
          </a:r>
          <a:r>
            <a:rPr lang="en-US" sz="1800" kern="1200" dirty="0"/>
            <a:t>  </a:t>
          </a:r>
        </a:p>
      </dsp:txBody>
      <dsp:txXfrm>
        <a:off x="523750" y="2770582"/>
        <a:ext cx="1882915" cy="1090000"/>
      </dsp:txXfrm>
    </dsp:sp>
    <dsp:sp modelId="{04E06A7A-B101-8A4B-8651-0965C1CD5873}">
      <dsp:nvSpPr>
        <dsp:cNvPr id="0" name=""/>
        <dsp:cNvSpPr/>
      </dsp:nvSpPr>
      <dsp:spPr>
        <a:xfrm>
          <a:off x="736599" y="4105007"/>
          <a:ext cx="2946400" cy="1157822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Response difficulty count = 1+1+0 = 2</a:t>
          </a:r>
          <a:endParaRPr lang="en-US" sz="1800" kern="1200" dirty="0"/>
        </a:p>
      </dsp:txBody>
      <dsp:txXfrm>
        <a:off x="770510" y="4138918"/>
        <a:ext cx="1879232" cy="1090000"/>
      </dsp:txXfrm>
    </dsp:sp>
    <dsp:sp modelId="{22329BA6-CBCC-C942-BD68-C5316EE981BB}">
      <dsp:nvSpPr>
        <dsp:cNvPr id="0" name=""/>
        <dsp:cNvSpPr/>
      </dsp:nvSpPr>
      <dsp:spPr>
        <a:xfrm>
          <a:off x="2193815" y="886786"/>
          <a:ext cx="752584" cy="752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363146" y="886786"/>
        <a:ext cx="413922" cy="566319"/>
      </dsp:txXfrm>
    </dsp:sp>
    <dsp:sp modelId="{6A5D80EA-E0A0-1A4C-A31F-3B40E88173C1}">
      <dsp:nvSpPr>
        <dsp:cNvPr id="0" name=""/>
        <dsp:cNvSpPr/>
      </dsp:nvSpPr>
      <dsp:spPr>
        <a:xfrm>
          <a:off x="2440576" y="2255122"/>
          <a:ext cx="752584" cy="752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609907" y="2255122"/>
        <a:ext cx="413922" cy="566319"/>
      </dsp:txXfrm>
    </dsp:sp>
    <dsp:sp modelId="{5C4FA454-B05D-CF47-BF6F-337F2A3F456E}">
      <dsp:nvSpPr>
        <dsp:cNvPr id="0" name=""/>
        <dsp:cNvSpPr/>
      </dsp:nvSpPr>
      <dsp:spPr>
        <a:xfrm>
          <a:off x="2683654" y="3623458"/>
          <a:ext cx="752584" cy="752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852985" y="3623458"/>
        <a:ext cx="413922" cy="56631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C20D49-B8E2-FE4E-B086-994BDF8BA31E}">
      <dsp:nvSpPr>
        <dsp:cNvPr id="0" name=""/>
        <dsp:cNvSpPr/>
      </dsp:nvSpPr>
      <dsp:spPr>
        <a:xfrm>
          <a:off x="3716" y="170214"/>
          <a:ext cx="1625147" cy="22448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Restating</a:t>
          </a:r>
          <a:r>
            <a:rPr lang="en-US" sz="1800" kern="1200" dirty="0"/>
            <a:t> was the most common higher-frequency</a:t>
          </a:r>
          <a:br>
            <a:rPr lang="en-US" sz="1800" kern="1200" dirty="0"/>
          </a:br>
          <a:r>
            <a:rPr lang="en-US" sz="1800" kern="1200" dirty="0"/>
            <a:t>(</a:t>
          </a:r>
          <a:r>
            <a:rPr lang="en-US" sz="1800" b="1" kern="1200" dirty="0"/>
            <a:t>12/19 groups</a:t>
          </a:r>
          <a:r>
            <a:rPr lang="en-US" sz="1800" kern="1200" dirty="0"/>
            <a:t>) </a:t>
          </a:r>
        </a:p>
      </dsp:txBody>
      <dsp:txXfrm>
        <a:off x="51315" y="217813"/>
        <a:ext cx="1529949" cy="2149695"/>
      </dsp:txXfrm>
    </dsp:sp>
    <dsp:sp modelId="{1B3B5C60-1A0B-EE49-A4E6-856EF5FDDDE9}">
      <dsp:nvSpPr>
        <dsp:cNvPr id="0" name=""/>
        <dsp:cNvSpPr/>
      </dsp:nvSpPr>
      <dsp:spPr>
        <a:xfrm>
          <a:off x="1791379" y="1091143"/>
          <a:ext cx="344531" cy="403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91379" y="1171750"/>
        <a:ext cx="241172" cy="241822"/>
      </dsp:txXfrm>
    </dsp:sp>
    <dsp:sp modelId="{1B4D9D71-0894-2843-9264-D217A85DBE0A}">
      <dsp:nvSpPr>
        <dsp:cNvPr id="0" name=""/>
        <dsp:cNvSpPr/>
      </dsp:nvSpPr>
      <dsp:spPr>
        <a:xfrm>
          <a:off x="2278923" y="170214"/>
          <a:ext cx="1625147" cy="2244893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Unclear</a:t>
          </a:r>
          <a:r>
            <a:rPr lang="en-US" sz="1800" kern="1200" dirty="0"/>
            <a:t> was less common</a:t>
          </a:r>
          <a:br>
            <a:rPr lang="en-US" sz="1800" kern="1200" dirty="0"/>
          </a:br>
          <a:r>
            <a:rPr lang="en-US" sz="1800" kern="1200" dirty="0"/>
            <a:t>(</a:t>
          </a:r>
          <a:r>
            <a:rPr lang="en-US" sz="1800" b="1" kern="1200" dirty="0"/>
            <a:t>5/19 groups</a:t>
          </a:r>
          <a:r>
            <a:rPr lang="en-US" sz="1800" kern="1200" dirty="0"/>
            <a:t>) </a:t>
          </a:r>
        </a:p>
      </dsp:txBody>
      <dsp:txXfrm>
        <a:off x="2326522" y="217813"/>
        <a:ext cx="1529949" cy="2149695"/>
      </dsp:txXfrm>
    </dsp:sp>
    <dsp:sp modelId="{792BD8C7-4CDC-1340-9DE6-B31087735BEB}">
      <dsp:nvSpPr>
        <dsp:cNvPr id="0" name=""/>
        <dsp:cNvSpPr/>
      </dsp:nvSpPr>
      <dsp:spPr>
        <a:xfrm>
          <a:off x="4066585" y="1091143"/>
          <a:ext cx="344531" cy="403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066585" y="1171750"/>
        <a:ext cx="241172" cy="241822"/>
      </dsp:txXfrm>
    </dsp:sp>
    <dsp:sp modelId="{2577F957-A4DD-7049-AEA8-4E039C7DC4CD}">
      <dsp:nvSpPr>
        <dsp:cNvPr id="0" name=""/>
        <dsp:cNvSpPr/>
      </dsp:nvSpPr>
      <dsp:spPr>
        <a:xfrm>
          <a:off x="4554129" y="170214"/>
          <a:ext cx="1625147" cy="2244893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Unexpected</a:t>
          </a:r>
          <a:r>
            <a:rPr lang="en-US" sz="1800" kern="1200" dirty="0"/>
            <a:t> was least common</a:t>
          </a:r>
          <a:br>
            <a:rPr lang="en-US" sz="1800" kern="1200" dirty="0"/>
          </a:br>
          <a:r>
            <a:rPr lang="en-US" sz="1800" kern="1200" dirty="0"/>
            <a:t>(</a:t>
          </a:r>
          <a:r>
            <a:rPr lang="en-US" sz="1800" b="1" kern="1200" dirty="0"/>
            <a:t>3/19 groups</a:t>
          </a:r>
          <a:r>
            <a:rPr lang="en-US" sz="1800" kern="1200" dirty="0"/>
            <a:t>) </a:t>
          </a:r>
        </a:p>
      </dsp:txBody>
      <dsp:txXfrm>
        <a:off x="4601728" y="217813"/>
        <a:ext cx="1529949" cy="2149695"/>
      </dsp:txXfrm>
    </dsp:sp>
    <dsp:sp modelId="{968EF434-350A-AF4E-89B6-26BE7F18919C}">
      <dsp:nvSpPr>
        <dsp:cNvPr id="0" name=""/>
        <dsp:cNvSpPr/>
      </dsp:nvSpPr>
      <dsp:spPr>
        <a:xfrm>
          <a:off x="6341791" y="1091143"/>
          <a:ext cx="344531" cy="4030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341791" y="1171750"/>
        <a:ext cx="241172" cy="241822"/>
      </dsp:txXfrm>
    </dsp:sp>
    <dsp:sp modelId="{037A1F03-B255-C84A-89DA-22E634E0D0D2}">
      <dsp:nvSpPr>
        <dsp:cNvPr id="0" name=""/>
        <dsp:cNvSpPr/>
      </dsp:nvSpPr>
      <dsp:spPr>
        <a:xfrm>
          <a:off x="6829335" y="170214"/>
          <a:ext cx="1625147" cy="2244893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Most groups were </a:t>
          </a:r>
          <a:r>
            <a:rPr lang="en-US" sz="1800" b="1" kern="1200" dirty="0"/>
            <a:t>low-to-moderate</a:t>
          </a:r>
          <a:r>
            <a:rPr lang="en-US" sz="1800" kern="1200" dirty="0"/>
            <a:t> on response difficulty</a:t>
          </a:r>
          <a:br>
            <a:rPr lang="en-US" sz="1800" kern="1200" dirty="0"/>
          </a:br>
          <a:r>
            <a:rPr lang="en-US" sz="1800" kern="1200" dirty="0"/>
            <a:t>(</a:t>
          </a:r>
          <a:r>
            <a:rPr lang="en-US" sz="1800" b="1" kern="1200" dirty="0"/>
            <a:t>14/19 groups scored 0–1</a:t>
          </a:r>
          <a:r>
            <a:rPr lang="en-US" sz="1800" kern="1200" dirty="0"/>
            <a:t>)</a:t>
          </a:r>
        </a:p>
      </dsp:txBody>
      <dsp:txXfrm>
        <a:off x="6876934" y="217813"/>
        <a:ext cx="1529949" cy="2149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103EC-03B5-BF4A-9AC0-FDADA3C2BE18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CA06F-BE23-534E-8725-64ACC0A83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6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8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1C28-87CA-AC5D-63DF-E3C8548BE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431D3-5649-AC27-1086-8CD5D6172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5981A-A386-5779-AA48-9344679C6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3279D-A230-C0B7-93BD-1537401F9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EF0AF-1541-9841-BA51-42D80BA3DD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2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I developed on the base CA framework built by Abhinav Kumar [12, 13, 14] to create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a CA that supports multi-user collaboration. I also ported the older framework to a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new domain (COVID-19), demonstrating the data-agnostic nature of the architecture.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2. I conducted a user study with the updated CA by recruiting participants from our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University. The study was conducted with the help of Veronica Grosso and Ashwini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Naik, both Research Assistants (at the time) at EVL, in the Fall of 2022. Roderick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  <a:latin typeface="Helvetica" pitchFamily="2" charset="0"/>
              </a:rPr>
              <a:t>Tabalba</a:t>
            </a: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, a research assistant at the University of Hawaii at Manoa, developed the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CA user interface.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3. I performed post-processing of the collected audio and video data and generated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transcripts of the participants’ conversations during the study. I also analyzed the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post-study semi-structured interview questions.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4. I also carried out a detailed analysis with the user study findings and published them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at peer-reviewed venues [15].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EF0AF-1541-9841-BA51-42D80BA3DD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95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2541-8B05-FB5B-3E10-BB7EBD93F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1D73B-35EE-3E91-3FE4-6DC084E37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E36C9-5642-D752-7161-9273B06DD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B8587-5544-67EE-0E26-74B850708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EF0AF-1541-9841-BA51-42D80BA3DD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00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direct comment to the system. </a:t>
            </a:r>
          </a:p>
          <a:p>
            <a:r>
              <a:rPr lang="en-US" dirty="0"/>
              <a:t>Snippet shows no matter to whom the utterance was directed to, system picked up and generated charts. Needs eye gaze </a:t>
            </a:r>
            <a:r>
              <a:rPr lang="en-US" dirty="0" err="1"/>
              <a:t>etc</a:t>
            </a:r>
            <a:r>
              <a:rPr lang="en-US" dirty="0"/>
              <a:t> to analyze but it clearly demonstrate the </a:t>
            </a:r>
          </a:p>
          <a:p>
            <a:endParaRPr lang="en-US" dirty="0"/>
          </a:p>
          <a:p>
            <a:r>
              <a:rPr lang="en-US" dirty="0"/>
              <a:t>Even if the person was by themselves and they had think aloud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Shows that utterances that users use are much richer than simple commands</a:t>
            </a:r>
          </a:p>
          <a:p>
            <a:endParaRPr lang="en-US" dirty="0"/>
          </a:p>
          <a:p>
            <a:r>
              <a:rPr lang="en-US" dirty="0"/>
              <a:t>Compare to </a:t>
            </a:r>
            <a:r>
              <a:rPr lang="en-US" dirty="0" err="1"/>
              <a:t>woz</a:t>
            </a:r>
            <a:r>
              <a:rPr lang="en-US" dirty="0"/>
              <a:t> think </a:t>
            </a:r>
            <a:r>
              <a:rPr lang="en-US" dirty="0" err="1"/>
              <a:t>alound</a:t>
            </a:r>
            <a:r>
              <a:rPr lang="en-US" dirty="0"/>
              <a:t> and in which way the think </a:t>
            </a:r>
            <a:r>
              <a:rPr lang="en-US" dirty="0" err="1"/>
              <a:t>alouds</a:t>
            </a:r>
            <a:r>
              <a:rPr lang="en-US" dirty="0"/>
              <a:t> differ. Also see if human acted on the think aloud.</a:t>
            </a:r>
          </a:p>
          <a:p>
            <a:r>
              <a:rPr lang="en-US" dirty="0"/>
              <a:t>Compare this to AK’s expt. – setting is different, primed with simple queries</a:t>
            </a:r>
          </a:p>
          <a:p>
            <a:endParaRPr lang="en-US" dirty="0"/>
          </a:p>
          <a:p>
            <a:r>
              <a:rPr lang="en-GB" dirty="0"/>
              <a:t>A </a:t>
            </a:r>
            <a:r>
              <a:rPr lang="en-GB" b="1" dirty="0"/>
              <a:t>choropleth map</a:t>
            </a:r>
            <a:r>
              <a:rPr lang="en-GB" dirty="0"/>
              <a:t> is a thematic map that uses </a:t>
            </a:r>
            <a:r>
              <a:rPr lang="en-GB" dirty="0" err="1"/>
              <a:t>colors</a:t>
            </a:r>
            <a:r>
              <a:rPr lang="en-GB" dirty="0"/>
              <a:t> or shading to represent aggregate data values across predefined geographic regions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EF0AF-1541-9841-BA51-42D80BA3DD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9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E84A-964F-9AC3-D861-EC22C99D9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77449-AE1B-296B-14EE-7051F6446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9F818-ADD2-7B42-ED3F-4EBC4FEAF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D7034-659B-E044-CED4-B7151A0A5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EF0AF-1541-9841-BA51-42D80BA3DD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71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ADD4-FBAE-3512-AE82-C87AA2F4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60D0F-2220-DCFF-AF83-5FD0FB819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2780B-5861-8FCD-DD54-AF4FF8173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462F0-CE77-EADC-2F11-7F30559D7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EF0AF-1541-9841-BA51-42D80BA3DD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18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3F77E-83E6-6CD0-D104-CD1ED687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A6B41-975F-D845-4D7F-B4BBE13B2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36649-F754-507D-CB9B-93D5B3EAF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CF834-1F98-0CB5-B05B-AD4CA6FA4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1EF0AF-1541-9841-BA51-42D80BA3DD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98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how grounded clarifications appear in the challenging scenarios described in the previous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90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CC12-5987-D5B6-5B64-CBE97A0F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6FA83-F5D3-4368-4022-C07AE7D89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0943A-2504-0D40-8C74-47F3938D3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see how grounded clarifications appear in the challenging scenarios described in the previous section.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19530-39D0-4F99-B4E0-EFC5873D5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58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25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FDE89-9D92-7B77-3180-7A6FA1D1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9C40C-EEB0-C60A-BB22-5DD8A9CE1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C7932-528D-6D6C-8C16-CC51777A3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7BE82-B58F-930C-AE0E-05952DF91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4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E7303-D4C4-0995-6482-68E43EAE9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3CB49-A02D-AAA0-09E1-35A7CB483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33FF8-1CB8-2974-52B8-C835AA102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5E860-F262-9576-DFA6-68E1D0FC6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07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EC450-2F5C-BF64-69AE-B310FAA9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8934F-AE9D-DD59-1044-4ECF720A3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1EE9D-969F-46C4-2B3A-4E6B2F567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43F53-D57B-AA86-B5E2-9617E20E4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9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1" dirty="0"/>
              <a:t>Correctness captures whether the response is</a:t>
            </a:r>
            <a:r>
              <a:rPr lang="en-GB" dirty="0"/>
              <a:t> </a:t>
            </a:r>
            <a:r>
              <a:rPr lang="en-GB" i="1" dirty="0"/>
              <a:t>factually and contextually accurate given the clarification request, the recent dialogue, and</a:t>
            </a:r>
            <a:endParaRPr lang="en-GB" dirty="0"/>
          </a:p>
          <a:p>
            <a:r>
              <a:rPr lang="en-GB" i="1" dirty="0"/>
              <a:t>the visualization-related evidence. </a:t>
            </a:r>
            <a:r>
              <a:rPr lang="en-GB" i="1" dirty="0" err="1"/>
              <a:t>Groundedness</a:t>
            </a:r>
            <a:r>
              <a:rPr lang="en-GB" i="1" dirty="0"/>
              <a:t> captures whether the response is meaningfully</a:t>
            </a:r>
            <a:r>
              <a:rPr lang="en-GB" dirty="0"/>
              <a:t> </a:t>
            </a:r>
            <a:r>
              <a:rPr lang="en-GB" i="1" dirty="0"/>
              <a:t>anchored in the provided chart, dialogue, and supporting evidence, rather than being</a:t>
            </a:r>
            <a:r>
              <a:rPr lang="en-GB" dirty="0"/>
              <a:t> </a:t>
            </a:r>
            <a:r>
              <a:rPr lang="en-GB" i="1" dirty="0"/>
              <a:t>generic, speculative, or unsupported. Helpfulness captures whether the response helps resolve</a:t>
            </a:r>
            <a:endParaRPr lang="en-GB" dirty="0"/>
          </a:p>
          <a:p>
            <a:r>
              <a:rPr lang="en-GB" i="1" dirty="0"/>
              <a:t>the confusion raised in the clarification request so the users can better understand the</a:t>
            </a:r>
            <a:r>
              <a:rPr lang="en-GB" dirty="0"/>
              <a:t> </a:t>
            </a:r>
            <a:r>
              <a:rPr lang="en-GB" i="1" dirty="0"/>
              <a:t>issue in the current exploratory data analysis task. Clarity captures whether the response is</a:t>
            </a:r>
            <a:r>
              <a:rPr lang="en-GB" dirty="0"/>
              <a:t> </a:t>
            </a:r>
            <a:r>
              <a:rPr lang="en-GB" i="1" dirty="0"/>
              <a:t>understandable, coherent, concise, and easy to follow.</a:t>
            </a:r>
            <a:endParaRPr lang="en-GB" dirty="0"/>
          </a:p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83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22379-498C-C3D3-22F8-9CB41814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FD191-AEDE-B2F9-57D6-B05969B18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160B5-2571-9A12-45A3-D3B7EBE69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4182-B402-49F4-A277-362EFB6DD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39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868D-08C0-3D95-8F3D-B49BEA69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C2FE0-AF57-8A3A-CA9E-DBDE8D9A7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3D62D-C593-CD00-CE04-24D44C730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CED27-47DC-182F-CAD4-79244E5BA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A06F-BE23-534E-8725-64ACC0A83C1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61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95D3-6886-2213-E092-D32091A43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75CA1-1B0E-1296-58AE-513D91B65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1843D-F615-4164-93E0-A73F9022A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02B7-D636-244A-9788-F89E7D26AC82}" type="datetime1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396D6-A641-8228-5A56-66CC5635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65577-8574-721B-2DEB-7031C1E9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6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EA43-E942-5CE3-D995-E3044616F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B4534-61A9-01EA-A4E1-58551B7C5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CCC3-7F4E-D9F4-9F4A-B1BC20AD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98402-8129-914F-A237-8623797D5F63}" type="datetime1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EC0D-9DF8-8FB7-7B64-070FBA01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A646E-67DF-BEA1-A20B-2DA50D3E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6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0736-86A1-8E36-E52C-5F3CEF33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56FED-3116-5A22-C98B-70D43B9BA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CE10F-771E-A1C5-FEC0-2698D73E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0CEDE-F662-6A4C-9ABB-CB5AC2A2FFB4}" type="datetime1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708EE-2CCF-92AF-2665-E2505C52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0AF2B-8E9B-B648-BE53-9A404C02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42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E927F-B9CD-CBDA-A782-F09AD6BF9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EB415-53ED-6B1A-A766-B5A1C4440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92177-CBC5-0108-0E29-01204377B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8FFF6-9C7A-1512-9ED8-C7AC90F4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9F3F-6CB4-6E4B-8598-00D1C41D99C7}" type="datetime1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387A5-0663-E323-4480-8377CBEF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3F0EB-67CE-FAC6-948C-4D67E934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2AE9-F359-30EF-5970-4483EF9F6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FA284-D439-C94D-ABBB-FF5DE673D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0A27A-BDFC-353B-625A-0D1966DBB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9B22AC-202E-5869-901A-B8F7FEBC0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20853-8430-810C-7A73-756307BC9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B439A7-CD51-E243-5B96-84AE28E4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6FD9-5D20-7943-A52B-625B41EF1AD7}" type="datetime1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6749AE-029F-4EAF-B811-232883AC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E37FA-36E3-39B7-0F45-6DF18258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4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9F07-3809-1060-1285-4FD0721DF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2B47FF-B2C6-5475-4935-3B2A3604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B48-EE5F-F940-9DA4-44CC89D83F9D}" type="datetime1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06AA1-1108-FAE9-E5E6-F42127C87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DE1DD-DC6A-0F92-2FD0-0CB02428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4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126E2-5EAB-AFE1-D192-66B0C248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72C03-0AAB-A64A-A120-5A9B51154DDF}" type="datetime1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0786A2-1033-2CEF-1154-20E3AFAF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D52C4-76F9-18EA-FFE1-CBC4351C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ABE6FA9F-A6BF-DB4A-8056-ACB792CCB761}" type="slidenum">
              <a:rPr lang="en-US" smtClean="0"/>
              <a:pPr/>
              <a:t>‹#›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170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2FF0-4C96-82D6-61E3-AE617C14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60221-7F0E-948F-FF17-977400A91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98EBB-AA63-9437-3F93-165A41DD7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6B1A1-E1C8-B7A8-E6D4-D252526A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5D971-1F2D-6647-9374-D66E92302A25}" type="datetime1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BB51E-D75F-0DB0-4B50-4CE18C857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73E34-D41F-0B8B-A9B5-24A91014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7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6CF9-1398-CC0A-87EA-A53226475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54E5F-C761-3298-1FAD-B0E64AE93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37703-35F7-59B0-9114-6F4C0FCD1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8C7C8-3440-B3EB-88CF-A74BA8E6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425-DD68-0140-B53A-7B5460B6751E}" type="datetime1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5855-ACF1-9096-B090-E4DC1794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2025C-95C0-1A7C-4530-34BFFE71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7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A04A-4F4C-DEFE-48F5-D97BD1B7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60081-BCB5-400D-1C09-53C0DB805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984D7-B9A7-BCDC-8E82-148F9E202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F469-CED8-DA4A-A61A-316E6BC1E926}" type="datetime1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65E8-3F7D-3259-D80D-03824BDF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2066B-7DEA-F3A3-EFE0-44919873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8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2CBCC-1394-A1BC-6C55-A2B2625E0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BD9CC-8347-F16A-6EBC-5BA6B061B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CF1-09E7-C13A-627D-911B9263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0F42-960C-E64C-8A86-12FEB7000219}" type="datetime1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4D509-664D-EE45-03B1-951981FE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73E5B-B274-CAA2-5F92-CBA9BE0D7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3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2E8D9-FFE8-8363-6BA5-6ACBDCD8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3CE87-B745-A0D4-804B-02C3C8C48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234D-5859-045F-A8C0-6EE1AD301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95A28-ED89-684B-96C8-90982206A9C3}" type="datetime1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99AC4-916D-4EA8-5A35-FF11ED7B0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255B2-AFD1-BB6F-F716-CDB6BD068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6FA9F-A6BF-DB4A-8056-ACB792CCB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4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7.sv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7.sv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diagramColors" Target="../diagrams/colors9.xml"/><Relationship Id="rId18" Type="http://schemas.openxmlformats.org/officeDocument/2006/relationships/diagramColors" Target="../diagrams/colors10.xml"/><Relationship Id="rId3" Type="http://schemas.openxmlformats.org/officeDocument/2006/relationships/diagramData" Target="../diagrams/data8.xml"/><Relationship Id="rId21" Type="http://schemas.openxmlformats.org/officeDocument/2006/relationships/image" Target="../media/image17.svg"/><Relationship Id="rId7" Type="http://schemas.microsoft.com/office/2007/relationships/diagramDrawing" Target="../diagrams/drawing8.xml"/><Relationship Id="rId12" Type="http://schemas.openxmlformats.org/officeDocument/2006/relationships/diagramQuickStyle" Target="../diagrams/quickStyle9.xml"/><Relationship Id="rId17" Type="http://schemas.openxmlformats.org/officeDocument/2006/relationships/diagramQuickStyle" Target="../diagrams/quickStyle10.xml"/><Relationship Id="rId2" Type="http://schemas.openxmlformats.org/officeDocument/2006/relationships/notesSlide" Target="../notesSlides/notesSlide9.xml"/><Relationship Id="rId16" Type="http://schemas.openxmlformats.org/officeDocument/2006/relationships/diagramLayout" Target="../diagrams/layout10.xml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11" Type="http://schemas.openxmlformats.org/officeDocument/2006/relationships/diagramLayout" Target="../diagrams/layout9.xml"/><Relationship Id="rId24" Type="http://schemas.openxmlformats.org/officeDocument/2006/relationships/image" Target="../media/image20.svg"/><Relationship Id="rId5" Type="http://schemas.openxmlformats.org/officeDocument/2006/relationships/diagramQuickStyle" Target="../diagrams/quickStyle8.xml"/><Relationship Id="rId15" Type="http://schemas.openxmlformats.org/officeDocument/2006/relationships/diagramData" Target="../diagrams/data10.xml"/><Relationship Id="rId23" Type="http://schemas.openxmlformats.org/officeDocument/2006/relationships/image" Target="../media/image19.svg"/><Relationship Id="rId10" Type="http://schemas.openxmlformats.org/officeDocument/2006/relationships/diagramData" Target="../diagrams/data9.xml"/><Relationship Id="rId19" Type="http://schemas.microsoft.com/office/2007/relationships/diagramDrawing" Target="../diagrams/drawing10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15.svg"/><Relationship Id="rId14" Type="http://schemas.microsoft.com/office/2007/relationships/diagramDrawing" Target="../diagrams/drawing9.xml"/><Relationship Id="rId22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diagramQuickStyle" Target="../diagrams/quickStyle13.xml"/><Relationship Id="rId18" Type="http://schemas.openxmlformats.org/officeDocument/2006/relationships/diagramQuickStyle" Target="../diagrams/quickStyle14.xml"/><Relationship Id="rId3" Type="http://schemas.openxmlformats.org/officeDocument/2006/relationships/diagramData" Target="../diagrams/data12.xml"/><Relationship Id="rId21" Type="http://schemas.openxmlformats.org/officeDocument/2006/relationships/image" Target="../media/image16.svg"/><Relationship Id="rId7" Type="http://schemas.microsoft.com/office/2007/relationships/diagramDrawing" Target="../diagrams/drawing12.xml"/><Relationship Id="rId12" Type="http://schemas.openxmlformats.org/officeDocument/2006/relationships/diagramLayout" Target="../diagrams/layout13.xml"/><Relationship Id="rId17" Type="http://schemas.openxmlformats.org/officeDocument/2006/relationships/diagramLayout" Target="../diagrams/layout14.xml"/><Relationship Id="rId2" Type="http://schemas.openxmlformats.org/officeDocument/2006/relationships/notesSlide" Target="../notesSlides/notesSlide10.xml"/><Relationship Id="rId16" Type="http://schemas.openxmlformats.org/officeDocument/2006/relationships/diagramData" Target="../diagrams/data14.xml"/><Relationship Id="rId20" Type="http://schemas.microsoft.com/office/2007/relationships/diagramDrawing" Target="../diagrams/drawing1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2.xml"/><Relationship Id="rId11" Type="http://schemas.openxmlformats.org/officeDocument/2006/relationships/diagramData" Target="../diagrams/data13.xml"/><Relationship Id="rId5" Type="http://schemas.openxmlformats.org/officeDocument/2006/relationships/diagramQuickStyle" Target="../diagrams/quickStyle12.xml"/><Relationship Id="rId15" Type="http://schemas.microsoft.com/office/2007/relationships/diagramDrawing" Target="../diagrams/drawing13.xml"/><Relationship Id="rId23" Type="http://schemas.openxmlformats.org/officeDocument/2006/relationships/image" Target="../media/image18.svg"/><Relationship Id="rId10" Type="http://schemas.openxmlformats.org/officeDocument/2006/relationships/image" Target="../media/image14.svg"/><Relationship Id="rId19" Type="http://schemas.openxmlformats.org/officeDocument/2006/relationships/diagramColors" Target="../diagrams/colors14.xml"/><Relationship Id="rId4" Type="http://schemas.openxmlformats.org/officeDocument/2006/relationships/diagramLayout" Target="../diagrams/layout12.xml"/><Relationship Id="rId9" Type="http://schemas.openxmlformats.org/officeDocument/2006/relationships/image" Target="../media/image20.svg"/><Relationship Id="rId14" Type="http://schemas.openxmlformats.org/officeDocument/2006/relationships/diagramColors" Target="../diagrams/colors13.xml"/><Relationship Id="rId22" Type="http://schemas.openxmlformats.org/officeDocument/2006/relationships/image" Target="../media/image1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13" Type="http://schemas.openxmlformats.org/officeDocument/2006/relationships/diagramColors" Target="../diagrams/colors17.xml"/><Relationship Id="rId3" Type="http://schemas.openxmlformats.org/officeDocument/2006/relationships/image" Target="../media/image28.svg"/><Relationship Id="rId7" Type="http://schemas.openxmlformats.org/officeDocument/2006/relationships/diagramColors" Target="../diagrams/colors16.xml"/><Relationship Id="rId12" Type="http://schemas.openxmlformats.org/officeDocument/2006/relationships/diagramQuickStyle" Target="../diagrams/quickStyle1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6.xml"/><Relationship Id="rId11" Type="http://schemas.openxmlformats.org/officeDocument/2006/relationships/diagramLayout" Target="../diagrams/layout17.xml"/><Relationship Id="rId5" Type="http://schemas.openxmlformats.org/officeDocument/2006/relationships/diagramLayout" Target="../diagrams/layout16.xml"/><Relationship Id="rId10" Type="http://schemas.openxmlformats.org/officeDocument/2006/relationships/diagramData" Target="../diagrams/data17.xml"/><Relationship Id="rId4" Type="http://schemas.openxmlformats.org/officeDocument/2006/relationships/diagramData" Target="../diagrams/data16.xml"/><Relationship Id="rId9" Type="http://schemas.openxmlformats.org/officeDocument/2006/relationships/chart" Target="../charts/chart1.xml"/><Relationship Id="rId14" Type="http://schemas.microsoft.com/office/2007/relationships/diagramDrawing" Target="../diagrams/drawing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13" Type="http://schemas.openxmlformats.org/officeDocument/2006/relationships/image" Target="../media/image30.svg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12" Type="http://schemas.openxmlformats.org/officeDocument/2006/relationships/image" Target="../media/image29.sv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7.sv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40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13" Type="http://schemas.openxmlformats.org/officeDocument/2006/relationships/diagramQuickStyle" Target="../diagrams/quickStyle31.xml"/><Relationship Id="rId18" Type="http://schemas.openxmlformats.org/officeDocument/2006/relationships/diagramData" Target="../diagrams/data32.xml"/><Relationship Id="rId3" Type="http://schemas.openxmlformats.org/officeDocument/2006/relationships/diagramLayout" Target="../diagrams/layout30.xml"/><Relationship Id="rId21" Type="http://schemas.openxmlformats.org/officeDocument/2006/relationships/diagramColors" Target="../diagrams/colors32.xml"/><Relationship Id="rId7" Type="http://schemas.openxmlformats.org/officeDocument/2006/relationships/diagramData" Target="../diagrams/data290.xml"/><Relationship Id="rId12" Type="http://schemas.openxmlformats.org/officeDocument/2006/relationships/diagramLayout" Target="../diagrams/layout31.xml"/><Relationship Id="rId17" Type="http://schemas.openxmlformats.org/officeDocument/2006/relationships/image" Target="../media/image76.svg"/><Relationship Id="rId2" Type="http://schemas.openxmlformats.org/officeDocument/2006/relationships/diagramData" Target="../diagrams/data30.xml"/><Relationship Id="rId16" Type="http://schemas.openxmlformats.org/officeDocument/2006/relationships/image" Target="../media/image75.svg"/><Relationship Id="rId20" Type="http://schemas.openxmlformats.org/officeDocument/2006/relationships/diagramQuickStyle" Target="../diagrams/quickStyle3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0.xml"/><Relationship Id="rId11" Type="http://schemas.openxmlformats.org/officeDocument/2006/relationships/diagramData" Target="../diagrams/data31.xml"/><Relationship Id="rId5" Type="http://schemas.openxmlformats.org/officeDocument/2006/relationships/diagramColors" Target="../diagrams/colors30.xml"/><Relationship Id="rId15" Type="http://schemas.microsoft.com/office/2007/relationships/diagramDrawing" Target="../diagrams/drawing31.xml"/><Relationship Id="rId10" Type="http://schemas.openxmlformats.org/officeDocument/2006/relationships/diagramColors" Target="../diagrams/colors30.xml"/><Relationship Id="rId19" Type="http://schemas.openxmlformats.org/officeDocument/2006/relationships/diagramLayout" Target="../diagrams/layout32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0.xml"/><Relationship Id="rId14" Type="http://schemas.openxmlformats.org/officeDocument/2006/relationships/diagramColors" Target="../diagrams/colors31.xml"/><Relationship Id="rId22" Type="http://schemas.microsoft.com/office/2007/relationships/diagramDrawing" Target="../diagrams/drawing3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74.sv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svg"/><Relationship Id="rId5" Type="http://schemas.openxmlformats.org/officeDocument/2006/relationships/image" Target="../media/image80.svg"/><Relationship Id="rId4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DC2DD9-C9A7-832A-6170-310F39490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44" y="122663"/>
            <a:ext cx="11991199" cy="2386362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accent1"/>
                </a:solidFill>
              </a:rPr>
              <a:t>Collaborative Data Exploration Through Visualization: </a:t>
            </a:r>
            <a:r>
              <a:rPr lang="en-US" sz="5400" dirty="0">
                <a:solidFill>
                  <a:schemeClr val="accent3"/>
                </a:solidFill>
              </a:rPr>
              <a:t>Analyzing Impact Of Conversational Assistants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8DE621E-1CEB-45A9-849F-C4B2380A0844}"/>
              </a:ext>
            </a:extLst>
          </p:cNvPr>
          <p:cNvSpPr txBox="1">
            <a:spLocks/>
          </p:cNvSpPr>
          <p:nvPr/>
        </p:nvSpPr>
        <p:spPr>
          <a:xfrm>
            <a:off x="108857" y="2330911"/>
            <a:ext cx="2929041" cy="18066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/>
              <a:t>Thanks to </a:t>
            </a:r>
          </a:p>
          <a:p>
            <a:pPr algn="l"/>
            <a:r>
              <a:rPr lang="en-US" sz="2000" b="1" dirty="0"/>
              <a:t>Abari Bhattacharya</a:t>
            </a:r>
          </a:p>
          <a:p>
            <a:pPr algn="l"/>
            <a:r>
              <a:rPr lang="en-US" sz="2000" dirty="0"/>
              <a:t>(her thesis – just defended on Apr 29, 2026)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52B40E4-890C-9AB3-36F5-D7316DA79B4C}"/>
              </a:ext>
            </a:extLst>
          </p:cNvPr>
          <p:cNvSpPr txBox="1">
            <a:spLocks/>
          </p:cNvSpPr>
          <p:nvPr/>
        </p:nvSpPr>
        <p:spPr>
          <a:xfrm>
            <a:off x="248063" y="3919809"/>
            <a:ext cx="3549638" cy="26516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1B0F46A-98AD-6FB7-2D85-0009222CC5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67" t="2894"/>
          <a:stretch>
            <a:fillRect/>
          </a:stretch>
        </p:blipFill>
        <p:spPr>
          <a:xfrm>
            <a:off x="4465599" y="2528452"/>
            <a:ext cx="6345818" cy="4193023"/>
          </a:xfrm>
          <a:prstGeom prst="rect">
            <a:avLst/>
          </a:prstGeom>
          <a:ln w="50800">
            <a:solidFill>
              <a:schemeClr val="accent5"/>
            </a:solidFill>
          </a:ln>
          <a:scene3d>
            <a:camera prst="orthographicFront">
              <a:rot lat="0" lon="21599994" rev="0"/>
            </a:camera>
            <a:lightRig rig="threePt" dir="t"/>
          </a:scene3d>
          <a:sp3d extrusionH="76200" prstMaterial="matte">
            <a:extrusionClr>
              <a:schemeClr val="tx1">
                <a:lumMod val="65000"/>
                <a:lumOff val="35000"/>
              </a:schemeClr>
            </a:extrusionClr>
          </a:sp3d>
        </p:spPr>
      </p:pic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5E3DDC8E-B8B9-7662-AC81-67116F08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8600" y="6356350"/>
            <a:ext cx="317500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1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AF9A95-40BE-9C38-F718-861379F0E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00" y="4102611"/>
            <a:ext cx="19939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3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72F6C61-2F76-313D-61E4-D39CB44F71D6}"/>
              </a:ext>
            </a:extLst>
          </p:cNvPr>
          <p:cNvSpPr txBox="1">
            <a:spLocks/>
          </p:cNvSpPr>
          <p:nvPr/>
        </p:nvSpPr>
        <p:spPr>
          <a:xfrm>
            <a:off x="132338" y="190520"/>
            <a:ext cx="6782347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Exploratory Data Analysis</a:t>
            </a:r>
            <a:r>
              <a:rPr lang="en-US" baseline="30000" dirty="0"/>
              <a:t>[1]</a:t>
            </a:r>
          </a:p>
        </p:txBody>
      </p:sp>
      <p:pic>
        <p:nvPicPr>
          <p:cNvPr id="11" name="Graphic 10" descr="Person with idea with solid fill">
            <a:extLst>
              <a:ext uri="{FF2B5EF4-FFF2-40B4-BE49-F238E27FC236}">
                <a16:creationId xmlns:a16="http://schemas.microsoft.com/office/drawing/2014/main" id="{C2C2BC02-0EAE-6160-FA06-CC1DC66D3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3264" y="2066704"/>
            <a:ext cx="3360210" cy="336021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EB0DED3-B508-B4AE-499A-66954C39C8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2157951"/>
              </p:ext>
            </p:extLst>
          </p:nvPr>
        </p:nvGraphicFramePr>
        <p:xfrm>
          <a:off x="3166946" y="959005"/>
          <a:ext cx="8846333" cy="557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347E3E5-B78D-7826-B1E0-513AA03286C8}"/>
              </a:ext>
            </a:extLst>
          </p:cNvPr>
          <p:cNvSpPr txBox="1"/>
          <p:nvPr/>
        </p:nvSpPr>
        <p:spPr>
          <a:xfrm>
            <a:off x="132338" y="6328926"/>
            <a:ext cx="6102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effectLst/>
              </a:rPr>
              <a:t>[1]John W. Tukey. Exploratory Data Analysis. Vol. 2. Reading, Mass: Addison-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</a:rPr>
              <a:t>Wesley, 1977.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D7914A7-AEE1-E6FF-D8DF-24390C10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0722" y="6352051"/>
            <a:ext cx="331773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2</a:t>
            </a:fld>
            <a:endParaRPr lang="en-US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14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3D07-0BC3-2245-470A-AC81AD064FBD}"/>
              </a:ext>
            </a:extLst>
          </p:cNvPr>
          <p:cNvSpPr txBox="1">
            <a:spLocks/>
          </p:cNvSpPr>
          <p:nvPr/>
        </p:nvSpPr>
        <p:spPr>
          <a:xfrm>
            <a:off x="-58679" y="19004"/>
            <a:ext cx="10692532" cy="111310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Exploratory Data Analysis  is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Collaborative Process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A1E63ED-D7A4-1C44-2C31-C37DCCE38A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4515292"/>
              </p:ext>
            </p:extLst>
          </p:nvPr>
        </p:nvGraphicFramePr>
        <p:xfrm>
          <a:off x="73273" y="1178571"/>
          <a:ext cx="7210511" cy="5186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78049971-476D-CFE2-2AF7-5487D112AF6A}"/>
              </a:ext>
            </a:extLst>
          </p:cNvPr>
          <p:cNvSpPr txBox="1"/>
          <p:nvPr/>
        </p:nvSpPr>
        <p:spPr>
          <a:xfrm>
            <a:off x="7818760" y="5718365"/>
            <a:ext cx="44147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effectLst/>
              </a:rPr>
              <a:t>[3]Petra Isenberg et al. “Collaborative visualization: Definition, challenges, and re-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</a:rPr>
              <a:t>search agenda”. In: Information 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</a:rPr>
              <a:t>[4]Wesley Willett et al. “</a:t>
            </a:r>
            <a:r>
              <a:rPr lang="en-US" sz="800" dirty="0" err="1">
                <a:solidFill>
                  <a:srgbClr val="000000"/>
                </a:solidFill>
                <a:effectLst/>
              </a:rPr>
              <a:t>CommentSpace</a:t>
            </a:r>
            <a:r>
              <a:rPr lang="en-US" sz="800" dirty="0">
                <a:solidFill>
                  <a:srgbClr val="000000"/>
                </a:solidFill>
                <a:effectLst/>
              </a:rPr>
              <a:t>: structured support for collaborative visual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</a:rPr>
              <a:t>analysis”. CHI ’11. 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</a:rPr>
              <a:t>[5]Do-Hyung Jeong, Soo-Young Ji, Evan A. Suma, et al. “Designing a collaborative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</a:rPr>
              <a:t>visual analytics system to support users’ continuous analytical processes. Human-centric Computing and Information.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1A3B97EE-4D9D-FACC-04FD-9C70CEA9CC55}"/>
              </a:ext>
            </a:extLst>
          </p:cNvPr>
          <p:cNvGrpSpPr/>
          <p:nvPr/>
        </p:nvGrpSpPr>
        <p:grpSpPr>
          <a:xfrm>
            <a:off x="7433793" y="1310949"/>
            <a:ext cx="4977514" cy="3361412"/>
            <a:chOff x="7108046" y="1221739"/>
            <a:chExt cx="4348480" cy="2829520"/>
          </a:xfrm>
        </p:grpSpPr>
        <p:sp>
          <p:nvSpPr>
            <p:cNvPr id="200" name="Google Shape;135;p15">
              <a:extLst>
                <a:ext uri="{FF2B5EF4-FFF2-40B4-BE49-F238E27FC236}">
                  <a16:creationId xmlns:a16="http://schemas.microsoft.com/office/drawing/2014/main" id="{50D2FE66-847B-2539-421C-64355E5D86B4}"/>
                </a:ext>
              </a:extLst>
            </p:cNvPr>
            <p:cNvSpPr/>
            <p:nvPr/>
          </p:nvSpPr>
          <p:spPr>
            <a:xfrm>
              <a:off x="9153742" y="1863910"/>
              <a:ext cx="221765" cy="239029"/>
            </a:xfrm>
            <a:custGeom>
              <a:avLst/>
              <a:gdLst/>
              <a:ahLst/>
              <a:cxnLst/>
              <a:rect l="l" t="t" r="r" b="b"/>
              <a:pathLst>
                <a:path w="6153" h="7304" extrusionOk="0">
                  <a:moveTo>
                    <a:pt x="3019" y="0"/>
                  </a:moveTo>
                  <a:cubicBezTo>
                    <a:pt x="1817" y="0"/>
                    <a:pt x="702" y="866"/>
                    <a:pt x="485" y="2179"/>
                  </a:cubicBezTo>
                  <a:cubicBezTo>
                    <a:pt x="172" y="4046"/>
                    <a:pt x="0" y="4828"/>
                    <a:pt x="711" y="5995"/>
                  </a:cubicBezTo>
                  <a:cubicBezTo>
                    <a:pt x="1245" y="6869"/>
                    <a:pt x="2100" y="7303"/>
                    <a:pt x="2930" y="7303"/>
                  </a:cubicBezTo>
                  <a:cubicBezTo>
                    <a:pt x="3762" y="7303"/>
                    <a:pt x="4569" y="6866"/>
                    <a:pt x="5001" y="5998"/>
                  </a:cubicBezTo>
                  <a:cubicBezTo>
                    <a:pt x="5776" y="4440"/>
                    <a:pt x="6152" y="1648"/>
                    <a:pt x="4523" y="492"/>
                  </a:cubicBezTo>
                  <a:cubicBezTo>
                    <a:pt x="4046" y="154"/>
                    <a:pt x="3525" y="0"/>
                    <a:pt x="3019" y="0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01" name="Google Shape;50;p15">
              <a:extLst>
                <a:ext uri="{FF2B5EF4-FFF2-40B4-BE49-F238E27FC236}">
                  <a16:creationId xmlns:a16="http://schemas.microsoft.com/office/drawing/2014/main" id="{0AAAB061-EDA3-ADF8-A6C4-43EC0A9A5532}"/>
                </a:ext>
              </a:extLst>
            </p:cNvPr>
            <p:cNvGrpSpPr/>
            <p:nvPr/>
          </p:nvGrpSpPr>
          <p:grpSpPr>
            <a:xfrm>
              <a:off x="7108046" y="1221739"/>
              <a:ext cx="4348480" cy="2814321"/>
              <a:chOff x="4394088" y="1329593"/>
              <a:chExt cx="4740975" cy="3379254"/>
            </a:xfrm>
          </p:grpSpPr>
          <p:grpSp>
            <p:nvGrpSpPr>
              <p:cNvPr id="211" name="Google Shape;51;p15">
                <a:extLst>
                  <a:ext uri="{FF2B5EF4-FFF2-40B4-BE49-F238E27FC236}">
                    <a16:creationId xmlns:a16="http://schemas.microsoft.com/office/drawing/2014/main" id="{F45BD6E4-061B-A422-EDDE-5FF8DACD67DC}"/>
                  </a:ext>
                </a:extLst>
              </p:cNvPr>
              <p:cNvGrpSpPr/>
              <p:nvPr/>
            </p:nvGrpSpPr>
            <p:grpSpPr>
              <a:xfrm>
                <a:off x="4534350" y="4313399"/>
                <a:ext cx="4600713" cy="150450"/>
                <a:chOff x="0" y="4397412"/>
                <a:chExt cx="4600713" cy="150450"/>
              </a:xfrm>
            </p:grpSpPr>
            <p:sp>
              <p:nvSpPr>
                <p:cNvPr id="302" name="Google Shape;52;p15">
                  <a:extLst>
                    <a:ext uri="{FF2B5EF4-FFF2-40B4-BE49-F238E27FC236}">
                      <a16:creationId xmlns:a16="http://schemas.microsoft.com/office/drawing/2014/main" id="{09B66F66-3588-2726-E3F0-A3B760E4C84C}"/>
                    </a:ext>
                  </a:extLst>
                </p:cNvPr>
                <p:cNvSpPr/>
                <p:nvPr/>
              </p:nvSpPr>
              <p:spPr>
                <a:xfrm>
                  <a:off x="0" y="4397412"/>
                  <a:ext cx="4600713" cy="2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402" h="69" extrusionOk="0">
                      <a:moveTo>
                        <a:pt x="0" y="1"/>
                      </a:moveTo>
                      <a:lnTo>
                        <a:pt x="0" y="69"/>
                      </a:lnTo>
                      <a:lnTo>
                        <a:pt x="131401" y="69"/>
                      </a:lnTo>
                      <a:lnTo>
                        <a:pt x="131401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" name="Google Shape;53;p15">
                  <a:extLst>
                    <a:ext uri="{FF2B5EF4-FFF2-40B4-BE49-F238E27FC236}">
                      <a16:creationId xmlns:a16="http://schemas.microsoft.com/office/drawing/2014/main" id="{86AB4AB4-7304-45AA-36EB-3ADEC5BEDD2E}"/>
                    </a:ext>
                  </a:extLst>
                </p:cNvPr>
                <p:cNvSpPr/>
                <p:nvPr/>
              </p:nvSpPr>
              <p:spPr>
                <a:xfrm>
                  <a:off x="755786" y="4545586"/>
                  <a:ext cx="305519" cy="2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26" h="65" extrusionOk="0">
                      <a:moveTo>
                        <a:pt x="0" y="0"/>
                      </a:moveTo>
                      <a:lnTo>
                        <a:pt x="0" y="65"/>
                      </a:lnTo>
                      <a:lnTo>
                        <a:pt x="8726" y="65"/>
                      </a:lnTo>
                      <a:lnTo>
                        <a:pt x="8726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54;p15">
                  <a:extLst>
                    <a:ext uri="{FF2B5EF4-FFF2-40B4-BE49-F238E27FC236}">
                      <a16:creationId xmlns:a16="http://schemas.microsoft.com/office/drawing/2014/main" id="{F4FABA6C-07CB-0D05-0281-86F923A5C1D9}"/>
                    </a:ext>
                  </a:extLst>
                </p:cNvPr>
                <p:cNvSpPr/>
                <p:nvPr/>
              </p:nvSpPr>
              <p:spPr>
                <a:xfrm>
                  <a:off x="1619552" y="4536412"/>
                  <a:ext cx="497808" cy="2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18" h="65" extrusionOk="0">
                      <a:moveTo>
                        <a:pt x="0" y="0"/>
                      </a:moveTo>
                      <a:lnTo>
                        <a:pt x="0" y="65"/>
                      </a:lnTo>
                      <a:lnTo>
                        <a:pt x="14217" y="65"/>
                      </a:lnTo>
                      <a:lnTo>
                        <a:pt x="14217" y="0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" name="Google Shape;55;p15">
                  <a:extLst>
                    <a:ext uri="{FF2B5EF4-FFF2-40B4-BE49-F238E27FC236}">
                      <a16:creationId xmlns:a16="http://schemas.microsoft.com/office/drawing/2014/main" id="{CEDD008A-4F65-A5FD-4893-74898145282B}"/>
                    </a:ext>
                  </a:extLst>
                </p:cNvPr>
                <p:cNvSpPr/>
                <p:nvPr/>
              </p:nvSpPr>
              <p:spPr>
                <a:xfrm>
                  <a:off x="1070481" y="4460119"/>
                  <a:ext cx="175833" cy="2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2" h="66" extrusionOk="0">
                      <a:moveTo>
                        <a:pt x="1" y="1"/>
                      </a:moveTo>
                      <a:lnTo>
                        <a:pt x="1" y="65"/>
                      </a:lnTo>
                      <a:lnTo>
                        <a:pt x="5022" y="65"/>
                      </a:lnTo>
                      <a:lnTo>
                        <a:pt x="5022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" name="Google Shape;56;p15">
                  <a:extLst>
                    <a:ext uri="{FF2B5EF4-FFF2-40B4-BE49-F238E27FC236}">
                      <a16:creationId xmlns:a16="http://schemas.microsoft.com/office/drawing/2014/main" id="{81D9BEE4-E19F-4B8B-F55F-6DE8DE7FF576}"/>
                    </a:ext>
                  </a:extLst>
                </p:cNvPr>
                <p:cNvSpPr/>
                <p:nvPr/>
              </p:nvSpPr>
              <p:spPr>
                <a:xfrm>
                  <a:off x="2732853" y="4514424"/>
                  <a:ext cx="418259" cy="2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6" h="65" extrusionOk="0">
                      <a:moveTo>
                        <a:pt x="0" y="0"/>
                      </a:moveTo>
                      <a:lnTo>
                        <a:pt x="0" y="65"/>
                      </a:lnTo>
                      <a:lnTo>
                        <a:pt x="11946" y="65"/>
                      </a:lnTo>
                      <a:lnTo>
                        <a:pt x="11946" y="0"/>
                      </a:lnTo>
                      <a:close/>
                    </a:path>
                  </a:pathLst>
                </a:custGeom>
                <a:solidFill>
                  <a:srgbClr val="EBEBEB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2" name="Google Shape;57;p15">
                <a:extLst>
                  <a:ext uri="{FF2B5EF4-FFF2-40B4-BE49-F238E27FC236}">
                    <a16:creationId xmlns:a16="http://schemas.microsoft.com/office/drawing/2014/main" id="{C51F7DCB-773A-15FE-52B9-1C21C2572B5D}"/>
                  </a:ext>
                </a:extLst>
              </p:cNvPr>
              <p:cNvGrpSpPr/>
              <p:nvPr/>
            </p:nvGrpSpPr>
            <p:grpSpPr>
              <a:xfrm>
                <a:off x="5215723" y="1329593"/>
                <a:ext cx="3081703" cy="2757573"/>
                <a:chOff x="5215723" y="1479118"/>
                <a:chExt cx="3081703" cy="2757573"/>
              </a:xfrm>
            </p:grpSpPr>
            <p:grpSp>
              <p:nvGrpSpPr>
                <p:cNvPr id="293" name="Google Shape;58;p15">
                  <a:extLst>
                    <a:ext uri="{FF2B5EF4-FFF2-40B4-BE49-F238E27FC236}">
                      <a16:creationId xmlns:a16="http://schemas.microsoft.com/office/drawing/2014/main" id="{AEE745A4-BF4A-98A0-15C1-74CAA2C31D31}"/>
                    </a:ext>
                  </a:extLst>
                </p:cNvPr>
                <p:cNvGrpSpPr/>
                <p:nvPr/>
              </p:nvGrpSpPr>
              <p:grpSpPr>
                <a:xfrm>
                  <a:off x="5215723" y="1707350"/>
                  <a:ext cx="3081703" cy="2529341"/>
                  <a:chOff x="5150194" y="1591500"/>
                  <a:chExt cx="3081703" cy="2529341"/>
                </a:xfrm>
              </p:grpSpPr>
              <p:sp>
                <p:nvSpPr>
                  <p:cNvPr id="300" name="Google Shape;59;p15">
                    <a:extLst>
                      <a:ext uri="{FF2B5EF4-FFF2-40B4-BE49-F238E27FC236}">
                        <a16:creationId xmlns:a16="http://schemas.microsoft.com/office/drawing/2014/main" id="{E996980A-BA07-E2A5-BE67-F16F36A4AFC4}"/>
                      </a:ext>
                    </a:extLst>
                  </p:cNvPr>
                  <p:cNvSpPr/>
                  <p:nvPr/>
                </p:nvSpPr>
                <p:spPr>
                  <a:xfrm>
                    <a:off x="5150194" y="1591500"/>
                    <a:ext cx="1147444" cy="25293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40" h="64368" extrusionOk="0">
                        <a:moveTo>
                          <a:pt x="45240" y="58"/>
                        </a:moveTo>
                        <a:cubicBezTo>
                          <a:pt x="45926" y="58"/>
                          <a:pt x="46482" y="614"/>
                          <a:pt x="46482" y="1299"/>
                        </a:cubicBezTo>
                        <a:lnTo>
                          <a:pt x="46482" y="63068"/>
                        </a:lnTo>
                        <a:cubicBezTo>
                          <a:pt x="46482" y="63753"/>
                          <a:pt x="45926" y="64310"/>
                          <a:pt x="45240" y="64310"/>
                        </a:cubicBezTo>
                        <a:lnTo>
                          <a:pt x="1299" y="64310"/>
                        </a:lnTo>
                        <a:cubicBezTo>
                          <a:pt x="615" y="64310"/>
                          <a:pt x="58" y="63753"/>
                          <a:pt x="58" y="63068"/>
                        </a:cubicBezTo>
                        <a:lnTo>
                          <a:pt x="58" y="1299"/>
                        </a:lnTo>
                        <a:cubicBezTo>
                          <a:pt x="58" y="614"/>
                          <a:pt x="615" y="58"/>
                          <a:pt x="1299" y="58"/>
                        </a:cubicBezTo>
                        <a:close/>
                        <a:moveTo>
                          <a:pt x="1299" y="0"/>
                        </a:moveTo>
                        <a:cubicBezTo>
                          <a:pt x="582" y="0"/>
                          <a:pt x="0" y="582"/>
                          <a:pt x="0" y="1299"/>
                        </a:cubicBezTo>
                        <a:lnTo>
                          <a:pt x="0" y="63068"/>
                        </a:lnTo>
                        <a:cubicBezTo>
                          <a:pt x="0" y="63786"/>
                          <a:pt x="582" y="64368"/>
                          <a:pt x="1299" y="64368"/>
                        </a:cubicBezTo>
                        <a:lnTo>
                          <a:pt x="45240" y="64368"/>
                        </a:lnTo>
                        <a:cubicBezTo>
                          <a:pt x="45958" y="64368"/>
                          <a:pt x="46539" y="63786"/>
                          <a:pt x="46539" y="63068"/>
                        </a:cubicBezTo>
                        <a:lnTo>
                          <a:pt x="46539" y="1299"/>
                        </a:lnTo>
                        <a:cubicBezTo>
                          <a:pt x="46539" y="582"/>
                          <a:pt x="45958" y="0"/>
                          <a:pt x="45240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 w="9525" cap="flat" cmpd="sng">
                    <a:solidFill>
                      <a:srgbClr val="43434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60;p15">
                    <a:extLst>
                      <a:ext uri="{FF2B5EF4-FFF2-40B4-BE49-F238E27FC236}">
                        <a16:creationId xmlns:a16="http://schemas.microsoft.com/office/drawing/2014/main" id="{88DDC546-FB84-4992-54C5-9542259BFB41}"/>
                      </a:ext>
                    </a:extLst>
                  </p:cNvPr>
                  <p:cNvSpPr/>
                  <p:nvPr/>
                </p:nvSpPr>
                <p:spPr>
                  <a:xfrm>
                    <a:off x="6402990" y="1591500"/>
                    <a:ext cx="1828907" cy="25293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43" h="64368" extrusionOk="0">
                        <a:moveTo>
                          <a:pt x="45243" y="58"/>
                        </a:moveTo>
                        <a:cubicBezTo>
                          <a:pt x="45928" y="58"/>
                          <a:pt x="46485" y="614"/>
                          <a:pt x="46485" y="1299"/>
                        </a:cubicBezTo>
                        <a:lnTo>
                          <a:pt x="46485" y="63068"/>
                        </a:lnTo>
                        <a:cubicBezTo>
                          <a:pt x="46485" y="63753"/>
                          <a:pt x="45928" y="64310"/>
                          <a:pt x="45243" y="64310"/>
                        </a:cubicBezTo>
                        <a:lnTo>
                          <a:pt x="1299" y="64310"/>
                        </a:lnTo>
                        <a:cubicBezTo>
                          <a:pt x="617" y="64310"/>
                          <a:pt x="57" y="63753"/>
                          <a:pt x="57" y="63068"/>
                        </a:cubicBezTo>
                        <a:lnTo>
                          <a:pt x="57" y="1299"/>
                        </a:lnTo>
                        <a:cubicBezTo>
                          <a:pt x="57" y="614"/>
                          <a:pt x="617" y="58"/>
                          <a:pt x="1299" y="58"/>
                        </a:cubicBezTo>
                        <a:close/>
                        <a:moveTo>
                          <a:pt x="1299" y="0"/>
                        </a:moveTo>
                        <a:cubicBezTo>
                          <a:pt x="585" y="0"/>
                          <a:pt x="0" y="582"/>
                          <a:pt x="0" y="1299"/>
                        </a:cubicBezTo>
                        <a:lnTo>
                          <a:pt x="0" y="63068"/>
                        </a:lnTo>
                        <a:cubicBezTo>
                          <a:pt x="0" y="63786"/>
                          <a:pt x="585" y="64368"/>
                          <a:pt x="1299" y="64368"/>
                        </a:cubicBezTo>
                        <a:lnTo>
                          <a:pt x="45243" y="64368"/>
                        </a:lnTo>
                        <a:cubicBezTo>
                          <a:pt x="45961" y="64368"/>
                          <a:pt x="46542" y="63786"/>
                          <a:pt x="46542" y="63068"/>
                        </a:cubicBezTo>
                        <a:lnTo>
                          <a:pt x="46542" y="1299"/>
                        </a:lnTo>
                        <a:cubicBezTo>
                          <a:pt x="46542" y="582"/>
                          <a:pt x="45961" y="0"/>
                          <a:pt x="4524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 w="9525" cap="flat" cmpd="sng">
                    <a:solidFill>
                      <a:srgbClr val="43434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94" name="Google Shape;61;p15">
                  <a:extLst>
                    <a:ext uri="{FF2B5EF4-FFF2-40B4-BE49-F238E27FC236}">
                      <a16:creationId xmlns:a16="http://schemas.microsoft.com/office/drawing/2014/main" id="{C209DD4A-D539-AB74-0943-29484CDF2109}"/>
                    </a:ext>
                  </a:extLst>
                </p:cNvPr>
                <p:cNvGrpSpPr/>
                <p:nvPr/>
              </p:nvGrpSpPr>
              <p:grpSpPr>
                <a:xfrm>
                  <a:off x="5723516" y="1479118"/>
                  <a:ext cx="2288423" cy="1787926"/>
                  <a:chOff x="5723516" y="1479118"/>
                  <a:chExt cx="2288423" cy="1787926"/>
                </a:xfrm>
              </p:grpSpPr>
              <p:sp>
                <p:nvSpPr>
                  <p:cNvPr id="295" name="Google Shape;62;p15">
                    <a:extLst>
                      <a:ext uri="{FF2B5EF4-FFF2-40B4-BE49-F238E27FC236}">
                        <a16:creationId xmlns:a16="http://schemas.microsoft.com/office/drawing/2014/main" id="{CDC7F63C-A728-8C8F-9046-EFF0C4324F19}"/>
                      </a:ext>
                    </a:extLst>
                  </p:cNvPr>
                  <p:cNvSpPr/>
                  <p:nvPr/>
                </p:nvSpPr>
                <p:spPr>
                  <a:xfrm>
                    <a:off x="5723516" y="1479118"/>
                    <a:ext cx="2288423" cy="2912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237" h="7413" extrusionOk="0">
                        <a:moveTo>
                          <a:pt x="1756" y="1"/>
                        </a:moveTo>
                        <a:cubicBezTo>
                          <a:pt x="791" y="1"/>
                          <a:pt x="1" y="794"/>
                          <a:pt x="1" y="1760"/>
                        </a:cubicBezTo>
                        <a:lnTo>
                          <a:pt x="1" y="7413"/>
                        </a:lnTo>
                        <a:lnTo>
                          <a:pt x="58237" y="7413"/>
                        </a:lnTo>
                        <a:lnTo>
                          <a:pt x="58237" y="1760"/>
                        </a:lnTo>
                        <a:cubicBezTo>
                          <a:pt x="58237" y="794"/>
                          <a:pt x="57448" y="1"/>
                          <a:pt x="56482" y="1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 w="9525" cap="flat" cmpd="sng">
                    <a:solidFill>
                      <a:srgbClr val="66666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63;p15">
                    <a:extLst>
                      <a:ext uri="{FF2B5EF4-FFF2-40B4-BE49-F238E27FC236}">
                        <a16:creationId xmlns:a16="http://schemas.microsoft.com/office/drawing/2014/main" id="{7E4936B4-5052-A6E7-9129-41DCAD6ED771}"/>
                      </a:ext>
                    </a:extLst>
                  </p:cNvPr>
                  <p:cNvSpPr/>
                  <p:nvPr/>
                </p:nvSpPr>
                <p:spPr>
                  <a:xfrm>
                    <a:off x="6229445" y="1572681"/>
                    <a:ext cx="104407" cy="1043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7" h="2656" extrusionOk="0">
                        <a:moveTo>
                          <a:pt x="1329" y="0"/>
                        </a:moveTo>
                        <a:cubicBezTo>
                          <a:pt x="597" y="0"/>
                          <a:pt x="1" y="595"/>
                          <a:pt x="1" y="1328"/>
                        </a:cubicBezTo>
                        <a:cubicBezTo>
                          <a:pt x="1" y="2060"/>
                          <a:pt x="597" y="2656"/>
                          <a:pt x="1329" y="2656"/>
                        </a:cubicBezTo>
                        <a:cubicBezTo>
                          <a:pt x="2065" y="2656"/>
                          <a:pt x="2656" y="2060"/>
                          <a:pt x="2656" y="1328"/>
                        </a:cubicBezTo>
                        <a:cubicBezTo>
                          <a:pt x="2656" y="595"/>
                          <a:pt x="2065" y="0"/>
                          <a:pt x="132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66666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64;p15">
                    <a:extLst>
                      <a:ext uri="{FF2B5EF4-FFF2-40B4-BE49-F238E27FC236}">
                        <a16:creationId xmlns:a16="http://schemas.microsoft.com/office/drawing/2014/main" id="{439CB4D7-E035-CA66-7E8B-E3DD74A81CDB}"/>
                      </a:ext>
                    </a:extLst>
                  </p:cNvPr>
                  <p:cNvSpPr/>
                  <p:nvPr/>
                </p:nvSpPr>
                <p:spPr>
                  <a:xfrm>
                    <a:off x="6044560" y="1572681"/>
                    <a:ext cx="104407" cy="1043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7" h="2656" extrusionOk="0">
                        <a:moveTo>
                          <a:pt x="1328" y="0"/>
                        </a:moveTo>
                        <a:cubicBezTo>
                          <a:pt x="596" y="0"/>
                          <a:pt x="0" y="595"/>
                          <a:pt x="0" y="1328"/>
                        </a:cubicBezTo>
                        <a:cubicBezTo>
                          <a:pt x="0" y="2060"/>
                          <a:pt x="596" y="2656"/>
                          <a:pt x="1328" y="2656"/>
                        </a:cubicBezTo>
                        <a:cubicBezTo>
                          <a:pt x="2060" y="2656"/>
                          <a:pt x="2656" y="2060"/>
                          <a:pt x="2656" y="1328"/>
                        </a:cubicBezTo>
                        <a:cubicBezTo>
                          <a:pt x="2656" y="595"/>
                          <a:pt x="2060" y="0"/>
                          <a:pt x="1328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 cmpd="sng">
                    <a:solidFill>
                      <a:srgbClr val="66666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65;p15">
                    <a:extLst>
                      <a:ext uri="{FF2B5EF4-FFF2-40B4-BE49-F238E27FC236}">
                        <a16:creationId xmlns:a16="http://schemas.microsoft.com/office/drawing/2014/main" id="{6614E0F6-5A5E-8635-F458-732D82B6F41A}"/>
                      </a:ext>
                    </a:extLst>
                  </p:cNvPr>
                  <p:cNvSpPr/>
                  <p:nvPr/>
                </p:nvSpPr>
                <p:spPr>
                  <a:xfrm>
                    <a:off x="5859635" y="1572681"/>
                    <a:ext cx="104407" cy="1043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57" h="2656" extrusionOk="0">
                        <a:moveTo>
                          <a:pt x="1329" y="0"/>
                        </a:moveTo>
                        <a:cubicBezTo>
                          <a:pt x="593" y="0"/>
                          <a:pt x="0" y="595"/>
                          <a:pt x="0" y="1328"/>
                        </a:cubicBezTo>
                        <a:cubicBezTo>
                          <a:pt x="0" y="2060"/>
                          <a:pt x="593" y="2656"/>
                          <a:pt x="1329" y="2656"/>
                        </a:cubicBezTo>
                        <a:cubicBezTo>
                          <a:pt x="2061" y="2656"/>
                          <a:pt x="2656" y="2060"/>
                          <a:pt x="2656" y="1328"/>
                        </a:cubicBezTo>
                        <a:cubicBezTo>
                          <a:pt x="2656" y="595"/>
                          <a:pt x="2061" y="0"/>
                          <a:pt x="1329" y="0"/>
                        </a:cubicBezTo>
                        <a:close/>
                      </a:path>
                    </a:pathLst>
                  </a:custGeom>
                  <a:solidFill>
                    <a:srgbClr val="FFF2CC"/>
                  </a:solidFill>
                  <a:ln w="9525" cap="flat" cmpd="sng">
                    <a:solidFill>
                      <a:srgbClr val="66666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66;p15">
                    <a:extLst>
                      <a:ext uri="{FF2B5EF4-FFF2-40B4-BE49-F238E27FC236}">
                        <a16:creationId xmlns:a16="http://schemas.microsoft.com/office/drawing/2014/main" id="{817076B9-96DE-BF05-EB6D-6BE4CF78B7FB}"/>
                      </a:ext>
                    </a:extLst>
                  </p:cNvPr>
                  <p:cNvSpPr/>
                  <p:nvPr/>
                </p:nvSpPr>
                <p:spPr>
                  <a:xfrm>
                    <a:off x="5723516" y="1770377"/>
                    <a:ext cx="2288423" cy="14966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237" h="38088" extrusionOk="0">
                        <a:moveTo>
                          <a:pt x="1" y="1"/>
                        </a:moveTo>
                        <a:lnTo>
                          <a:pt x="1" y="36332"/>
                        </a:lnTo>
                        <a:cubicBezTo>
                          <a:pt x="1" y="37297"/>
                          <a:pt x="791" y="38087"/>
                          <a:pt x="1756" y="38087"/>
                        </a:cubicBezTo>
                        <a:lnTo>
                          <a:pt x="56482" y="38087"/>
                        </a:lnTo>
                        <a:cubicBezTo>
                          <a:pt x="57448" y="38087"/>
                          <a:pt x="58237" y="37297"/>
                          <a:pt x="58237" y="36332"/>
                        </a:cubicBezTo>
                        <a:lnTo>
                          <a:pt x="58237" y="1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666666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13" name="Google Shape;67;p15">
                <a:extLst>
                  <a:ext uri="{FF2B5EF4-FFF2-40B4-BE49-F238E27FC236}">
                    <a16:creationId xmlns:a16="http://schemas.microsoft.com/office/drawing/2014/main" id="{8B9DC663-0B55-0AC0-3C33-39E630D50E15}"/>
                  </a:ext>
                </a:extLst>
              </p:cNvPr>
              <p:cNvGrpSpPr/>
              <p:nvPr/>
            </p:nvGrpSpPr>
            <p:grpSpPr>
              <a:xfrm>
                <a:off x="4394088" y="3149994"/>
                <a:ext cx="1221060" cy="1220197"/>
                <a:chOff x="4394088" y="3299519"/>
                <a:chExt cx="1221060" cy="1220197"/>
              </a:xfrm>
            </p:grpSpPr>
            <p:sp>
              <p:nvSpPr>
                <p:cNvPr id="290" name="Google Shape;68;p15">
                  <a:extLst>
                    <a:ext uri="{FF2B5EF4-FFF2-40B4-BE49-F238E27FC236}">
                      <a16:creationId xmlns:a16="http://schemas.microsoft.com/office/drawing/2014/main" id="{5E021542-911D-14B6-F466-EF6301048411}"/>
                    </a:ext>
                  </a:extLst>
                </p:cNvPr>
                <p:cNvSpPr/>
                <p:nvPr/>
              </p:nvSpPr>
              <p:spPr>
                <a:xfrm>
                  <a:off x="5004504" y="3380350"/>
                  <a:ext cx="610644" cy="1139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0" h="28995" extrusionOk="0">
                      <a:moveTo>
                        <a:pt x="7768" y="1"/>
                      </a:moveTo>
                      <a:lnTo>
                        <a:pt x="5740" y="3515"/>
                      </a:lnTo>
                      <a:cubicBezTo>
                        <a:pt x="9175" y="5492"/>
                        <a:pt x="11486" y="9203"/>
                        <a:pt x="11486" y="13457"/>
                      </a:cubicBezTo>
                      <a:cubicBezTo>
                        <a:pt x="11486" y="19799"/>
                        <a:pt x="6343" y="24939"/>
                        <a:pt x="1" y="24939"/>
                      </a:cubicBezTo>
                      <a:lnTo>
                        <a:pt x="1" y="28995"/>
                      </a:lnTo>
                      <a:cubicBezTo>
                        <a:pt x="8579" y="28995"/>
                        <a:pt x="15539" y="22035"/>
                        <a:pt x="15539" y="13457"/>
                      </a:cubicBezTo>
                      <a:cubicBezTo>
                        <a:pt x="15539" y="7707"/>
                        <a:pt x="12412" y="2685"/>
                        <a:pt x="7768" y="1"/>
                      </a:cubicBezTo>
                      <a:close/>
                    </a:path>
                  </a:pathLst>
                </a:custGeom>
                <a:solidFill>
                  <a:srgbClr val="FFE5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" name="Google Shape;69;p15">
                  <a:extLst>
                    <a:ext uri="{FF2B5EF4-FFF2-40B4-BE49-F238E27FC236}">
                      <a16:creationId xmlns:a16="http://schemas.microsoft.com/office/drawing/2014/main" id="{6A2042F8-92E2-3AEB-1F74-6C326656ECEC}"/>
                    </a:ext>
                  </a:extLst>
                </p:cNvPr>
                <p:cNvSpPr/>
                <p:nvPr/>
              </p:nvSpPr>
              <p:spPr>
                <a:xfrm>
                  <a:off x="4394088" y="3909150"/>
                  <a:ext cx="610448" cy="610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35" h="15538" extrusionOk="0">
                      <a:moveTo>
                        <a:pt x="0" y="0"/>
                      </a:moveTo>
                      <a:cubicBezTo>
                        <a:pt x="0" y="4117"/>
                        <a:pt x="1641" y="8076"/>
                        <a:pt x="4551" y="10984"/>
                      </a:cubicBezTo>
                      <a:cubicBezTo>
                        <a:pt x="7462" y="13894"/>
                        <a:pt x="11418" y="15538"/>
                        <a:pt x="15535" y="15538"/>
                      </a:cubicBezTo>
                      <a:lnTo>
                        <a:pt x="15535" y="11482"/>
                      </a:lnTo>
                      <a:cubicBezTo>
                        <a:pt x="9196" y="11482"/>
                        <a:pt x="4053" y="6342"/>
                        <a:pt x="4053" y="0"/>
                      </a:cubicBezTo>
                      <a:close/>
                    </a:path>
                  </a:pathLst>
                </a:custGeom>
                <a:solidFill>
                  <a:srgbClr val="FFD9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" name="Google Shape;70;p15">
                  <a:extLst>
                    <a:ext uri="{FF2B5EF4-FFF2-40B4-BE49-F238E27FC236}">
                      <a16:creationId xmlns:a16="http://schemas.microsoft.com/office/drawing/2014/main" id="{5A893267-7667-AD1C-5109-09272D957A9B}"/>
                    </a:ext>
                  </a:extLst>
                </p:cNvPr>
                <p:cNvSpPr/>
                <p:nvPr/>
              </p:nvSpPr>
              <p:spPr>
                <a:xfrm>
                  <a:off x="4394088" y="3299519"/>
                  <a:ext cx="915691" cy="609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03" h="15515" extrusionOk="0">
                      <a:moveTo>
                        <a:pt x="15601" y="0"/>
                      </a:moveTo>
                      <a:cubicBezTo>
                        <a:pt x="10214" y="0"/>
                        <a:pt x="4947" y="2787"/>
                        <a:pt x="2078" y="7750"/>
                      </a:cubicBezTo>
                      <a:cubicBezTo>
                        <a:pt x="721" y="10104"/>
                        <a:pt x="0" y="12790"/>
                        <a:pt x="0" y="15514"/>
                      </a:cubicBezTo>
                      <a:lnTo>
                        <a:pt x="4053" y="15514"/>
                      </a:lnTo>
                      <a:cubicBezTo>
                        <a:pt x="4053" y="9168"/>
                        <a:pt x="9196" y="4031"/>
                        <a:pt x="15535" y="4031"/>
                      </a:cubicBezTo>
                      <a:cubicBezTo>
                        <a:pt x="17627" y="4031"/>
                        <a:pt x="19590" y="4588"/>
                        <a:pt x="21274" y="5572"/>
                      </a:cubicBezTo>
                      <a:lnTo>
                        <a:pt x="23302" y="2058"/>
                      </a:lnTo>
                      <a:cubicBezTo>
                        <a:pt x="20882" y="662"/>
                        <a:pt x="18227" y="0"/>
                        <a:pt x="15601" y="0"/>
                      </a:cubicBez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4" name="Google Shape;71;p15">
                <a:extLst>
                  <a:ext uri="{FF2B5EF4-FFF2-40B4-BE49-F238E27FC236}">
                    <a16:creationId xmlns:a16="http://schemas.microsoft.com/office/drawing/2014/main" id="{1766FA67-9DB9-7152-A2E3-82D70F5C87E6}"/>
                  </a:ext>
                </a:extLst>
              </p:cNvPr>
              <p:cNvSpPr/>
              <p:nvPr/>
            </p:nvSpPr>
            <p:spPr>
              <a:xfrm>
                <a:off x="4670099" y="3237152"/>
                <a:ext cx="2593" cy="5973"/>
              </a:xfrm>
              <a:custGeom>
                <a:avLst/>
                <a:gdLst/>
                <a:ahLst/>
                <a:cxnLst/>
                <a:rect l="l" t="t" r="r" b="b"/>
                <a:pathLst>
                  <a:path w="66" h="152" extrusionOk="0">
                    <a:moveTo>
                      <a:pt x="65" y="1"/>
                    </a:moveTo>
                    <a:cubicBezTo>
                      <a:pt x="54" y="1"/>
                      <a:pt x="40" y="4"/>
                      <a:pt x="29" y="12"/>
                    </a:cubicBezTo>
                    <a:cubicBezTo>
                      <a:pt x="4" y="30"/>
                      <a:pt x="0" y="65"/>
                      <a:pt x="19" y="90"/>
                    </a:cubicBezTo>
                    <a:cubicBezTo>
                      <a:pt x="32" y="112"/>
                      <a:pt x="50" y="130"/>
                      <a:pt x="65" y="152"/>
                    </a:cubicBez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72;p15">
                <a:extLst>
                  <a:ext uri="{FF2B5EF4-FFF2-40B4-BE49-F238E27FC236}">
                    <a16:creationId xmlns:a16="http://schemas.microsoft.com/office/drawing/2014/main" id="{530A8C0F-263A-6B4A-CAB9-21D8B619483F}"/>
                  </a:ext>
                </a:extLst>
              </p:cNvPr>
              <p:cNvSpPr/>
              <p:nvPr/>
            </p:nvSpPr>
            <p:spPr>
              <a:xfrm>
                <a:off x="8052890" y="3127164"/>
                <a:ext cx="2554" cy="4951"/>
              </a:xfrm>
              <a:custGeom>
                <a:avLst/>
                <a:gdLst/>
                <a:ahLst/>
                <a:cxnLst/>
                <a:rect l="l" t="t" r="r" b="b"/>
                <a:pathLst>
                  <a:path w="65" h="126" extrusionOk="0">
                    <a:moveTo>
                      <a:pt x="0" y="0"/>
                    </a:moveTo>
                    <a:lnTo>
                      <a:pt x="0" y="126"/>
                    </a:lnTo>
                    <a:cubicBezTo>
                      <a:pt x="18" y="126"/>
                      <a:pt x="36" y="116"/>
                      <a:pt x="47" y="98"/>
                    </a:cubicBezTo>
                    <a:cubicBezTo>
                      <a:pt x="65" y="73"/>
                      <a:pt x="58" y="36"/>
                      <a:pt x="29" y="18"/>
                    </a:cubicBezTo>
                    <a:cubicBezTo>
                      <a:pt x="18" y="15"/>
                      <a:pt x="11" y="8"/>
                      <a:pt x="0" y="0"/>
                    </a:cubicBezTo>
                    <a:close/>
                  </a:path>
                </a:pathLst>
              </a:custGeom>
              <a:solidFill>
                <a:srgbClr val="FEFE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73;p15">
                <a:extLst>
                  <a:ext uri="{FF2B5EF4-FFF2-40B4-BE49-F238E27FC236}">
                    <a16:creationId xmlns:a16="http://schemas.microsoft.com/office/drawing/2014/main" id="{AB136024-9EBF-28F1-F955-86468F6CF46B}"/>
                  </a:ext>
                </a:extLst>
              </p:cNvPr>
              <p:cNvSpPr/>
              <p:nvPr/>
            </p:nvSpPr>
            <p:spPr>
              <a:xfrm>
                <a:off x="4670099" y="2168078"/>
                <a:ext cx="2593" cy="4833"/>
              </a:xfrm>
              <a:custGeom>
                <a:avLst/>
                <a:gdLst/>
                <a:ahLst/>
                <a:cxnLst/>
                <a:rect l="l" t="t" r="r" b="b"/>
                <a:pathLst>
                  <a:path w="66" h="123" extrusionOk="0">
                    <a:moveTo>
                      <a:pt x="65" y="0"/>
                    </a:moveTo>
                    <a:cubicBezTo>
                      <a:pt x="54" y="4"/>
                      <a:pt x="47" y="7"/>
                      <a:pt x="37" y="15"/>
                    </a:cubicBezTo>
                    <a:cubicBezTo>
                      <a:pt x="11" y="29"/>
                      <a:pt x="0" y="65"/>
                      <a:pt x="15" y="90"/>
                    </a:cubicBezTo>
                    <a:cubicBezTo>
                      <a:pt x="25" y="111"/>
                      <a:pt x="44" y="122"/>
                      <a:pt x="65" y="122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D6E4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74;p15">
                <a:extLst>
                  <a:ext uri="{FF2B5EF4-FFF2-40B4-BE49-F238E27FC236}">
                    <a16:creationId xmlns:a16="http://schemas.microsoft.com/office/drawing/2014/main" id="{0D23875C-DBB7-6961-B1BE-28D8006F896B}"/>
                  </a:ext>
                </a:extLst>
              </p:cNvPr>
              <p:cNvSpPr/>
              <p:nvPr/>
            </p:nvSpPr>
            <p:spPr>
              <a:xfrm>
                <a:off x="8052890" y="2518830"/>
                <a:ext cx="2554" cy="5973"/>
              </a:xfrm>
              <a:custGeom>
                <a:avLst/>
                <a:gdLst/>
                <a:ahLst/>
                <a:cxnLst/>
                <a:rect l="l" t="t" r="r" b="b"/>
                <a:pathLst>
                  <a:path w="65" h="152" extrusionOk="0">
                    <a:moveTo>
                      <a:pt x="0" y="0"/>
                    </a:moveTo>
                    <a:lnTo>
                      <a:pt x="0" y="151"/>
                    </a:lnTo>
                    <a:cubicBezTo>
                      <a:pt x="15" y="134"/>
                      <a:pt x="29" y="112"/>
                      <a:pt x="43" y="94"/>
                    </a:cubicBezTo>
                    <a:cubicBezTo>
                      <a:pt x="65" y="69"/>
                      <a:pt x="58" y="33"/>
                      <a:pt x="36" y="15"/>
                    </a:cubicBezTo>
                    <a:cubicBezTo>
                      <a:pt x="25" y="8"/>
                      <a:pt x="11" y="0"/>
                      <a:pt x="0" y="0"/>
                    </a:cubicBezTo>
                    <a:close/>
                  </a:path>
                </a:pathLst>
              </a:custGeom>
              <a:solidFill>
                <a:srgbClr val="CCDD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8" name="Google Shape;75;p15">
                <a:extLst>
                  <a:ext uri="{FF2B5EF4-FFF2-40B4-BE49-F238E27FC236}">
                    <a16:creationId xmlns:a16="http://schemas.microsoft.com/office/drawing/2014/main" id="{DE7DFE57-9D8B-C7C4-F05D-DCE27BC1F9B3}"/>
                  </a:ext>
                </a:extLst>
              </p:cNvPr>
              <p:cNvGrpSpPr/>
              <p:nvPr/>
            </p:nvGrpSpPr>
            <p:grpSpPr>
              <a:xfrm>
                <a:off x="4710406" y="1665960"/>
                <a:ext cx="3380414" cy="2313100"/>
                <a:chOff x="4710406" y="1815485"/>
                <a:chExt cx="3380414" cy="2313100"/>
              </a:xfrm>
            </p:grpSpPr>
            <p:sp>
              <p:nvSpPr>
                <p:cNvPr id="271" name="Google Shape;76;p15">
                  <a:extLst>
                    <a:ext uri="{FF2B5EF4-FFF2-40B4-BE49-F238E27FC236}">
                      <a16:creationId xmlns:a16="http://schemas.microsoft.com/office/drawing/2014/main" id="{91D240A8-78EE-84EA-B172-58BCA3390FF3}"/>
                    </a:ext>
                  </a:extLst>
                </p:cNvPr>
                <p:cNvSpPr/>
                <p:nvPr/>
              </p:nvSpPr>
              <p:spPr>
                <a:xfrm>
                  <a:off x="4710406" y="1815485"/>
                  <a:ext cx="3380234" cy="231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22" h="58865" extrusionOk="0">
                      <a:moveTo>
                        <a:pt x="2190" y="1"/>
                      </a:moveTo>
                      <a:cubicBezTo>
                        <a:pt x="987" y="1"/>
                        <a:pt x="0" y="983"/>
                        <a:pt x="0" y="2186"/>
                      </a:cubicBezTo>
                      <a:lnTo>
                        <a:pt x="0" y="56679"/>
                      </a:lnTo>
                      <a:cubicBezTo>
                        <a:pt x="0" y="57881"/>
                        <a:pt x="987" y="58865"/>
                        <a:pt x="2190" y="58865"/>
                      </a:cubicBezTo>
                      <a:lnTo>
                        <a:pt x="83832" y="58865"/>
                      </a:lnTo>
                      <a:cubicBezTo>
                        <a:pt x="85034" y="58865"/>
                        <a:pt x="86021" y="57881"/>
                        <a:pt x="86021" y="56679"/>
                      </a:cubicBezTo>
                      <a:lnTo>
                        <a:pt x="86021" y="2186"/>
                      </a:lnTo>
                      <a:cubicBezTo>
                        <a:pt x="86021" y="983"/>
                        <a:pt x="85034" y="1"/>
                        <a:pt x="8383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 w="9525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77;p15">
                  <a:extLst>
                    <a:ext uri="{FF2B5EF4-FFF2-40B4-BE49-F238E27FC236}">
                      <a16:creationId xmlns:a16="http://schemas.microsoft.com/office/drawing/2014/main" id="{4268F0FD-02A9-BEFE-B7AF-4DEEBFD65B64}"/>
                    </a:ext>
                  </a:extLst>
                </p:cNvPr>
                <p:cNvSpPr/>
                <p:nvPr/>
              </p:nvSpPr>
              <p:spPr>
                <a:xfrm>
                  <a:off x="4710425" y="2037750"/>
                  <a:ext cx="3380234" cy="1927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22" h="49060" extrusionOk="0">
                      <a:moveTo>
                        <a:pt x="0" y="1"/>
                      </a:moveTo>
                      <a:lnTo>
                        <a:pt x="0" y="49059"/>
                      </a:lnTo>
                      <a:lnTo>
                        <a:pt x="86021" y="49059"/>
                      </a:lnTo>
                      <a:lnTo>
                        <a:pt x="86021" y="1"/>
                      </a:lnTo>
                      <a:close/>
                    </a:path>
                  </a:pathLst>
                </a:custGeom>
                <a:solidFill>
                  <a:srgbClr val="F8F8F8"/>
                </a:solidFill>
                <a:ln w="9525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3" name="Google Shape;78;p15">
                  <a:extLst>
                    <a:ext uri="{FF2B5EF4-FFF2-40B4-BE49-F238E27FC236}">
                      <a16:creationId xmlns:a16="http://schemas.microsoft.com/office/drawing/2014/main" id="{223F6CCB-DF90-8603-F715-70E86E9D634A}"/>
                    </a:ext>
                  </a:extLst>
                </p:cNvPr>
                <p:cNvGrpSpPr/>
                <p:nvPr/>
              </p:nvGrpSpPr>
              <p:grpSpPr>
                <a:xfrm>
                  <a:off x="4710585" y="2281922"/>
                  <a:ext cx="3380235" cy="1683652"/>
                  <a:chOff x="4710585" y="2281922"/>
                  <a:chExt cx="3380235" cy="1683652"/>
                </a:xfrm>
              </p:grpSpPr>
              <p:sp>
                <p:nvSpPr>
                  <p:cNvPr id="274" name="Google Shape;79;p15">
                    <a:extLst>
                      <a:ext uri="{FF2B5EF4-FFF2-40B4-BE49-F238E27FC236}">
                        <a16:creationId xmlns:a16="http://schemas.microsoft.com/office/drawing/2014/main" id="{36576CBE-F497-E2B9-AC1F-701C2F22FE97}"/>
                      </a:ext>
                    </a:extLst>
                  </p:cNvPr>
                  <p:cNvSpPr/>
                  <p:nvPr/>
                </p:nvSpPr>
                <p:spPr>
                  <a:xfrm>
                    <a:off x="4710585" y="3230006"/>
                    <a:ext cx="3380234" cy="447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022" h="11383" extrusionOk="0">
                        <a:moveTo>
                          <a:pt x="84485" y="464"/>
                        </a:moveTo>
                        <a:lnTo>
                          <a:pt x="84485" y="582"/>
                        </a:lnTo>
                        <a:cubicBezTo>
                          <a:pt x="85006" y="769"/>
                          <a:pt x="85512" y="1009"/>
                          <a:pt x="85989" y="1304"/>
                        </a:cubicBezTo>
                        <a:cubicBezTo>
                          <a:pt x="86000" y="1311"/>
                          <a:pt x="86011" y="1314"/>
                          <a:pt x="86021" y="1314"/>
                        </a:cubicBezTo>
                        <a:lnTo>
                          <a:pt x="86021" y="1188"/>
                        </a:lnTo>
                        <a:cubicBezTo>
                          <a:pt x="85534" y="890"/>
                          <a:pt x="85017" y="650"/>
                          <a:pt x="84485" y="464"/>
                        </a:cubicBezTo>
                        <a:close/>
                        <a:moveTo>
                          <a:pt x="0" y="3988"/>
                        </a:moveTo>
                        <a:lnTo>
                          <a:pt x="0" y="4139"/>
                        </a:lnTo>
                        <a:cubicBezTo>
                          <a:pt x="467" y="4760"/>
                          <a:pt x="980" y="5348"/>
                          <a:pt x="1536" y="5898"/>
                        </a:cubicBezTo>
                        <a:lnTo>
                          <a:pt x="1536" y="5740"/>
                        </a:lnTo>
                        <a:cubicBezTo>
                          <a:pt x="994" y="5194"/>
                          <a:pt x="499" y="4620"/>
                          <a:pt x="47" y="4009"/>
                        </a:cubicBezTo>
                        <a:cubicBezTo>
                          <a:pt x="36" y="3996"/>
                          <a:pt x="18" y="3988"/>
                          <a:pt x="0" y="3988"/>
                        </a:cubicBezTo>
                        <a:close/>
                        <a:moveTo>
                          <a:pt x="81772" y="0"/>
                        </a:moveTo>
                        <a:cubicBezTo>
                          <a:pt x="80738" y="0"/>
                          <a:pt x="79708" y="201"/>
                          <a:pt x="78764" y="603"/>
                        </a:cubicBezTo>
                        <a:cubicBezTo>
                          <a:pt x="77540" y="1131"/>
                          <a:pt x="76470" y="1971"/>
                          <a:pt x="75437" y="2785"/>
                        </a:cubicBezTo>
                        <a:cubicBezTo>
                          <a:pt x="74690" y="3375"/>
                          <a:pt x="73918" y="3984"/>
                          <a:pt x="73093" y="4469"/>
                        </a:cubicBezTo>
                        <a:cubicBezTo>
                          <a:pt x="71201" y="5578"/>
                          <a:pt x="68918" y="6128"/>
                          <a:pt x="66183" y="6128"/>
                        </a:cubicBezTo>
                        <a:cubicBezTo>
                          <a:pt x="64687" y="6128"/>
                          <a:pt x="63054" y="5966"/>
                          <a:pt x="61276" y="5636"/>
                        </a:cubicBezTo>
                        <a:cubicBezTo>
                          <a:pt x="59949" y="5388"/>
                          <a:pt x="58603" y="5076"/>
                          <a:pt x="57304" y="4774"/>
                        </a:cubicBezTo>
                        <a:cubicBezTo>
                          <a:pt x="54662" y="4160"/>
                          <a:pt x="51930" y="3525"/>
                          <a:pt x="49203" y="3418"/>
                        </a:cubicBezTo>
                        <a:cubicBezTo>
                          <a:pt x="48911" y="3406"/>
                          <a:pt x="48625" y="3399"/>
                          <a:pt x="48337" y="3399"/>
                        </a:cubicBezTo>
                        <a:cubicBezTo>
                          <a:pt x="46183" y="3399"/>
                          <a:pt x="44066" y="3711"/>
                          <a:pt x="41980" y="4207"/>
                        </a:cubicBezTo>
                        <a:lnTo>
                          <a:pt x="41980" y="4326"/>
                        </a:lnTo>
                        <a:cubicBezTo>
                          <a:pt x="44066" y="3827"/>
                          <a:pt x="46183" y="3514"/>
                          <a:pt x="48337" y="3514"/>
                        </a:cubicBezTo>
                        <a:cubicBezTo>
                          <a:pt x="48625" y="3514"/>
                          <a:pt x="48911" y="3518"/>
                          <a:pt x="49195" y="3532"/>
                        </a:cubicBezTo>
                        <a:cubicBezTo>
                          <a:pt x="51916" y="3636"/>
                          <a:pt x="54640" y="4271"/>
                          <a:pt x="57274" y="4885"/>
                        </a:cubicBezTo>
                        <a:cubicBezTo>
                          <a:pt x="58578" y="5187"/>
                          <a:pt x="59927" y="5499"/>
                          <a:pt x="61255" y="5747"/>
                        </a:cubicBezTo>
                        <a:cubicBezTo>
                          <a:pt x="63039" y="6077"/>
                          <a:pt x="64679" y="6242"/>
                          <a:pt x="66183" y="6242"/>
                        </a:cubicBezTo>
                        <a:cubicBezTo>
                          <a:pt x="68940" y="6242"/>
                          <a:pt x="71241" y="5686"/>
                          <a:pt x="73151" y="4566"/>
                        </a:cubicBezTo>
                        <a:cubicBezTo>
                          <a:pt x="73983" y="4077"/>
                          <a:pt x="74758" y="3468"/>
                          <a:pt x="75508" y="2876"/>
                        </a:cubicBezTo>
                        <a:cubicBezTo>
                          <a:pt x="76535" y="2064"/>
                          <a:pt x="77597" y="1228"/>
                          <a:pt x="78810" y="708"/>
                        </a:cubicBezTo>
                        <a:cubicBezTo>
                          <a:pt x="79740" y="309"/>
                          <a:pt x="80753" y="115"/>
                          <a:pt x="81772" y="115"/>
                        </a:cubicBezTo>
                        <a:cubicBezTo>
                          <a:pt x="82648" y="115"/>
                          <a:pt x="83531" y="259"/>
                          <a:pt x="84371" y="542"/>
                        </a:cubicBezTo>
                        <a:lnTo>
                          <a:pt x="84371" y="424"/>
                        </a:lnTo>
                        <a:cubicBezTo>
                          <a:pt x="83531" y="144"/>
                          <a:pt x="82648" y="0"/>
                          <a:pt x="81772" y="0"/>
                        </a:cubicBezTo>
                        <a:close/>
                        <a:moveTo>
                          <a:pt x="37756" y="5439"/>
                        </a:moveTo>
                        <a:cubicBezTo>
                          <a:pt x="36091" y="5994"/>
                          <a:pt x="34446" y="6619"/>
                          <a:pt x="32817" y="7233"/>
                        </a:cubicBezTo>
                        <a:cubicBezTo>
                          <a:pt x="31177" y="7854"/>
                          <a:pt x="29483" y="8497"/>
                          <a:pt x="27806" y="9057"/>
                        </a:cubicBezTo>
                        <a:cubicBezTo>
                          <a:pt x="23360" y="10546"/>
                          <a:pt x="19530" y="11267"/>
                          <a:pt x="15983" y="11267"/>
                        </a:cubicBezTo>
                        <a:cubicBezTo>
                          <a:pt x="15014" y="11267"/>
                          <a:pt x="14066" y="11214"/>
                          <a:pt x="13137" y="11106"/>
                        </a:cubicBezTo>
                        <a:cubicBezTo>
                          <a:pt x="8614" y="10589"/>
                          <a:pt x="4551" y="8708"/>
                          <a:pt x="1651" y="5851"/>
                        </a:cubicBezTo>
                        <a:lnTo>
                          <a:pt x="1651" y="6009"/>
                        </a:lnTo>
                        <a:cubicBezTo>
                          <a:pt x="4562" y="8841"/>
                          <a:pt x="8618" y="10704"/>
                          <a:pt x="13122" y="11220"/>
                        </a:cubicBezTo>
                        <a:cubicBezTo>
                          <a:pt x="14060" y="11328"/>
                          <a:pt x="15011" y="11382"/>
                          <a:pt x="15983" y="11382"/>
                        </a:cubicBezTo>
                        <a:cubicBezTo>
                          <a:pt x="19540" y="11382"/>
                          <a:pt x="23381" y="10657"/>
                          <a:pt x="27843" y="9164"/>
                        </a:cubicBezTo>
                        <a:cubicBezTo>
                          <a:pt x="29522" y="8604"/>
                          <a:pt x="31216" y="7962"/>
                          <a:pt x="32860" y="7341"/>
                        </a:cubicBezTo>
                        <a:cubicBezTo>
                          <a:pt x="34472" y="6731"/>
                          <a:pt x="36105" y="6113"/>
                          <a:pt x="37756" y="5557"/>
                        </a:cubicBezTo>
                        <a:lnTo>
                          <a:pt x="37756" y="5439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 w="9525" cap="flat" cmpd="sng">
                    <a:solidFill>
                      <a:srgbClr val="43434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75" name="Google Shape;80;p15">
                    <a:extLst>
                      <a:ext uri="{FF2B5EF4-FFF2-40B4-BE49-F238E27FC236}">
                        <a16:creationId xmlns:a16="http://schemas.microsoft.com/office/drawing/2014/main" id="{86BBDAC7-FF76-7596-EF48-54B184BADBB8}"/>
                      </a:ext>
                    </a:extLst>
                  </p:cNvPr>
                  <p:cNvGrpSpPr/>
                  <p:nvPr/>
                </p:nvGrpSpPr>
                <p:grpSpPr>
                  <a:xfrm>
                    <a:off x="4710585" y="2281922"/>
                    <a:ext cx="3380235" cy="634850"/>
                    <a:chOff x="4672653" y="2281922"/>
                    <a:chExt cx="3380235" cy="634850"/>
                  </a:xfrm>
                </p:grpSpPr>
                <p:sp>
                  <p:nvSpPr>
                    <p:cNvPr id="288" name="Google Shape;81;p15">
                      <a:extLst>
                        <a:ext uri="{FF2B5EF4-FFF2-40B4-BE49-F238E27FC236}">
                          <a16:creationId xmlns:a16="http://schemas.microsoft.com/office/drawing/2014/main" id="{68CFF898-66C4-FD86-C02B-B49B05EB1D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72653" y="2293200"/>
                      <a:ext cx="60514" cy="292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0" h="744" extrusionOk="0">
                          <a:moveTo>
                            <a:pt x="1539" y="0"/>
                          </a:moveTo>
                          <a:lnTo>
                            <a:pt x="1539" y="0"/>
                          </a:lnTo>
                          <a:cubicBezTo>
                            <a:pt x="1005" y="151"/>
                            <a:pt x="489" y="356"/>
                            <a:pt x="0" y="621"/>
                          </a:cubicBezTo>
                          <a:lnTo>
                            <a:pt x="0" y="743"/>
                          </a:lnTo>
                          <a:cubicBezTo>
                            <a:pt x="7" y="743"/>
                            <a:pt x="18" y="739"/>
                            <a:pt x="25" y="736"/>
                          </a:cubicBezTo>
                          <a:cubicBezTo>
                            <a:pt x="506" y="474"/>
                            <a:pt x="1012" y="270"/>
                            <a:pt x="1536" y="119"/>
                          </a:cubicBezTo>
                          <a:cubicBezTo>
                            <a:pt x="1536" y="79"/>
                            <a:pt x="1539" y="40"/>
                            <a:pt x="1539" y="0"/>
                          </a:cubicBezTo>
                          <a:close/>
                        </a:path>
                      </a:pathLst>
                    </a:custGeom>
                    <a:solidFill>
                      <a:srgbClr val="434343"/>
                    </a:solidFill>
                    <a:ln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89" name="Google Shape;82;p15">
                      <a:extLst>
                        <a:ext uri="{FF2B5EF4-FFF2-40B4-BE49-F238E27FC236}">
                          <a16:creationId xmlns:a16="http://schemas.microsoft.com/office/drawing/2014/main" id="{40E0F4A2-0154-024F-585A-36772E87EE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37530" y="2281922"/>
                      <a:ext cx="3315358" cy="6348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371" h="16156" extrusionOk="0">
                          <a:moveTo>
                            <a:pt x="84370" y="9834"/>
                          </a:moveTo>
                          <a:cubicBezTo>
                            <a:pt x="84352" y="9834"/>
                            <a:pt x="84335" y="9842"/>
                            <a:pt x="84324" y="9856"/>
                          </a:cubicBezTo>
                          <a:cubicBezTo>
                            <a:pt x="83871" y="10434"/>
                            <a:pt x="83373" y="10976"/>
                            <a:pt x="82834" y="11482"/>
                          </a:cubicBezTo>
                          <a:lnTo>
                            <a:pt x="82834" y="11636"/>
                          </a:lnTo>
                          <a:cubicBezTo>
                            <a:pt x="83391" y="11123"/>
                            <a:pt x="83904" y="10574"/>
                            <a:pt x="84370" y="9985"/>
                          </a:cubicBezTo>
                          <a:lnTo>
                            <a:pt x="84370" y="9834"/>
                          </a:lnTo>
                          <a:close/>
                          <a:moveTo>
                            <a:pt x="2021" y="0"/>
                          </a:moveTo>
                          <a:cubicBezTo>
                            <a:pt x="1339" y="0"/>
                            <a:pt x="660" y="86"/>
                            <a:pt x="4" y="255"/>
                          </a:cubicBezTo>
                          <a:cubicBezTo>
                            <a:pt x="4" y="298"/>
                            <a:pt x="0" y="334"/>
                            <a:pt x="0" y="377"/>
                          </a:cubicBezTo>
                          <a:cubicBezTo>
                            <a:pt x="657" y="201"/>
                            <a:pt x="1339" y="111"/>
                            <a:pt x="2025" y="111"/>
                          </a:cubicBezTo>
                          <a:cubicBezTo>
                            <a:pt x="3234" y="111"/>
                            <a:pt x="4454" y="388"/>
                            <a:pt x="5557" y="940"/>
                          </a:cubicBezTo>
                          <a:cubicBezTo>
                            <a:pt x="6770" y="1547"/>
                            <a:pt x="7832" y="2459"/>
                            <a:pt x="8862" y="3342"/>
                          </a:cubicBezTo>
                          <a:cubicBezTo>
                            <a:pt x="9609" y="3988"/>
                            <a:pt x="10388" y="4652"/>
                            <a:pt x="11216" y="5201"/>
                          </a:cubicBezTo>
                          <a:cubicBezTo>
                            <a:pt x="13482" y="6690"/>
                            <a:pt x="16307" y="7427"/>
                            <a:pt x="19784" y="7427"/>
                          </a:cubicBezTo>
                          <a:cubicBezTo>
                            <a:pt x="20833" y="7427"/>
                            <a:pt x="21938" y="7362"/>
                            <a:pt x="23108" y="7229"/>
                          </a:cubicBezTo>
                          <a:cubicBezTo>
                            <a:pt x="24439" y="7078"/>
                            <a:pt x="25786" y="6859"/>
                            <a:pt x="27088" y="6651"/>
                          </a:cubicBezTo>
                          <a:cubicBezTo>
                            <a:pt x="29497" y="6259"/>
                            <a:pt x="31977" y="5861"/>
                            <a:pt x="34461" y="5861"/>
                          </a:cubicBezTo>
                          <a:lnTo>
                            <a:pt x="34777" y="5861"/>
                          </a:lnTo>
                          <a:cubicBezTo>
                            <a:pt x="34953" y="5840"/>
                            <a:pt x="35129" y="5825"/>
                            <a:pt x="35305" y="5825"/>
                          </a:cubicBezTo>
                          <a:cubicBezTo>
                            <a:pt x="35595" y="5825"/>
                            <a:pt x="35883" y="5858"/>
                            <a:pt x="36173" y="5926"/>
                          </a:cubicBezTo>
                          <a:cubicBezTo>
                            <a:pt x="41485" y="6342"/>
                            <a:pt x="46575" y="8628"/>
                            <a:pt x="51506" y="10847"/>
                          </a:cubicBezTo>
                          <a:cubicBezTo>
                            <a:pt x="53147" y="11587"/>
                            <a:pt x="54845" y="12347"/>
                            <a:pt x="56521" y="13029"/>
                          </a:cubicBezTo>
                          <a:cubicBezTo>
                            <a:pt x="61751" y="15150"/>
                            <a:pt x="66126" y="16156"/>
                            <a:pt x="70189" y="16156"/>
                          </a:cubicBezTo>
                          <a:cubicBezTo>
                            <a:pt x="70544" y="16156"/>
                            <a:pt x="70892" y="16149"/>
                            <a:pt x="71245" y="16134"/>
                          </a:cubicBezTo>
                          <a:cubicBezTo>
                            <a:pt x="75749" y="15937"/>
                            <a:pt x="79805" y="14365"/>
                            <a:pt x="82720" y="11741"/>
                          </a:cubicBezTo>
                          <a:lnTo>
                            <a:pt x="82720" y="11587"/>
                          </a:lnTo>
                          <a:cubicBezTo>
                            <a:pt x="79819" y="14235"/>
                            <a:pt x="75759" y="15826"/>
                            <a:pt x="71237" y="16019"/>
                          </a:cubicBezTo>
                          <a:cubicBezTo>
                            <a:pt x="70889" y="16033"/>
                            <a:pt x="70541" y="16041"/>
                            <a:pt x="70189" y="16041"/>
                          </a:cubicBezTo>
                          <a:cubicBezTo>
                            <a:pt x="66141" y="16041"/>
                            <a:pt x="61776" y="15039"/>
                            <a:pt x="56564" y="12925"/>
                          </a:cubicBezTo>
                          <a:cubicBezTo>
                            <a:pt x="54891" y="12243"/>
                            <a:pt x="53194" y="11482"/>
                            <a:pt x="51553" y="10743"/>
                          </a:cubicBezTo>
                          <a:cubicBezTo>
                            <a:pt x="46303" y="8381"/>
                            <a:pt x="40871" y="5941"/>
                            <a:pt x="35172" y="5757"/>
                          </a:cubicBezTo>
                          <a:cubicBezTo>
                            <a:pt x="34935" y="5750"/>
                            <a:pt x="34698" y="5747"/>
                            <a:pt x="34461" y="5747"/>
                          </a:cubicBezTo>
                          <a:cubicBezTo>
                            <a:pt x="31970" y="5747"/>
                            <a:pt x="29483" y="6148"/>
                            <a:pt x="27071" y="6536"/>
                          </a:cubicBezTo>
                          <a:cubicBezTo>
                            <a:pt x="25771" y="6748"/>
                            <a:pt x="24426" y="6963"/>
                            <a:pt x="23097" y="7114"/>
                          </a:cubicBezTo>
                          <a:cubicBezTo>
                            <a:pt x="21931" y="7247"/>
                            <a:pt x="20829" y="7315"/>
                            <a:pt x="19784" y="7315"/>
                          </a:cubicBezTo>
                          <a:cubicBezTo>
                            <a:pt x="16328" y="7315"/>
                            <a:pt x="13525" y="6582"/>
                            <a:pt x="11281" y="5104"/>
                          </a:cubicBezTo>
                          <a:cubicBezTo>
                            <a:pt x="10456" y="4562"/>
                            <a:pt x="9680" y="3898"/>
                            <a:pt x="8934" y="3256"/>
                          </a:cubicBezTo>
                          <a:cubicBezTo>
                            <a:pt x="7900" y="2369"/>
                            <a:pt x="6831" y="1450"/>
                            <a:pt x="5607" y="837"/>
                          </a:cubicBezTo>
                          <a:cubicBezTo>
                            <a:pt x="4487" y="277"/>
                            <a:pt x="3252" y="0"/>
                            <a:pt x="2021" y="0"/>
                          </a:cubicBezTo>
                          <a:close/>
                        </a:path>
                      </a:pathLst>
                    </a:custGeom>
                    <a:solidFill>
                      <a:srgbClr val="434343"/>
                    </a:solidFill>
                    <a:ln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276" name="Google Shape;83;p15">
                    <a:extLst>
                      <a:ext uri="{FF2B5EF4-FFF2-40B4-BE49-F238E27FC236}">
                        <a16:creationId xmlns:a16="http://schemas.microsoft.com/office/drawing/2014/main" id="{43D6C844-22B7-7204-7E8A-5027C7BFC7B2}"/>
                      </a:ext>
                    </a:extLst>
                  </p:cNvPr>
                  <p:cNvSpPr/>
                  <p:nvPr/>
                </p:nvSpPr>
                <p:spPr>
                  <a:xfrm>
                    <a:off x="4921590" y="3223954"/>
                    <a:ext cx="166021" cy="7416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5" h="18873" extrusionOk="0">
                        <a:moveTo>
                          <a:pt x="0" y="0"/>
                        </a:moveTo>
                        <a:lnTo>
                          <a:pt x="0" y="18872"/>
                        </a:lnTo>
                        <a:lnTo>
                          <a:pt x="4225" y="18872"/>
                        </a:lnTo>
                        <a:lnTo>
                          <a:pt x="4225" y="0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84;p15">
                    <a:extLst>
                      <a:ext uri="{FF2B5EF4-FFF2-40B4-BE49-F238E27FC236}">
                        <a16:creationId xmlns:a16="http://schemas.microsoft.com/office/drawing/2014/main" id="{773CCACB-2D8D-24C6-9533-1DA7A4F0C5E5}"/>
                      </a:ext>
                    </a:extLst>
                  </p:cNvPr>
                  <p:cNvSpPr/>
                  <p:nvPr/>
                </p:nvSpPr>
                <p:spPr>
                  <a:xfrm>
                    <a:off x="5168405" y="3072588"/>
                    <a:ext cx="166179" cy="892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9" h="22725" extrusionOk="0">
                        <a:moveTo>
                          <a:pt x="1" y="1"/>
                        </a:moveTo>
                        <a:lnTo>
                          <a:pt x="1" y="22724"/>
                        </a:lnTo>
                        <a:lnTo>
                          <a:pt x="4229" y="22724"/>
                        </a:lnTo>
                        <a:lnTo>
                          <a:pt x="4229" y="1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85;p15">
                    <a:extLst>
                      <a:ext uri="{FF2B5EF4-FFF2-40B4-BE49-F238E27FC236}">
                        <a16:creationId xmlns:a16="http://schemas.microsoft.com/office/drawing/2014/main" id="{CD7A90E4-C1BD-49FD-637C-48679ACC84DD}"/>
                      </a:ext>
                    </a:extLst>
                  </p:cNvPr>
                  <p:cNvSpPr/>
                  <p:nvPr/>
                </p:nvSpPr>
                <p:spPr>
                  <a:xfrm>
                    <a:off x="5415377" y="2923933"/>
                    <a:ext cx="166179" cy="10416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9" h="26508" extrusionOk="0">
                        <a:moveTo>
                          <a:pt x="1" y="0"/>
                        </a:moveTo>
                        <a:lnTo>
                          <a:pt x="1" y="26507"/>
                        </a:lnTo>
                        <a:lnTo>
                          <a:pt x="4229" y="26507"/>
                        </a:lnTo>
                        <a:lnTo>
                          <a:pt x="4229" y="0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" name="Google Shape;86;p15">
                    <a:extLst>
                      <a:ext uri="{FF2B5EF4-FFF2-40B4-BE49-F238E27FC236}">
                        <a16:creationId xmlns:a16="http://schemas.microsoft.com/office/drawing/2014/main" id="{A46B8C9D-03A5-2934-F72F-9BC187D85905}"/>
                      </a:ext>
                    </a:extLst>
                  </p:cNvPr>
                  <p:cNvSpPr/>
                  <p:nvPr/>
                </p:nvSpPr>
                <p:spPr>
                  <a:xfrm>
                    <a:off x="5662310" y="2741719"/>
                    <a:ext cx="166100" cy="12238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7" h="31145" extrusionOk="0">
                        <a:moveTo>
                          <a:pt x="1" y="0"/>
                        </a:moveTo>
                        <a:lnTo>
                          <a:pt x="1" y="31144"/>
                        </a:lnTo>
                        <a:lnTo>
                          <a:pt x="4226" y="31144"/>
                        </a:lnTo>
                        <a:lnTo>
                          <a:pt x="4226" y="0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" name="Google Shape;87;p15">
                    <a:extLst>
                      <a:ext uri="{FF2B5EF4-FFF2-40B4-BE49-F238E27FC236}">
                        <a16:creationId xmlns:a16="http://schemas.microsoft.com/office/drawing/2014/main" id="{28CD4A0E-0CB9-42B6-6096-9E040B9DCE77}"/>
                      </a:ext>
                    </a:extLst>
                  </p:cNvPr>
                  <p:cNvSpPr/>
                  <p:nvPr/>
                </p:nvSpPr>
                <p:spPr>
                  <a:xfrm>
                    <a:off x="5909282" y="3001659"/>
                    <a:ext cx="166061" cy="963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6" h="24530" extrusionOk="0">
                        <a:moveTo>
                          <a:pt x="1" y="0"/>
                        </a:moveTo>
                        <a:lnTo>
                          <a:pt x="1" y="24529"/>
                        </a:lnTo>
                        <a:lnTo>
                          <a:pt x="4225" y="24529"/>
                        </a:lnTo>
                        <a:lnTo>
                          <a:pt x="4225" y="0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" name="Google Shape;88;p15">
                    <a:extLst>
                      <a:ext uri="{FF2B5EF4-FFF2-40B4-BE49-F238E27FC236}">
                        <a16:creationId xmlns:a16="http://schemas.microsoft.com/office/drawing/2014/main" id="{12A84B48-CAA6-E96C-AC70-05E53FB24FB6}"/>
                      </a:ext>
                    </a:extLst>
                  </p:cNvPr>
                  <p:cNvSpPr/>
                  <p:nvPr/>
                </p:nvSpPr>
                <p:spPr>
                  <a:xfrm>
                    <a:off x="6156254" y="2640416"/>
                    <a:ext cx="166061" cy="1325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6" h="33723" extrusionOk="0">
                        <a:moveTo>
                          <a:pt x="1" y="1"/>
                        </a:moveTo>
                        <a:lnTo>
                          <a:pt x="1" y="33722"/>
                        </a:lnTo>
                        <a:lnTo>
                          <a:pt x="4225" y="33722"/>
                        </a:lnTo>
                        <a:lnTo>
                          <a:pt x="4225" y="1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2" name="Google Shape;89;p15">
                    <a:extLst>
                      <a:ext uri="{FF2B5EF4-FFF2-40B4-BE49-F238E27FC236}">
                        <a16:creationId xmlns:a16="http://schemas.microsoft.com/office/drawing/2014/main" id="{E1181663-8602-B1AB-095F-248DEBA20FF9}"/>
                      </a:ext>
                    </a:extLst>
                  </p:cNvPr>
                  <p:cNvSpPr/>
                  <p:nvPr/>
                </p:nvSpPr>
                <p:spPr>
                  <a:xfrm>
                    <a:off x="6403226" y="3091489"/>
                    <a:ext cx="166061" cy="874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6" h="22244" extrusionOk="0">
                        <a:moveTo>
                          <a:pt x="1" y="0"/>
                        </a:moveTo>
                        <a:lnTo>
                          <a:pt x="1" y="22243"/>
                        </a:lnTo>
                        <a:lnTo>
                          <a:pt x="4225" y="22243"/>
                        </a:lnTo>
                        <a:lnTo>
                          <a:pt x="4225" y="0"/>
                        </a:ln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3" name="Google Shape;90;p15">
                    <a:extLst>
                      <a:ext uri="{FF2B5EF4-FFF2-40B4-BE49-F238E27FC236}">
                        <a16:creationId xmlns:a16="http://schemas.microsoft.com/office/drawing/2014/main" id="{27428C54-BA8F-B2AA-B5A5-0E38388131D0}"/>
                      </a:ext>
                    </a:extLst>
                  </p:cNvPr>
                  <p:cNvSpPr/>
                  <p:nvPr/>
                </p:nvSpPr>
                <p:spPr>
                  <a:xfrm>
                    <a:off x="6650080" y="2798266"/>
                    <a:ext cx="166179" cy="11672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9" h="29706" extrusionOk="0">
                        <a:moveTo>
                          <a:pt x="0" y="1"/>
                        </a:moveTo>
                        <a:lnTo>
                          <a:pt x="0" y="29705"/>
                        </a:lnTo>
                        <a:lnTo>
                          <a:pt x="4228" y="29705"/>
                        </a:lnTo>
                        <a:lnTo>
                          <a:pt x="4228" y="1"/>
                        </a:lnTo>
                        <a:close/>
                      </a:path>
                    </a:pathLst>
                  </a:custGeom>
                  <a:solidFill>
                    <a:srgbClr val="FFD9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4" name="Google Shape;91;p15">
                    <a:extLst>
                      <a:ext uri="{FF2B5EF4-FFF2-40B4-BE49-F238E27FC236}">
                        <a16:creationId xmlns:a16="http://schemas.microsoft.com/office/drawing/2014/main" id="{6770D446-FA53-FCBA-D453-921F478947E0}"/>
                      </a:ext>
                    </a:extLst>
                  </p:cNvPr>
                  <p:cNvSpPr/>
                  <p:nvPr/>
                </p:nvSpPr>
                <p:spPr>
                  <a:xfrm>
                    <a:off x="6897013" y="3673574"/>
                    <a:ext cx="166218" cy="2920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30" h="7431" extrusionOk="0">
                        <a:moveTo>
                          <a:pt x="1" y="1"/>
                        </a:moveTo>
                        <a:lnTo>
                          <a:pt x="1" y="7430"/>
                        </a:lnTo>
                        <a:lnTo>
                          <a:pt x="4229" y="7430"/>
                        </a:lnTo>
                        <a:lnTo>
                          <a:pt x="4229" y="1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5" name="Google Shape;92;p15">
                    <a:extLst>
                      <a:ext uri="{FF2B5EF4-FFF2-40B4-BE49-F238E27FC236}">
                        <a16:creationId xmlns:a16="http://schemas.microsoft.com/office/drawing/2014/main" id="{FA32401C-7958-2E4B-7153-FADEB85A9E26}"/>
                      </a:ext>
                    </a:extLst>
                  </p:cNvPr>
                  <p:cNvSpPr/>
                  <p:nvPr/>
                </p:nvSpPr>
                <p:spPr>
                  <a:xfrm>
                    <a:off x="7143985" y="2724901"/>
                    <a:ext cx="166061" cy="12406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6" h="31573" extrusionOk="0">
                        <a:moveTo>
                          <a:pt x="1" y="1"/>
                        </a:moveTo>
                        <a:lnTo>
                          <a:pt x="1" y="31572"/>
                        </a:lnTo>
                        <a:lnTo>
                          <a:pt x="4225" y="31572"/>
                        </a:lnTo>
                        <a:lnTo>
                          <a:pt x="4225" y="1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6" name="Google Shape;93;p15">
                    <a:extLst>
                      <a:ext uri="{FF2B5EF4-FFF2-40B4-BE49-F238E27FC236}">
                        <a16:creationId xmlns:a16="http://schemas.microsoft.com/office/drawing/2014/main" id="{FDF18D48-E736-5FAE-9237-A3F9365828E2}"/>
                      </a:ext>
                    </a:extLst>
                  </p:cNvPr>
                  <p:cNvSpPr/>
                  <p:nvPr/>
                </p:nvSpPr>
                <p:spPr>
                  <a:xfrm>
                    <a:off x="7390957" y="2381065"/>
                    <a:ext cx="166061" cy="15844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6" h="40323" extrusionOk="0">
                        <a:moveTo>
                          <a:pt x="1" y="0"/>
                        </a:moveTo>
                        <a:lnTo>
                          <a:pt x="1" y="40322"/>
                        </a:lnTo>
                        <a:lnTo>
                          <a:pt x="4225" y="40322"/>
                        </a:lnTo>
                        <a:lnTo>
                          <a:pt x="4225" y="0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7" name="Google Shape;94;p15">
                    <a:extLst>
                      <a:ext uri="{FF2B5EF4-FFF2-40B4-BE49-F238E27FC236}">
                        <a16:creationId xmlns:a16="http://schemas.microsoft.com/office/drawing/2014/main" id="{F24BBF47-96C4-DC43-D8E8-5E2C8B2E47EA}"/>
                      </a:ext>
                    </a:extLst>
                  </p:cNvPr>
                  <p:cNvSpPr/>
                  <p:nvPr/>
                </p:nvSpPr>
                <p:spPr>
                  <a:xfrm>
                    <a:off x="7637929" y="3115184"/>
                    <a:ext cx="166061" cy="85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26" h="21641" extrusionOk="0">
                        <a:moveTo>
                          <a:pt x="1" y="0"/>
                        </a:moveTo>
                        <a:lnTo>
                          <a:pt x="1" y="21640"/>
                        </a:lnTo>
                        <a:lnTo>
                          <a:pt x="4225" y="21640"/>
                        </a:lnTo>
                        <a:lnTo>
                          <a:pt x="4225" y="0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19" name="Google Shape;95;p15">
                <a:extLst>
                  <a:ext uri="{FF2B5EF4-FFF2-40B4-BE49-F238E27FC236}">
                    <a16:creationId xmlns:a16="http://schemas.microsoft.com/office/drawing/2014/main" id="{F006766A-DE49-3772-E6FE-351B254501F8}"/>
                  </a:ext>
                </a:extLst>
              </p:cNvPr>
              <p:cNvGrpSpPr/>
              <p:nvPr/>
            </p:nvGrpSpPr>
            <p:grpSpPr>
              <a:xfrm>
                <a:off x="5262047" y="2085203"/>
                <a:ext cx="1054921" cy="2623644"/>
                <a:chOff x="5262047" y="2234728"/>
                <a:chExt cx="1054921" cy="2623644"/>
              </a:xfrm>
            </p:grpSpPr>
            <p:sp>
              <p:nvSpPr>
                <p:cNvPr id="220" name="Google Shape;96;p15">
                  <a:extLst>
                    <a:ext uri="{FF2B5EF4-FFF2-40B4-BE49-F238E27FC236}">
                      <a16:creationId xmlns:a16="http://schemas.microsoft.com/office/drawing/2014/main" id="{40253E2E-E34C-4C94-0B41-008BDFCD20E6}"/>
                    </a:ext>
                  </a:extLst>
                </p:cNvPr>
                <p:cNvSpPr/>
                <p:nvPr/>
              </p:nvSpPr>
              <p:spPr>
                <a:xfrm>
                  <a:off x="6104070" y="2510819"/>
                  <a:ext cx="54895" cy="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" h="102" extrusionOk="0">
                      <a:moveTo>
                        <a:pt x="529" y="0"/>
                      </a:moveTo>
                      <a:cubicBezTo>
                        <a:pt x="353" y="0"/>
                        <a:pt x="177" y="15"/>
                        <a:pt x="1" y="36"/>
                      </a:cubicBezTo>
                      <a:cubicBezTo>
                        <a:pt x="134" y="40"/>
                        <a:pt x="263" y="43"/>
                        <a:pt x="393" y="47"/>
                      </a:cubicBezTo>
                      <a:cubicBezTo>
                        <a:pt x="729" y="58"/>
                        <a:pt x="1064" y="76"/>
                        <a:pt x="1397" y="101"/>
                      </a:cubicBezTo>
                      <a:cubicBezTo>
                        <a:pt x="1107" y="33"/>
                        <a:pt x="819" y="0"/>
                        <a:pt x="529" y="0"/>
                      </a:cubicBezTo>
                      <a:close/>
                    </a:path>
                  </a:pathLst>
                </a:custGeom>
                <a:solidFill>
                  <a:srgbClr val="C2D6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97;p15">
                  <a:extLst>
                    <a:ext uri="{FF2B5EF4-FFF2-40B4-BE49-F238E27FC236}">
                      <a16:creationId xmlns:a16="http://schemas.microsoft.com/office/drawing/2014/main" id="{A12F02AE-DAA0-8309-B0BC-A193864BC104}"/>
                    </a:ext>
                  </a:extLst>
                </p:cNvPr>
                <p:cNvSpPr/>
                <p:nvPr/>
              </p:nvSpPr>
              <p:spPr>
                <a:xfrm>
                  <a:off x="6266871" y="2618410"/>
                  <a:ext cx="157" cy="2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" h="6" extrusionOk="0">
                      <a:moveTo>
                        <a:pt x="0" y="1"/>
                      </a:moveTo>
                      <a:cubicBezTo>
                        <a:pt x="0" y="5"/>
                        <a:pt x="4" y="5"/>
                        <a:pt x="4" y="5"/>
                      </a:cubicBezTo>
                      <a:cubicBezTo>
                        <a:pt x="4" y="5"/>
                        <a:pt x="0" y="5"/>
                        <a:pt x="0" y="1"/>
                      </a:cubicBezTo>
                      <a:close/>
                    </a:path>
                  </a:pathLst>
                </a:custGeom>
                <a:solidFill>
                  <a:srgbClr val="99BD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98;p15">
                  <a:extLst>
                    <a:ext uri="{FF2B5EF4-FFF2-40B4-BE49-F238E27FC236}">
                      <a16:creationId xmlns:a16="http://schemas.microsoft.com/office/drawing/2014/main" id="{0E100EA1-BD7B-B437-17C5-BB91819A61D5}"/>
                    </a:ext>
                  </a:extLst>
                </p:cNvPr>
                <p:cNvSpPr/>
                <p:nvPr/>
              </p:nvSpPr>
              <p:spPr>
                <a:xfrm>
                  <a:off x="5977067" y="2638333"/>
                  <a:ext cx="3340" cy="49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1268" extrusionOk="0">
                      <a:moveTo>
                        <a:pt x="42" y="0"/>
                      </a:moveTo>
                      <a:cubicBezTo>
                        <a:pt x="9" y="244"/>
                        <a:pt x="1" y="487"/>
                        <a:pt x="15" y="728"/>
                      </a:cubicBezTo>
                      <a:lnTo>
                        <a:pt x="15" y="728"/>
                      </a:lnTo>
                      <a:cubicBezTo>
                        <a:pt x="2" y="487"/>
                        <a:pt x="11" y="243"/>
                        <a:pt x="45" y="0"/>
                      </a:cubicBezTo>
                      <a:close/>
                      <a:moveTo>
                        <a:pt x="15" y="728"/>
                      </a:moveTo>
                      <a:lnTo>
                        <a:pt x="15" y="728"/>
                      </a:lnTo>
                      <a:cubicBezTo>
                        <a:pt x="26" y="910"/>
                        <a:pt x="49" y="1091"/>
                        <a:pt x="85" y="1267"/>
                      </a:cubicBezTo>
                      <a:cubicBezTo>
                        <a:pt x="75" y="1213"/>
                        <a:pt x="63" y="1156"/>
                        <a:pt x="56" y="1099"/>
                      </a:cubicBezTo>
                      <a:cubicBezTo>
                        <a:pt x="37" y="976"/>
                        <a:pt x="23" y="852"/>
                        <a:pt x="15" y="728"/>
                      </a:cubicBezTo>
                      <a:close/>
                    </a:path>
                  </a:pathLst>
                </a:custGeom>
                <a:solidFill>
                  <a:srgbClr val="E6EFF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99;p15">
                  <a:extLst>
                    <a:ext uri="{FF2B5EF4-FFF2-40B4-BE49-F238E27FC236}">
                      <a16:creationId xmlns:a16="http://schemas.microsoft.com/office/drawing/2014/main" id="{28407C26-92CD-23B0-33F6-7B491764118D}"/>
                    </a:ext>
                  </a:extLst>
                </p:cNvPr>
                <p:cNvSpPr/>
                <p:nvPr/>
              </p:nvSpPr>
              <p:spPr>
                <a:xfrm>
                  <a:off x="5988698" y="2715077"/>
                  <a:ext cx="39099" cy="54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5" h="1382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220" y="527"/>
                        <a:pt x="557" y="1001"/>
                        <a:pt x="995" y="1382"/>
                      </a:cubicBezTo>
                      <a:cubicBezTo>
                        <a:pt x="561" y="1001"/>
                        <a:pt x="220" y="524"/>
                        <a:pt x="1" y="0"/>
                      </a:cubicBezTo>
                      <a:close/>
                    </a:path>
                  </a:pathLst>
                </a:custGeom>
                <a:solidFill>
                  <a:srgbClr val="E6EFF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100;p15">
                  <a:extLst>
                    <a:ext uri="{FF2B5EF4-FFF2-40B4-BE49-F238E27FC236}">
                      <a16:creationId xmlns:a16="http://schemas.microsoft.com/office/drawing/2014/main" id="{4FD62E5F-AB17-BE84-7991-4F4D7EB6A17B}"/>
                    </a:ext>
                  </a:extLst>
                </p:cNvPr>
                <p:cNvSpPr/>
                <p:nvPr/>
              </p:nvSpPr>
              <p:spPr>
                <a:xfrm>
                  <a:off x="5965592" y="2784355"/>
                  <a:ext cx="125548" cy="256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5" h="6533" extrusionOk="0">
                      <a:moveTo>
                        <a:pt x="2729" y="0"/>
                      </a:moveTo>
                      <a:cubicBezTo>
                        <a:pt x="2573" y="0"/>
                        <a:pt x="2423" y="83"/>
                        <a:pt x="2344" y="229"/>
                      </a:cubicBezTo>
                      <a:cubicBezTo>
                        <a:pt x="1838" y="1169"/>
                        <a:pt x="1414" y="2139"/>
                        <a:pt x="1001" y="3115"/>
                      </a:cubicBezTo>
                      <a:cubicBezTo>
                        <a:pt x="804" y="3606"/>
                        <a:pt x="600" y="4091"/>
                        <a:pt x="417" y="4590"/>
                      </a:cubicBezTo>
                      <a:lnTo>
                        <a:pt x="137" y="5329"/>
                      </a:lnTo>
                      <a:cubicBezTo>
                        <a:pt x="44" y="5577"/>
                        <a:pt x="0" y="5843"/>
                        <a:pt x="173" y="6187"/>
                      </a:cubicBezTo>
                      <a:cubicBezTo>
                        <a:pt x="284" y="6404"/>
                        <a:pt x="505" y="6533"/>
                        <a:pt x="736" y="6533"/>
                      </a:cubicBezTo>
                      <a:cubicBezTo>
                        <a:pt x="819" y="6533"/>
                        <a:pt x="903" y="6516"/>
                        <a:pt x="983" y="6481"/>
                      </a:cubicBezTo>
                      <a:cubicBezTo>
                        <a:pt x="1339" y="6330"/>
                        <a:pt x="1475" y="6101"/>
                        <a:pt x="1561" y="5850"/>
                      </a:cubicBezTo>
                      <a:lnTo>
                        <a:pt x="1823" y="5103"/>
                      </a:lnTo>
                      <a:cubicBezTo>
                        <a:pt x="2007" y="4604"/>
                        <a:pt x="2161" y="4098"/>
                        <a:pt x="2326" y="3595"/>
                      </a:cubicBezTo>
                      <a:cubicBezTo>
                        <a:pt x="2638" y="2587"/>
                        <a:pt x="2936" y="1571"/>
                        <a:pt x="3155" y="523"/>
                      </a:cubicBezTo>
                      <a:cubicBezTo>
                        <a:pt x="3195" y="340"/>
                        <a:pt x="3108" y="146"/>
                        <a:pt x="2936" y="53"/>
                      </a:cubicBezTo>
                      <a:cubicBezTo>
                        <a:pt x="2870" y="17"/>
                        <a:pt x="2799" y="0"/>
                        <a:pt x="2729" y="0"/>
                      </a:cubicBez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101;p15">
                  <a:extLst>
                    <a:ext uri="{FF2B5EF4-FFF2-40B4-BE49-F238E27FC236}">
                      <a16:creationId xmlns:a16="http://schemas.microsoft.com/office/drawing/2014/main" id="{4B80821E-8A02-AE70-E31F-7204E8EC3B4B}"/>
                    </a:ext>
                  </a:extLst>
                </p:cNvPr>
                <p:cNvSpPr/>
                <p:nvPr/>
              </p:nvSpPr>
              <p:spPr>
                <a:xfrm>
                  <a:off x="5288021" y="2719557"/>
                  <a:ext cx="227950" cy="308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01" h="7847" extrusionOk="0">
                      <a:moveTo>
                        <a:pt x="2024" y="1"/>
                      </a:moveTo>
                      <a:cubicBezTo>
                        <a:pt x="1928" y="130"/>
                        <a:pt x="1863" y="223"/>
                        <a:pt x="1788" y="331"/>
                      </a:cubicBezTo>
                      <a:cubicBezTo>
                        <a:pt x="1716" y="438"/>
                        <a:pt x="1648" y="543"/>
                        <a:pt x="1579" y="650"/>
                      </a:cubicBezTo>
                      <a:cubicBezTo>
                        <a:pt x="1446" y="866"/>
                        <a:pt x="1321" y="1081"/>
                        <a:pt x="1203" y="1303"/>
                      </a:cubicBezTo>
                      <a:cubicBezTo>
                        <a:pt x="966" y="1745"/>
                        <a:pt x="761" y="2204"/>
                        <a:pt x="582" y="2678"/>
                      </a:cubicBezTo>
                      <a:cubicBezTo>
                        <a:pt x="227" y="3626"/>
                        <a:pt x="0" y="4652"/>
                        <a:pt x="15" y="5718"/>
                      </a:cubicBezTo>
                      <a:cubicBezTo>
                        <a:pt x="15" y="5822"/>
                        <a:pt x="18" y="6049"/>
                        <a:pt x="68" y="6256"/>
                      </a:cubicBezTo>
                      <a:cubicBezTo>
                        <a:pt x="115" y="6465"/>
                        <a:pt x="205" y="6680"/>
                        <a:pt x="330" y="6864"/>
                      </a:cubicBezTo>
                      <a:cubicBezTo>
                        <a:pt x="585" y="7240"/>
                        <a:pt x="933" y="7452"/>
                        <a:pt x="1235" y="7578"/>
                      </a:cubicBezTo>
                      <a:cubicBezTo>
                        <a:pt x="1544" y="7707"/>
                        <a:pt x="1831" y="7768"/>
                        <a:pt x="2104" y="7804"/>
                      </a:cubicBezTo>
                      <a:cubicBezTo>
                        <a:pt x="2380" y="7840"/>
                        <a:pt x="2642" y="7847"/>
                        <a:pt x="2901" y="7847"/>
                      </a:cubicBezTo>
                      <a:cubicBezTo>
                        <a:pt x="3927" y="7822"/>
                        <a:pt x="4860" y="7628"/>
                        <a:pt x="5800" y="7341"/>
                      </a:cubicBezTo>
                      <a:lnTo>
                        <a:pt x="5603" y="6397"/>
                      </a:lnTo>
                      <a:cubicBezTo>
                        <a:pt x="5166" y="6423"/>
                        <a:pt x="4720" y="6442"/>
                        <a:pt x="4281" y="6442"/>
                      </a:cubicBezTo>
                      <a:cubicBezTo>
                        <a:pt x="3831" y="6442"/>
                        <a:pt x="3389" y="6422"/>
                        <a:pt x="2972" y="6372"/>
                      </a:cubicBezTo>
                      <a:cubicBezTo>
                        <a:pt x="2563" y="6325"/>
                        <a:pt x="2161" y="6225"/>
                        <a:pt x="1928" y="6092"/>
                      </a:cubicBezTo>
                      <a:cubicBezTo>
                        <a:pt x="1809" y="6024"/>
                        <a:pt x="1763" y="5959"/>
                        <a:pt x="1769" y="5938"/>
                      </a:cubicBezTo>
                      <a:lnTo>
                        <a:pt x="1773" y="5905"/>
                      </a:lnTo>
                      <a:lnTo>
                        <a:pt x="1784" y="5754"/>
                      </a:lnTo>
                      <a:cubicBezTo>
                        <a:pt x="1834" y="4961"/>
                        <a:pt x="2061" y="4157"/>
                        <a:pt x="2376" y="3382"/>
                      </a:cubicBezTo>
                      <a:cubicBezTo>
                        <a:pt x="2538" y="2991"/>
                        <a:pt x="2728" y="2610"/>
                        <a:pt x="2929" y="2237"/>
                      </a:cubicBezTo>
                      <a:cubicBezTo>
                        <a:pt x="3030" y="2050"/>
                        <a:pt x="3137" y="1863"/>
                        <a:pt x="3249" y="1684"/>
                      </a:cubicBezTo>
                      <a:lnTo>
                        <a:pt x="3417" y="1419"/>
                      </a:lnTo>
                      <a:cubicBezTo>
                        <a:pt x="3471" y="1336"/>
                        <a:pt x="3539" y="1235"/>
                        <a:pt x="3578" y="1178"/>
                      </a:cubicBezTo>
                      <a:lnTo>
                        <a:pt x="2024" y="1"/>
                      </a:ln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102;p15">
                  <a:extLst>
                    <a:ext uri="{FF2B5EF4-FFF2-40B4-BE49-F238E27FC236}">
                      <a16:creationId xmlns:a16="http://schemas.microsoft.com/office/drawing/2014/main" id="{4E7B896F-4706-6484-12B9-5D83C600D47F}"/>
                    </a:ext>
                  </a:extLst>
                </p:cNvPr>
                <p:cNvSpPr/>
                <p:nvPr/>
              </p:nvSpPr>
              <p:spPr>
                <a:xfrm>
                  <a:off x="5297766" y="2639787"/>
                  <a:ext cx="193528" cy="19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5" h="5068" extrusionOk="0">
                      <a:moveTo>
                        <a:pt x="2971" y="1"/>
                      </a:moveTo>
                      <a:cubicBezTo>
                        <a:pt x="2873" y="1"/>
                        <a:pt x="2766" y="14"/>
                        <a:pt x="2649" y="43"/>
                      </a:cubicBezTo>
                      <a:cubicBezTo>
                        <a:pt x="1863" y="236"/>
                        <a:pt x="0" y="3338"/>
                        <a:pt x="0" y="3338"/>
                      </a:cubicBezTo>
                      <a:lnTo>
                        <a:pt x="4174" y="5067"/>
                      </a:lnTo>
                      <a:cubicBezTo>
                        <a:pt x="4174" y="5067"/>
                        <a:pt x="4924" y="2705"/>
                        <a:pt x="4454" y="1761"/>
                      </a:cubicBezTo>
                      <a:cubicBezTo>
                        <a:pt x="4017" y="883"/>
                        <a:pt x="3772" y="1"/>
                        <a:pt x="2971" y="1"/>
                      </a:cubicBez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103;p15">
                  <a:extLst>
                    <a:ext uri="{FF2B5EF4-FFF2-40B4-BE49-F238E27FC236}">
                      <a16:creationId xmlns:a16="http://schemas.microsoft.com/office/drawing/2014/main" id="{0CE2B0A0-4FE6-8459-F82B-C2343FB3E7C9}"/>
                    </a:ext>
                  </a:extLst>
                </p:cNvPr>
                <p:cNvSpPr/>
                <p:nvPr/>
              </p:nvSpPr>
              <p:spPr>
                <a:xfrm>
                  <a:off x="5488310" y="2958906"/>
                  <a:ext cx="102442" cy="63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7" h="1605" extrusionOk="0">
                      <a:moveTo>
                        <a:pt x="2606" y="1"/>
                      </a:moveTo>
                      <a:lnTo>
                        <a:pt x="696" y="202"/>
                      </a:lnTo>
                      <a:lnTo>
                        <a:pt x="0" y="765"/>
                      </a:lnTo>
                      <a:cubicBezTo>
                        <a:pt x="312" y="1494"/>
                        <a:pt x="1533" y="1605"/>
                        <a:pt x="1533" y="1605"/>
                      </a:cubicBezTo>
                      <a:lnTo>
                        <a:pt x="2606" y="1"/>
                      </a:ln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104;p15">
                  <a:extLst>
                    <a:ext uri="{FF2B5EF4-FFF2-40B4-BE49-F238E27FC236}">
                      <a16:creationId xmlns:a16="http://schemas.microsoft.com/office/drawing/2014/main" id="{76BE4D49-E8A2-3475-1F05-4B791F6BB1CB}"/>
                    </a:ext>
                  </a:extLst>
                </p:cNvPr>
                <p:cNvSpPr/>
                <p:nvPr/>
              </p:nvSpPr>
              <p:spPr>
                <a:xfrm>
                  <a:off x="5548510" y="2958906"/>
                  <a:ext cx="95801" cy="96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8" h="2445" extrusionOk="0">
                      <a:moveTo>
                        <a:pt x="1074" y="1"/>
                      </a:moveTo>
                      <a:lnTo>
                        <a:pt x="1" y="1605"/>
                      </a:lnTo>
                      <a:lnTo>
                        <a:pt x="970" y="2445"/>
                      </a:lnTo>
                      <a:lnTo>
                        <a:pt x="2438" y="851"/>
                      </a:lnTo>
                      <a:lnTo>
                        <a:pt x="1074" y="1"/>
                      </a:ln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105;p15">
                  <a:extLst>
                    <a:ext uri="{FF2B5EF4-FFF2-40B4-BE49-F238E27FC236}">
                      <a16:creationId xmlns:a16="http://schemas.microsoft.com/office/drawing/2014/main" id="{12BD7CC7-E865-A048-E61D-5096454A97F8}"/>
                    </a:ext>
                  </a:extLst>
                </p:cNvPr>
                <p:cNvSpPr/>
                <p:nvPr/>
              </p:nvSpPr>
              <p:spPr>
                <a:xfrm>
                  <a:off x="5395494" y="4767365"/>
                  <a:ext cx="39099" cy="18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5" h="482" extrusionOk="0">
                      <a:moveTo>
                        <a:pt x="796" y="88"/>
                      </a:moveTo>
                      <a:cubicBezTo>
                        <a:pt x="818" y="88"/>
                        <a:pt x="836" y="91"/>
                        <a:pt x="851" y="98"/>
                      </a:cubicBezTo>
                      <a:cubicBezTo>
                        <a:pt x="865" y="105"/>
                        <a:pt x="883" y="119"/>
                        <a:pt x="890" y="159"/>
                      </a:cubicBezTo>
                      <a:cubicBezTo>
                        <a:pt x="901" y="227"/>
                        <a:pt x="887" y="281"/>
                        <a:pt x="843" y="316"/>
                      </a:cubicBezTo>
                      <a:cubicBezTo>
                        <a:pt x="789" y="368"/>
                        <a:pt x="685" y="393"/>
                        <a:pt x="545" y="393"/>
                      </a:cubicBezTo>
                      <a:cubicBezTo>
                        <a:pt x="438" y="393"/>
                        <a:pt x="310" y="378"/>
                        <a:pt x="166" y="349"/>
                      </a:cubicBezTo>
                      <a:cubicBezTo>
                        <a:pt x="372" y="227"/>
                        <a:pt x="650" y="88"/>
                        <a:pt x="796" y="88"/>
                      </a:cubicBezTo>
                      <a:close/>
                      <a:moveTo>
                        <a:pt x="792" y="1"/>
                      </a:moveTo>
                      <a:cubicBezTo>
                        <a:pt x="533" y="1"/>
                        <a:pt x="82" y="297"/>
                        <a:pt x="25" y="334"/>
                      </a:cubicBezTo>
                      <a:cubicBezTo>
                        <a:pt x="11" y="342"/>
                        <a:pt x="0" y="359"/>
                        <a:pt x="4" y="378"/>
                      </a:cubicBezTo>
                      <a:cubicBezTo>
                        <a:pt x="7" y="396"/>
                        <a:pt x="22" y="410"/>
                        <a:pt x="40" y="414"/>
                      </a:cubicBezTo>
                      <a:cubicBezTo>
                        <a:pt x="172" y="446"/>
                        <a:pt x="366" y="482"/>
                        <a:pt x="542" y="482"/>
                      </a:cubicBezTo>
                      <a:cubicBezTo>
                        <a:pt x="689" y="482"/>
                        <a:pt x="825" y="457"/>
                        <a:pt x="905" y="385"/>
                      </a:cubicBezTo>
                      <a:cubicBezTo>
                        <a:pt x="969" y="328"/>
                        <a:pt x="994" y="245"/>
                        <a:pt x="980" y="144"/>
                      </a:cubicBezTo>
                      <a:cubicBezTo>
                        <a:pt x="969" y="69"/>
                        <a:pt x="923" y="33"/>
                        <a:pt x="887" y="19"/>
                      </a:cubicBezTo>
                      <a:cubicBezTo>
                        <a:pt x="860" y="7"/>
                        <a:pt x="828" y="1"/>
                        <a:pt x="79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106;p15">
                  <a:extLst>
                    <a:ext uri="{FF2B5EF4-FFF2-40B4-BE49-F238E27FC236}">
                      <a16:creationId xmlns:a16="http://schemas.microsoft.com/office/drawing/2014/main" id="{BD2D7478-7007-4B5A-6DEF-77C708F7422A}"/>
                    </a:ext>
                  </a:extLst>
                </p:cNvPr>
                <p:cNvSpPr/>
                <p:nvPr/>
              </p:nvSpPr>
              <p:spPr>
                <a:xfrm>
                  <a:off x="5395612" y="4749799"/>
                  <a:ext cx="23341" cy="33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865" extrusionOk="0">
                      <a:moveTo>
                        <a:pt x="385" y="92"/>
                      </a:moveTo>
                      <a:cubicBezTo>
                        <a:pt x="446" y="100"/>
                        <a:pt x="456" y="125"/>
                        <a:pt x="461" y="147"/>
                      </a:cubicBezTo>
                      <a:cubicBezTo>
                        <a:pt x="489" y="279"/>
                        <a:pt x="274" y="588"/>
                        <a:pt x="94" y="731"/>
                      </a:cubicBezTo>
                      <a:cubicBezTo>
                        <a:pt x="101" y="548"/>
                        <a:pt x="144" y="240"/>
                        <a:pt x="267" y="132"/>
                      </a:cubicBezTo>
                      <a:cubicBezTo>
                        <a:pt x="295" y="103"/>
                        <a:pt x="327" y="92"/>
                        <a:pt x="367" y="92"/>
                      </a:cubicBezTo>
                      <a:close/>
                      <a:moveTo>
                        <a:pt x="361" y="0"/>
                      </a:moveTo>
                      <a:cubicBezTo>
                        <a:pt x="303" y="0"/>
                        <a:pt x="250" y="22"/>
                        <a:pt x="206" y="64"/>
                      </a:cubicBezTo>
                      <a:cubicBezTo>
                        <a:pt x="1" y="246"/>
                        <a:pt x="1" y="796"/>
                        <a:pt x="1" y="818"/>
                      </a:cubicBezTo>
                      <a:cubicBezTo>
                        <a:pt x="1" y="836"/>
                        <a:pt x="12" y="849"/>
                        <a:pt x="22" y="857"/>
                      </a:cubicBezTo>
                      <a:cubicBezTo>
                        <a:pt x="30" y="861"/>
                        <a:pt x="37" y="864"/>
                        <a:pt x="47" y="864"/>
                      </a:cubicBezTo>
                      <a:cubicBezTo>
                        <a:pt x="55" y="864"/>
                        <a:pt x="62" y="861"/>
                        <a:pt x="69" y="857"/>
                      </a:cubicBezTo>
                      <a:cubicBezTo>
                        <a:pt x="249" y="756"/>
                        <a:pt x="593" y="344"/>
                        <a:pt x="550" y="128"/>
                      </a:cubicBezTo>
                      <a:cubicBezTo>
                        <a:pt x="542" y="89"/>
                        <a:pt x="511" y="17"/>
                        <a:pt x="396" y="3"/>
                      </a:cubicBezTo>
                      <a:cubicBezTo>
                        <a:pt x="384" y="1"/>
                        <a:pt x="373" y="0"/>
                        <a:pt x="36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107;p15">
                  <a:extLst>
                    <a:ext uri="{FF2B5EF4-FFF2-40B4-BE49-F238E27FC236}">
                      <a16:creationId xmlns:a16="http://schemas.microsoft.com/office/drawing/2014/main" id="{CD4BD871-DF8D-03AD-245B-81610FD50F4C}"/>
                    </a:ext>
                  </a:extLst>
                </p:cNvPr>
                <p:cNvSpPr/>
                <p:nvPr/>
              </p:nvSpPr>
              <p:spPr>
                <a:xfrm>
                  <a:off x="5732413" y="4767404"/>
                  <a:ext cx="46722" cy="19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9" h="485" extrusionOk="0">
                      <a:moveTo>
                        <a:pt x="977" y="88"/>
                      </a:moveTo>
                      <a:cubicBezTo>
                        <a:pt x="1011" y="88"/>
                        <a:pt x="1039" y="93"/>
                        <a:pt x="1060" y="104"/>
                      </a:cubicBezTo>
                      <a:cubicBezTo>
                        <a:pt x="1081" y="115"/>
                        <a:pt x="1089" y="129"/>
                        <a:pt x="1092" y="154"/>
                      </a:cubicBezTo>
                      <a:cubicBezTo>
                        <a:pt x="1099" y="215"/>
                        <a:pt x="1081" y="262"/>
                        <a:pt x="1042" y="298"/>
                      </a:cubicBezTo>
                      <a:cubicBezTo>
                        <a:pt x="973" y="361"/>
                        <a:pt x="830" y="392"/>
                        <a:pt x="634" y="392"/>
                      </a:cubicBezTo>
                      <a:cubicBezTo>
                        <a:pt x="506" y="392"/>
                        <a:pt x="356" y="378"/>
                        <a:pt x="188" y="352"/>
                      </a:cubicBezTo>
                      <a:cubicBezTo>
                        <a:pt x="449" y="225"/>
                        <a:pt x="798" y="88"/>
                        <a:pt x="977" y="88"/>
                      </a:cubicBezTo>
                      <a:close/>
                      <a:moveTo>
                        <a:pt x="979" y="0"/>
                      </a:moveTo>
                      <a:cubicBezTo>
                        <a:pt x="673" y="0"/>
                        <a:pt x="100" y="293"/>
                        <a:pt x="26" y="330"/>
                      </a:cubicBezTo>
                      <a:cubicBezTo>
                        <a:pt x="12" y="341"/>
                        <a:pt x="1" y="358"/>
                        <a:pt x="4" y="377"/>
                      </a:cubicBezTo>
                      <a:cubicBezTo>
                        <a:pt x="4" y="395"/>
                        <a:pt x="19" y="409"/>
                        <a:pt x="40" y="416"/>
                      </a:cubicBezTo>
                      <a:cubicBezTo>
                        <a:pt x="202" y="449"/>
                        <a:pt x="428" y="484"/>
                        <a:pt x="640" y="484"/>
                      </a:cubicBezTo>
                      <a:cubicBezTo>
                        <a:pt x="830" y="484"/>
                        <a:pt x="1003" y="452"/>
                        <a:pt x="1103" y="366"/>
                      </a:cubicBezTo>
                      <a:cubicBezTo>
                        <a:pt x="1164" y="308"/>
                        <a:pt x="1189" y="237"/>
                        <a:pt x="1182" y="143"/>
                      </a:cubicBezTo>
                      <a:cubicBezTo>
                        <a:pt x="1175" y="93"/>
                        <a:pt x="1150" y="50"/>
                        <a:pt x="1103" y="25"/>
                      </a:cubicBezTo>
                      <a:cubicBezTo>
                        <a:pt x="1070" y="8"/>
                        <a:pt x="1028" y="0"/>
                        <a:pt x="9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108;p15">
                  <a:extLst>
                    <a:ext uri="{FF2B5EF4-FFF2-40B4-BE49-F238E27FC236}">
                      <a16:creationId xmlns:a16="http://schemas.microsoft.com/office/drawing/2014/main" id="{AFB260F6-174A-880F-27D2-5BA4F3336D86}"/>
                    </a:ext>
                  </a:extLst>
                </p:cNvPr>
                <p:cNvSpPr/>
                <p:nvPr/>
              </p:nvSpPr>
              <p:spPr>
                <a:xfrm>
                  <a:off x="5732413" y="4749799"/>
                  <a:ext cx="29118" cy="33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" h="865" extrusionOk="0">
                      <a:moveTo>
                        <a:pt x="525" y="92"/>
                      </a:moveTo>
                      <a:cubicBezTo>
                        <a:pt x="607" y="100"/>
                        <a:pt x="612" y="135"/>
                        <a:pt x="615" y="147"/>
                      </a:cubicBezTo>
                      <a:cubicBezTo>
                        <a:pt x="637" y="276"/>
                        <a:pt x="332" y="599"/>
                        <a:pt x="102" y="738"/>
                      </a:cubicBezTo>
                      <a:cubicBezTo>
                        <a:pt x="123" y="588"/>
                        <a:pt x="184" y="279"/>
                        <a:pt x="342" y="150"/>
                      </a:cubicBezTo>
                      <a:cubicBezTo>
                        <a:pt x="389" y="110"/>
                        <a:pt x="439" y="92"/>
                        <a:pt x="496" y="92"/>
                      </a:cubicBezTo>
                      <a:close/>
                      <a:moveTo>
                        <a:pt x="496" y="1"/>
                      </a:moveTo>
                      <a:cubicBezTo>
                        <a:pt x="420" y="1"/>
                        <a:pt x="347" y="29"/>
                        <a:pt x="284" y="82"/>
                      </a:cubicBezTo>
                      <a:cubicBezTo>
                        <a:pt x="44" y="279"/>
                        <a:pt x="4" y="793"/>
                        <a:pt x="4" y="814"/>
                      </a:cubicBezTo>
                      <a:cubicBezTo>
                        <a:pt x="1" y="832"/>
                        <a:pt x="9" y="846"/>
                        <a:pt x="22" y="857"/>
                      </a:cubicBezTo>
                      <a:cubicBezTo>
                        <a:pt x="30" y="861"/>
                        <a:pt x="40" y="864"/>
                        <a:pt x="47" y="864"/>
                      </a:cubicBezTo>
                      <a:cubicBezTo>
                        <a:pt x="55" y="864"/>
                        <a:pt x="62" y="861"/>
                        <a:pt x="65" y="861"/>
                      </a:cubicBezTo>
                      <a:cubicBezTo>
                        <a:pt x="299" y="753"/>
                        <a:pt x="741" y="351"/>
                        <a:pt x="705" y="132"/>
                      </a:cubicBezTo>
                      <a:cubicBezTo>
                        <a:pt x="693" y="78"/>
                        <a:pt x="658" y="14"/>
                        <a:pt x="532" y="3"/>
                      </a:cubicBezTo>
                      <a:cubicBezTo>
                        <a:pt x="520" y="1"/>
                        <a:pt x="508" y="1"/>
                        <a:pt x="496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109;p15">
                  <a:extLst>
                    <a:ext uri="{FF2B5EF4-FFF2-40B4-BE49-F238E27FC236}">
                      <a16:creationId xmlns:a16="http://schemas.microsoft.com/office/drawing/2014/main" id="{95AAE263-7193-45B7-E28E-310910AFF929}"/>
                    </a:ext>
                  </a:extLst>
                </p:cNvPr>
                <p:cNvSpPr/>
                <p:nvPr/>
              </p:nvSpPr>
              <p:spPr>
                <a:xfrm>
                  <a:off x="5530867" y="2460324"/>
                  <a:ext cx="185944" cy="209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32" h="5324" extrusionOk="0">
                      <a:moveTo>
                        <a:pt x="44" y="1"/>
                      </a:moveTo>
                      <a:lnTo>
                        <a:pt x="44" y="1"/>
                      </a:lnTo>
                      <a:cubicBezTo>
                        <a:pt x="274" y="1131"/>
                        <a:pt x="787" y="3421"/>
                        <a:pt x="1" y="4179"/>
                      </a:cubicBezTo>
                      <a:cubicBezTo>
                        <a:pt x="1" y="4179"/>
                        <a:pt x="320" y="5324"/>
                        <a:pt x="2420" y="5324"/>
                      </a:cubicBezTo>
                      <a:cubicBezTo>
                        <a:pt x="4732" y="5324"/>
                        <a:pt x="3518" y="4179"/>
                        <a:pt x="3518" y="4179"/>
                      </a:cubicBezTo>
                      <a:cubicBezTo>
                        <a:pt x="2255" y="3877"/>
                        <a:pt x="2280" y="2940"/>
                        <a:pt x="2496" y="2061"/>
                      </a:cubicBezTo>
                      <a:lnTo>
                        <a:pt x="44" y="1"/>
                      </a:ln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110;p15">
                  <a:extLst>
                    <a:ext uri="{FF2B5EF4-FFF2-40B4-BE49-F238E27FC236}">
                      <a16:creationId xmlns:a16="http://schemas.microsoft.com/office/drawing/2014/main" id="{DE38CE3E-3A74-3D73-4C60-A6FFCEF26094}"/>
                    </a:ext>
                  </a:extLst>
                </p:cNvPr>
                <p:cNvSpPr/>
                <p:nvPr/>
              </p:nvSpPr>
              <p:spPr>
                <a:xfrm>
                  <a:off x="5716066" y="2364954"/>
                  <a:ext cx="35444" cy="16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2" h="414" extrusionOk="0">
                      <a:moveTo>
                        <a:pt x="668" y="0"/>
                      </a:moveTo>
                      <a:cubicBezTo>
                        <a:pt x="514" y="0"/>
                        <a:pt x="268" y="41"/>
                        <a:pt x="37" y="256"/>
                      </a:cubicBezTo>
                      <a:cubicBezTo>
                        <a:pt x="1" y="291"/>
                        <a:pt x="1" y="349"/>
                        <a:pt x="33" y="385"/>
                      </a:cubicBezTo>
                      <a:cubicBezTo>
                        <a:pt x="51" y="403"/>
                        <a:pt x="76" y="414"/>
                        <a:pt x="102" y="414"/>
                      </a:cubicBezTo>
                      <a:cubicBezTo>
                        <a:pt x="123" y="414"/>
                        <a:pt x="145" y="407"/>
                        <a:pt x="162" y="389"/>
                      </a:cubicBezTo>
                      <a:cubicBezTo>
                        <a:pt x="349" y="213"/>
                        <a:pt x="548" y="181"/>
                        <a:pt x="669" y="181"/>
                      </a:cubicBezTo>
                      <a:cubicBezTo>
                        <a:pt x="733" y="181"/>
                        <a:pt x="774" y="190"/>
                        <a:pt x="780" y="192"/>
                      </a:cubicBezTo>
                      <a:cubicBezTo>
                        <a:pt x="786" y="193"/>
                        <a:pt x="793" y="194"/>
                        <a:pt x="800" y="194"/>
                      </a:cubicBezTo>
                      <a:cubicBezTo>
                        <a:pt x="842" y="194"/>
                        <a:pt x="879" y="167"/>
                        <a:pt x="891" y="127"/>
                      </a:cubicBezTo>
                      <a:cubicBezTo>
                        <a:pt x="902" y="76"/>
                        <a:pt x="873" y="26"/>
                        <a:pt x="823" y="16"/>
                      </a:cubicBezTo>
                      <a:cubicBezTo>
                        <a:pt x="817" y="14"/>
                        <a:pt x="758" y="0"/>
                        <a:pt x="668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111;p15">
                  <a:extLst>
                    <a:ext uri="{FF2B5EF4-FFF2-40B4-BE49-F238E27FC236}">
                      <a16:creationId xmlns:a16="http://schemas.microsoft.com/office/drawing/2014/main" id="{4E99215C-7484-0E26-165D-58CF32FA8F5E}"/>
                    </a:ext>
                  </a:extLst>
                </p:cNvPr>
                <p:cNvSpPr/>
                <p:nvPr/>
              </p:nvSpPr>
              <p:spPr>
                <a:xfrm>
                  <a:off x="5721292" y="2426884"/>
                  <a:ext cx="21887" cy="44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" h="1139" extrusionOk="0">
                      <a:moveTo>
                        <a:pt x="244" y="1"/>
                      </a:moveTo>
                      <a:lnTo>
                        <a:pt x="0" y="1056"/>
                      </a:lnTo>
                      <a:cubicBezTo>
                        <a:pt x="0" y="1056"/>
                        <a:pt x="159" y="1139"/>
                        <a:pt x="336" y="1139"/>
                      </a:cubicBezTo>
                      <a:cubicBezTo>
                        <a:pt x="410" y="1139"/>
                        <a:pt x="487" y="1125"/>
                        <a:pt x="557" y="1084"/>
                      </a:cubicBezTo>
                      <a:cubicBezTo>
                        <a:pt x="348" y="705"/>
                        <a:pt x="244" y="1"/>
                        <a:pt x="244" y="1"/>
                      </a:cubicBezTo>
                      <a:close/>
                    </a:path>
                  </a:pathLst>
                </a:custGeom>
                <a:solidFill>
                  <a:srgbClr val="DE575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112;p15">
                  <a:extLst>
                    <a:ext uri="{FF2B5EF4-FFF2-40B4-BE49-F238E27FC236}">
                      <a16:creationId xmlns:a16="http://schemas.microsoft.com/office/drawing/2014/main" id="{03BD31D5-2FD4-21D1-E36C-E6210E7B8583}"/>
                    </a:ext>
                  </a:extLst>
                </p:cNvPr>
                <p:cNvSpPr/>
                <p:nvPr/>
              </p:nvSpPr>
              <p:spPr>
                <a:xfrm>
                  <a:off x="5726637" y="2406332"/>
                  <a:ext cx="16543" cy="21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" h="552" extrusionOk="0">
                      <a:moveTo>
                        <a:pt x="248" y="1"/>
                      </a:moveTo>
                      <a:cubicBezTo>
                        <a:pt x="159" y="1"/>
                        <a:pt x="66" y="99"/>
                        <a:pt x="33" y="233"/>
                      </a:cubicBezTo>
                      <a:cubicBezTo>
                        <a:pt x="1" y="384"/>
                        <a:pt x="51" y="524"/>
                        <a:pt x="148" y="549"/>
                      </a:cubicBezTo>
                      <a:cubicBezTo>
                        <a:pt x="156" y="551"/>
                        <a:pt x="165" y="552"/>
                        <a:pt x="174" y="552"/>
                      </a:cubicBezTo>
                      <a:cubicBezTo>
                        <a:pt x="264" y="552"/>
                        <a:pt x="356" y="453"/>
                        <a:pt x="388" y="320"/>
                      </a:cubicBezTo>
                      <a:cubicBezTo>
                        <a:pt x="421" y="169"/>
                        <a:pt x="371" y="28"/>
                        <a:pt x="274" y="3"/>
                      </a:cubicBezTo>
                      <a:cubicBezTo>
                        <a:pt x="265" y="2"/>
                        <a:pt x="257" y="1"/>
                        <a:pt x="248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113;p15">
                  <a:extLst>
                    <a:ext uri="{FF2B5EF4-FFF2-40B4-BE49-F238E27FC236}">
                      <a16:creationId xmlns:a16="http://schemas.microsoft.com/office/drawing/2014/main" id="{47A6F657-8C3D-8AFA-8CA7-6B3DC9DA6E5C}"/>
                    </a:ext>
                  </a:extLst>
                </p:cNvPr>
                <p:cNvSpPr/>
                <p:nvPr/>
              </p:nvSpPr>
              <p:spPr>
                <a:xfrm>
                  <a:off x="5735557" y="2405743"/>
                  <a:ext cx="15129" cy="44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" h="112" extrusionOk="0">
                      <a:moveTo>
                        <a:pt x="384" y="0"/>
                      </a:moveTo>
                      <a:lnTo>
                        <a:pt x="0" y="18"/>
                      </a:lnTo>
                      <a:cubicBezTo>
                        <a:pt x="43" y="88"/>
                        <a:pt x="97" y="111"/>
                        <a:pt x="151" y="111"/>
                      </a:cubicBezTo>
                      <a:cubicBezTo>
                        <a:pt x="268" y="111"/>
                        <a:pt x="384" y="0"/>
                        <a:pt x="384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114;p15">
                  <a:extLst>
                    <a:ext uri="{FF2B5EF4-FFF2-40B4-BE49-F238E27FC236}">
                      <a16:creationId xmlns:a16="http://schemas.microsoft.com/office/drawing/2014/main" id="{7C8B759C-0968-770D-3333-E9B6D4A62694}"/>
                    </a:ext>
                  </a:extLst>
                </p:cNvPr>
                <p:cNvSpPr/>
                <p:nvPr/>
              </p:nvSpPr>
              <p:spPr>
                <a:xfrm>
                  <a:off x="5651897" y="4608414"/>
                  <a:ext cx="78865" cy="173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" h="4416" extrusionOk="0">
                      <a:moveTo>
                        <a:pt x="101" y="1"/>
                      </a:moveTo>
                      <a:lnTo>
                        <a:pt x="1" y="4416"/>
                      </a:lnTo>
                      <a:lnTo>
                        <a:pt x="1907" y="4416"/>
                      </a:lnTo>
                      <a:lnTo>
                        <a:pt x="2007" y="1"/>
                      </a:ln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115;p15">
                  <a:extLst>
                    <a:ext uri="{FF2B5EF4-FFF2-40B4-BE49-F238E27FC236}">
                      <a16:creationId xmlns:a16="http://schemas.microsoft.com/office/drawing/2014/main" id="{BC6DC993-C218-EA6F-C36C-360F45765A39}"/>
                    </a:ext>
                  </a:extLst>
                </p:cNvPr>
                <p:cNvSpPr/>
                <p:nvPr/>
              </p:nvSpPr>
              <p:spPr>
                <a:xfrm>
                  <a:off x="5311559" y="4608414"/>
                  <a:ext cx="97923" cy="173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2" h="4416" extrusionOk="0">
                      <a:moveTo>
                        <a:pt x="586" y="1"/>
                      </a:moveTo>
                      <a:lnTo>
                        <a:pt x="1" y="4416"/>
                      </a:lnTo>
                      <a:lnTo>
                        <a:pt x="1906" y="4416"/>
                      </a:lnTo>
                      <a:lnTo>
                        <a:pt x="2492" y="1"/>
                      </a:ln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116;p15">
                  <a:extLst>
                    <a:ext uri="{FF2B5EF4-FFF2-40B4-BE49-F238E27FC236}">
                      <a16:creationId xmlns:a16="http://schemas.microsoft.com/office/drawing/2014/main" id="{6C69737D-1F2D-FF42-F795-796781215BFD}"/>
                    </a:ext>
                  </a:extLst>
                </p:cNvPr>
                <p:cNvSpPr/>
                <p:nvPr/>
              </p:nvSpPr>
              <p:spPr>
                <a:xfrm>
                  <a:off x="5290811" y="4773297"/>
                  <a:ext cx="214001" cy="85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6" h="2165" extrusionOk="0">
                      <a:moveTo>
                        <a:pt x="410" y="1"/>
                      </a:moveTo>
                      <a:cubicBezTo>
                        <a:pt x="331" y="1"/>
                        <a:pt x="270" y="54"/>
                        <a:pt x="259" y="130"/>
                      </a:cubicBezTo>
                      <a:lnTo>
                        <a:pt x="26" y="1824"/>
                      </a:lnTo>
                      <a:cubicBezTo>
                        <a:pt x="1" y="1998"/>
                        <a:pt x="152" y="2161"/>
                        <a:pt x="329" y="2161"/>
                      </a:cubicBezTo>
                      <a:cubicBezTo>
                        <a:pt x="331" y="2161"/>
                        <a:pt x="333" y="2161"/>
                        <a:pt x="335" y="2161"/>
                      </a:cubicBezTo>
                      <a:cubicBezTo>
                        <a:pt x="1082" y="2151"/>
                        <a:pt x="1440" y="2108"/>
                        <a:pt x="2381" y="2108"/>
                      </a:cubicBezTo>
                      <a:cubicBezTo>
                        <a:pt x="2962" y="2108"/>
                        <a:pt x="3809" y="2165"/>
                        <a:pt x="4609" y="2165"/>
                      </a:cubicBezTo>
                      <a:cubicBezTo>
                        <a:pt x="5392" y="2165"/>
                        <a:pt x="5446" y="1376"/>
                        <a:pt x="5112" y="1303"/>
                      </a:cubicBezTo>
                      <a:cubicBezTo>
                        <a:pt x="3615" y="984"/>
                        <a:pt x="3378" y="539"/>
                        <a:pt x="2873" y="115"/>
                      </a:cubicBezTo>
                      <a:cubicBezTo>
                        <a:pt x="2779" y="40"/>
                        <a:pt x="2668" y="1"/>
                        <a:pt x="2553" y="1"/>
                      </a:cubicBezTo>
                      <a:close/>
                    </a:path>
                  </a:pathLst>
                </a:custGeom>
                <a:solidFill>
                  <a:srgbClr val="FFD9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117;p15">
                  <a:extLst>
                    <a:ext uri="{FF2B5EF4-FFF2-40B4-BE49-F238E27FC236}">
                      <a16:creationId xmlns:a16="http://schemas.microsoft.com/office/drawing/2014/main" id="{DC840C21-5A3B-7E57-18D3-0960BD88AEDC}"/>
                    </a:ext>
                  </a:extLst>
                </p:cNvPr>
                <p:cNvSpPr/>
                <p:nvPr/>
              </p:nvSpPr>
              <p:spPr>
                <a:xfrm>
                  <a:off x="5629184" y="4773298"/>
                  <a:ext cx="227675" cy="85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4" h="2165" extrusionOk="0">
                      <a:moveTo>
                        <a:pt x="406" y="1"/>
                      </a:moveTo>
                      <a:cubicBezTo>
                        <a:pt x="331" y="1"/>
                        <a:pt x="267" y="54"/>
                        <a:pt x="255" y="130"/>
                      </a:cubicBezTo>
                      <a:lnTo>
                        <a:pt x="22" y="1824"/>
                      </a:lnTo>
                      <a:cubicBezTo>
                        <a:pt x="1" y="1998"/>
                        <a:pt x="148" y="2161"/>
                        <a:pt x="326" y="2161"/>
                      </a:cubicBezTo>
                      <a:cubicBezTo>
                        <a:pt x="328" y="2161"/>
                        <a:pt x="329" y="2161"/>
                        <a:pt x="331" y="2161"/>
                      </a:cubicBezTo>
                      <a:cubicBezTo>
                        <a:pt x="1077" y="2151"/>
                        <a:pt x="1437" y="2108"/>
                        <a:pt x="2381" y="2108"/>
                      </a:cubicBezTo>
                      <a:cubicBezTo>
                        <a:pt x="2959" y="2108"/>
                        <a:pt x="4157" y="2165"/>
                        <a:pt x="4957" y="2165"/>
                      </a:cubicBezTo>
                      <a:cubicBezTo>
                        <a:pt x="5740" y="2165"/>
                        <a:pt x="5794" y="1376"/>
                        <a:pt x="5460" y="1303"/>
                      </a:cubicBezTo>
                      <a:cubicBezTo>
                        <a:pt x="3967" y="984"/>
                        <a:pt x="3375" y="539"/>
                        <a:pt x="2868" y="115"/>
                      </a:cubicBezTo>
                      <a:cubicBezTo>
                        <a:pt x="2779" y="40"/>
                        <a:pt x="2664" y="1"/>
                        <a:pt x="2549" y="1"/>
                      </a:cubicBezTo>
                      <a:close/>
                    </a:path>
                  </a:pathLst>
                </a:custGeom>
                <a:solidFill>
                  <a:srgbClr val="FFD9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118;p15">
                  <a:extLst>
                    <a:ext uri="{FF2B5EF4-FFF2-40B4-BE49-F238E27FC236}">
                      <a16:creationId xmlns:a16="http://schemas.microsoft.com/office/drawing/2014/main" id="{464D2B6D-06F2-F081-00C4-6D043571D2AF}"/>
                    </a:ext>
                  </a:extLst>
                </p:cNvPr>
                <p:cNvSpPr/>
                <p:nvPr/>
              </p:nvSpPr>
              <p:spPr>
                <a:xfrm>
                  <a:off x="5653744" y="4608571"/>
                  <a:ext cx="77018" cy="8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" h="2277" extrusionOk="0">
                      <a:moveTo>
                        <a:pt x="51" y="0"/>
                      </a:moveTo>
                      <a:lnTo>
                        <a:pt x="0" y="2276"/>
                      </a:lnTo>
                      <a:lnTo>
                        <a:pt x="1910" y="2276"/>
                      </a:lnTo>
                      <a:lnTo>
                        <a:pt x="1960" y="0"/>
                      </a:lnTo>
                      <a:close/>
                    </a:path>
                  </a:pathLst>
                </a:custGeom>
                <a:solidFill>
                  <a:srgbClr val="CE6F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119;p15">
                  <a:extLst>
                    <a:ext uri="{FF2B5EF4-FFF2-40B4-BE49-F238E27FC236}">
                      <a16:creationId xmlns:a16="http://schemas.microsoft.com/office/drawing/2014/main" id="{4F6FF243-F66E-3CBC-BCB6-04314CFD7DC0}"/>
                    </a:ext>
                  </a:extLst>
                </p:cNvPr>
                <p:cNvSpPr/>
                <p:nvPr/>
              </p:nvSpPr>
              <p:spPr>
                <a:xfrm>
                  <a:off x="5322718" y="4608571"/>
                  <a:ext cx="86763" cy="89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8" h="2277" extrusionOk="0">
                      <a:moveTo>
                        <a:pt x="302" y="0"/>
                      </a:moveTo>
                      <a:lnTo>
                        <a:pt x="0" y="2276"/>
                      </a:lnTo>
                      <a:lnTo>
                        <a:pt x="1906" y="2276"/>
                      </a:lnTo>
                      <a:lnTo>
                        <a:pt x="2208" y="0"/>
                      </a:lnTo>
                      <a:close/>
                    </a:path>
                  </a:pathLst>
                </a:custGeom>
                <a:solidFill>
                  <a:srgbClr val="CE6F6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120;p15">
                  <a:extLst>
                    <a:ext uri="{FF2B5EF4-FFF2-40B4-BE49-F238E27FC236}">
                      <a16:creationId xmlns:a16="http://schemas.microsoft.com/office/drawing/2014/main" id="{74F73D1E-880E-65CC-D3CC-8B19D4410F2B}"/>
                    </a:ext>
                  </a:extLst>
                </p:cNvPr>
                <p:cNvSpPr/>
                <p:nvPr/>
              </p:nvSpPr>
              <p:spPr>
                <a:xfrm>
                  <a:off x="5401860" y="2621986"/>
                  <a:ext cx="429730" cy="473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36" h="12056" extrusionOk="0">
                      <a:moveTo>
                        <a:pt x="5294" y="1"/>
                      </a:moveTo>
                      <a:cubicBezTo>
                        <a:pt x="4661" y="1"/>
                        <a:pt x="4009" y="29"/>
                        <a:pt x="3284" y="65"/>
                      </a:cubicBezTo>
                      <a:cubicBezTo>
                        <a:pt x="1622" y="143"/>
                        <a:pt x="0" y="496"/>
                        <a:pt x="0" y="496"/>
                      </a:cubicBezTo>
                      <a:cubicBezTo>
                        <a:pt x="1551" y="6963"/>
                        <a:pt x="1558" y="8905"/>
                        <a:pt x="1450" y="12056"/>
                      </a:cubicBezTo>
                      <a:lnTo>
                        <a:pt x="9188" y="12056"/>
                      </a:lnTo>
                      <a:cubicBezTo>
                        <a:pt x="10936" y="872"/>
                        <a:pt x="10025" y="552"/>
                        <a:pt x="10025" y="552"/>
                      </a:cubicBezTo>
                      <a:cubicBezTo>
                        <a:pt x="10025" y="552"/>
                        <a:pt x="8313" y="201"/>
                        <a:pt x="6801" y="65"/>
                      </a:cubicBezTo>
                      <a:cubicBezTo>
                        <a:pt x="6292" y="19"/>
                        <a:pt x="5799" y="1"/>
                        <a:pt x="5294" y="1"/>
                      </a:cubicBez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121;p15">
                  <a:extLst>
                    <a:ext uri="{FF2B5EF4-FFF2-40B4-BE49-F238E27FC236}">
                      <a16:creationId xmlns:a16="http://schemas.microsoft.com/office/drawing/2014/main" id="{C0BA9CF8-819E-70E7-9843-4075C3AE46C5}"/>
                    </a:ext>
                  </a:extLst>
                </p:cNvPr>
                <p:cNvSpPr/>
                <p:nvPr/>
              </p:nvSpPr>
              <p:spPr>
                <a:xfrm>
                  <a:off x="5744595" y="2726905"/>
                  <a:ext cx="303515" cy="331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" h="8445" extrusionOk="0">
                      <a:moveTo>
                        <a:pt x="1927" y="1"/>
                      </a:moveTo>
                      <a:lnTo>
                        <a:pt x="0" y="284"/>
                      </a:lnTo>
                      <a:cubicBezTo>
                        <a:pt x="79" y="844"/>
                        <a:pt x="179" y="1364"/>
                        <a:pt x="290" y="1896"/>
                      </a:cubicBezTo>
                      <a:cubicBezTo>
                        <a:pt x="398" y="2426"/>
                        <a:pt x="534" y="2954"/>
                        <a:pt x="682" y="3478"/>
                      </a:cubicBezTo>
                      <a:cubicBezTo>
                        <a:pt x="980" y="4530"/>
                        <a:pt x="1331" y="5578"/>
                        <a:pt x="1895" y="6608"/>
                      </a:cubicBezTo>
                      <a:cubicBezTo>
                        <a:pt x="2038" y="6866"/>
                        <a:pt x="2200" y="7121"/>
                        <a:pt x="2391" y="7376"/>
                      </a:cubicBezTo>
                      <a:cubicBezTo>
                        <a:pt x="2484" y="7502"/>
                        <a:pt x="2595" y="7628"/>
                        <a:pt x="2706" y="7749"/>
                      </a:cubicBezTo>
                      <a:cubicBezTo>
                        <a:pt x="2839" y="7890"/>
                        <a:pt x="2997" y="8026"/>
                        <a:pt x="3180" y="8141"/>
                      </a:cubicBezTo>
                      <a:cubicBezTo>
                        <a:pt x="3481" y="8337"/>
                        <a:pt x="3873" y="8445"/>
                        <a:pt x="4235" y="8445"/>
                      </a:cubicBezTo>
                      <a:cubicBezTo>
                        <a:pt x="4317" y="8445"/>
                        <a:pt x="4398" y="8439"/>
                        <a:pt x="4475" y="8428"/>
                      </a:cubicBezTo>
                      <a:cubicBezTo>
                        <a:pt x="4903" y="8374"/>
                        <a:pt x="5240" y="8213"/>
                        <a:pt x="5524" y="8037"/>
                      </a:cubicBezTo>
                      <a:cubicBezTo>
                        <a:pt x="6087" y="7678"/>
                        <a:pt x="6475" y="7237"/>
                        <a:pt x="6830" y="6791"/>
                      </a:cubicBezTo>
                      <a:cubicBezTo>
                        <a:pt x="7006" y="6569"/>
                        <a:pt x="7167" y="6339"/>
                        <a:pt x="7311" y="6102"/>
                      </a:cubicBezTo>
                      <a:cubicBezTo>
                        <a:pt x="7462" y="5862"/>
                        <a:pt x="7595" y="5632"/>
                        <a:pt x="7724" y="5367"/>
                      </a:cubicBezTo>
                      <a:lnTo>
                        <a:pt x="6909" y="4850"/>
                      </a:lnTo>
                      <a:cubicBezTo>
                        <a:pt x="6755" y="5025"/>
                        <a:pt x="6579" y="5219"/>
                        <a:pt x="6407" y="5398"/>
                      </a:cubicBezTo>
                      <a:cubicBezTo>
                        <a:pt x="6231" y="5574"/>
                        <a:pt x="6052" y="5746"/>
                        <a:pt x="5872" y="5912"/>
                      </a:cubicBezTo>
                      <a:cubicBezTo>
                        <a:pt x="5517" y="6238"/>
                        <a:pt x="5121" y="6522"/>
                        <a:pt x="4770" y="6684"/>
                      </a:cubicBezTo>
                      <a:cubicBezTo>
                        <a:pt x="4608" y="6756"/>
                        <a:pt x="4459" y="6792"/>
                        <a:pt x="4358" y="6792"/>
                      </a:cubicBezTo>
                      <a:cubicBezTo>
                        <a:pt x="4349" y="6792"/>
                        <a:pt x="4340" y="6792"/>
                        <a:pt x="4332" y="6791"/>
                      </a:cubicBezTo>
                      <a:cubicBezTo>
                        <a:pt x="4231" y="6784"/>
                        <a:pt x="4200" y="6755"/>
                        <a:pt x="4131" y="6702"/>
                      </a:cubicBezTo>
                      <a:cubicBezTo>
                        <a:pt x="4095" y="6672"/>
                        <a:pt x="4056" y="6629"/>
                        <a:pt x="4013" y="6576"/>
                      </a:cubicBezTo>
                      <a:cubicBezTo>
                        <a:pt x="3955" y="6497"/>
                        <a:pt x="3894" y="6422"/>
                        <a:pt x="3837" y="6332"/>
                      </a:cubicBezTo>
                      <a:cubicBezTo>
                        <a:pt x="3722" y="6160"/>
                        <a:pt x="3610" y="5966"/>
                        <a:pt x="3514" y="5754"/>
                      </a:cubicBezTo>
                      <a:cubicBezTo>
                        <a:pt x="3305" y="5342"/>
                        <a:pt x="3133" y="4882"/>
                        <a:pt x="2979" y="4415"/>
                      </a:cubicBezTo>
                      <a:cubicBezTo>
                        <a:pt x="2821" y="3949"/>
                        <a:pt x="2681" y="3464"/>
                        <a:pt x="2555" y="2976"/>
                      </a:cubicBezTo>
                      <a:cubicBezTo>
                        <a:pt x="2311" y="1999"/>
                        <a:pt x="2096" y="980"/>
                        <a:pt x="1927" y="1"/>
                      </a:cubicBez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122;p15">
                  <a:extLst>
                    <a:ext uri="{FF2B5EF4-FFF2-40B4-BE49-F238E27FC236}">
                      <a16:creationId xmlns:a16="http://schemas.microsoft.com/office/drawing/2014/main" id="{BA29FCD7-57E5-BB84-CB30-EE6D2DFAC31D}"/>
                    </a:ext>
                  </a:extLst>
                </p:cNvPr>
                <p:cNvSpPr/>
                <p:nvPr/>
              </p:nvSpPr>
              <p:spPr>
                <a:xfrm>
                  <a:off x="5682076" y="2638490"/>
                  <a:ext cx="167161" cy="221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5625" extrusionOk="0">
                      <a:moveTo>
                        <a:pt x="2031" y="1"/>
                      </a:moveTo>
                      <a:cubicBezTo>
                        <a:pt x="1432" y="1"/>
                        <a:pt x="1040" y="273"/>
                        <a:pt x="600" y="911"/>
                      </a:cubicBezTo>
                      <a:cubicBezTo>
                        <a:pt x="1" y="1777"/>
                        <a:pt x="1235" y="5624"/>
                        <a:pt x="1235" y="5624"/>
                      </a:cubicBezTo>
                      <a:lnTo>
                        <a:pt x="4254" y="3564"/>
                      </a:lnTo>
                      <a:cubicBezTo>
                        <a:pt x="4254" y="3564"/>
                        <a:pt x="3684" y="330"/>
                        <a:pt x="2894" y="132"/>
                      </a:cubicBezTo>
                      <a:cubicBezTo>
                        <a:pt x="2559" y="47"/>
                        <a:pt x="2278" y="1"/>
                        <a:pt x="2031" y="1"/>
                      </a:cubicBezTo>
                      <a:close/>
                    </a:path>
                  </a:pathLst>
                </a:custGeom>
                <a:solidFill>
                  <a:srgbClr val="F1C23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123;p15">
                  <a:extLst>
                    <a:ext uri="{FF2B5EF4-FFF2-40B4-BE49-F238E27FC236}">
                      <a16:creationId xmlns:a16="http://schemas.microsoft.com/office/drawing/2014/main" id="{D33CADC7-8040-374C-B893-E4E4185208E2}"/>
                    </a:ext>
                  </a:extLst>
                </p:cNvPr>
                <p:cNvSpPr/>
                <p:nvPr/>
              </p:nvSpPr>
              <p:spPr>
                <a:xfrm>
                  <a:off x="5997618" y="2884126"/>
                  <a:ext cx="87038" cy="62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" h="1595" extrusionOk="0">
                      <a:moveTo>
                        <a:pt x="423" y="1"/>
                      </a:moveTo>
                      <a:cubicBezTo>
                        <a:pt x="423" y="1"/>
                        <a:pt x="0" y="856"/>
                        <a:pt x="287" y="1595"/>
                      </a:cubicBezTo>
                      <a:lnTo>
                        <a:pt x="1181" y="1513"/>
                      </a:lnTo>
                      <a:lnTo>
                        <a:pt x="2214" y="37"/>
                      </a:lnTo>
                      <a:lnTo>
                        <a:pt x="423" y="1"/>
                      </a:ln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48" name="Google Shape;124;p15">
                  <a:extLst>
                    <a:ext uri="{FF2B5EF4-FFF2-40B4-BE49-F238E27FC236}">
                      <a16:creationId xmlns:a16="http://schemas.microsoft.com/office/drawing/2014/main" id="{3280B180-AE6F-C382-AB19-03B212AE044E}"/>
                    </a:ext>
                  </a:extLst>
                </p:cNvPr>
                <p:cNvGrpSpPr/>
                <p:nvPr/>
              </p:nvGrpSpPr>
              <p:grpSpPr>
                <a:xfrm>
                  <a:off x="5932859" y="2488224"/>
                  <a:ext cx="384109" cy="413192"/>
                  <a:chOff x="5932859" y="2488224"/>
                  <a:chExt cx="384109" cy="413192"/>
                </a:xfrm>
              </p:grpSpPr>
              <p:sp>
                <p:nvSpPr>
                  <p:cNvPr id="261" name="Google Shape;125;p15">
                    <a:extLst>
                      <a:ext uri="{FF2B5EF4-FFF2-40B4-BE49-F238E27FC236}">
                        <a16:creationId xmlns:a16="http://schemas.microsoft.com/office/drawing/2014/main" id="{613B6C91-B8DB-A8E4-5A72-1923E593E46E}"/>
                      </a:ext>
                    </a:extLst>
                  </p:cNvPr>
                  <p:cNvSpPr/>
                  <p:nvPr/>
                </p:nvSpPr>
                <p:spPr>
                  <a:xfrm>
                    <a:off x="5978835" y="2512234"/>
                    <a:ext cx="274515" cy="202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86" h="5163" extrusionOk="0">
                        <a:moveTo>
                          <a:pt x="3188" y="0"/>
                        </a:moveTo>
                        <a:cubicBezTo>
                          <a:pt x="1864" y="191"/>
                          <a:pt x="683" y="1088"/>
                          <a:pt x="191" y="2434"/>
                        </a:cubicBezTo>
                        <a:cubicBezTo>
                          <a:pt x="98" y="2689"/>
                          <a:pt x="36" y="2947"/>
                          <a:pt x="0" y="3209"/>
                        </a:cubicBezTo>
                        <a:lnTo>
                          <a:pt x="5718" y="542"/>
                        </a:lnTo>
                        <a:cubicBezTo>
                          <a:pt x="6085" y="772"/>
                          <a:pt x="6404" y="1063"/>
                          <a:pt x="6663" y="1393"/>
                        </a:cubicBezTo>
                        <a:lnTo>
                          <a:pt x="5632" y="1871"/>
                        </a:lnTo>
                        <a:lnTo>
                          <a:pt x="6986" y="1871"/>
                        </a:lnTo>
                        <a:cubicBezTo>
                          <a:pt x="6562" y="1120"/>
                          <a:pt x="5880" y="510"/>
                          <a:pt x="5004" y="194"/>
                        </a:cubicBezTo>
                        <a:cubicBezTo>
                          <a:pt x="4864" y="140"/>
                          <a:pt x="4724" y="101"/>
                          <a:pt x="4584" y="65"/>
                        </a:cubicBezTo>
                        <a:cubicBezTo>
                          <a:pt x="4251" y="40"/>
                          <a:pt x="3916" y="22"/>
                          <a:pt x="3580" y="11"/>
                        </a:cubicBezTo>
                        <a:cubicBezTo>
                          <a:pt x="3450" y="7"/>
                          <a:pt x="3321" y="4"/>
                          <a:pt x="3188" y="0"/>
                        </a:cubicBezTo>
                        <a:close/>
                        <a:moveTo>
                          <a:pt x="3623" y="2810"/>
                        </a:moveTo>
                        <a:lnTo>
                          <a:pt x="40" y="4476"/>
                        </a:lnTo>
                        <a:cubicBezTo>
                          <a:pt x="91" y="4713"/>
                          <a:pt x="162" y="4942"/>
                          <a:pt x="252" y="5162"/>
                        </a:cubicBezTo>
                        <a:lnTo>
                          <a:pt x="3623" y="3593"/>
                        </a:lnTo>
                        <a:lnTo>
                          <a:pt x="3623" y="2810"/>
                        </a:lnTo>
                        <a:close/>
                      </a:path>
                    </a:pathLst>
                  </a:custGeom>
                  <a:solidFill>
                    <a:srgbClr val="D9D9D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126;p15">
                    <a:extLst>
                      <a:ext uri="{FF2B5EF4-FFF2-40B4-BE49-F238E27FC236}">
                        <a16:creationId xmlns:a16="http://schemas.microsoft.com/office/drawing/2014/main" id="{D1970E72-1D3E-B270-F2F1-99C6BBEBD90D}"/>
                      </a:ext>
                    </a:extLst>
                  </p:cNvPr>
                  <p:cNvSpPr/>
                  <p:nvPr/>
                </p:nvSpPr>
                <p:spPr>
                  <a:xfrm>
                    <a:off x="6121163" y="2585716"/>
                    <a:ext cx="134743" cy="677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29" h="1724" extrusionOk="0">
                        <a:moveTo>
                          <a:pt x="2010" y="1"/>
                        </a:moveTo>
                        <a:lnTo>
                          <a:pt x="1" y="940"/>
                        </a:lnTo>
                        <a:lnTo>
                          <a:pt x="1" y="1723"/>
                        </a:lnTo>
                        <a:lnTo>
                          <a:pt x="3428" y="126"/>
                        </a:lnTo>
                        <a:cubicBezTo>
                          <a:pt x="3407" y="83"/>
                          <a:pt x="3385" y="44"/>
                          <a:pt x="3364" y="1"/>
                        </a:cubicBez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127;p15">
                    <a:extLst>
                      <a:ext uri="{FF2B5EF4-FFF2-40B4-BE49-F238E27FC236}">
                        <a16:creationId xmlns:a16="http://schemas.microsoft.com/office/drawing/2014/main" id="{9C5CD4AF-5FF1-479A-A880-2C8CC892C6D6}"/>
                      </a:ext>
                    </a:extLst>
                  </p:cNvPr>
                  <p:cNvSpPr/>
                  <p:nvPr/>
                </p:nvSpPr>
                <p:spPr>
                  <a:xfrm>
                    <a:off x="6121163" y="2618607"/>
                    <a:ext cx="151364" cy="1873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52" h="4767" extrusionOk="0">
                        <a:moveTo>
                          <a:pt x="3712" y="0"/>
                        </a:moveTo>
                        <a:cubicBezTo>
                          <a:pt x="3731" y="72"/>
                          <a:pt x="3749" y="145"/>
                          <a:pt x="3765" y="218"/>
                        </a:cubicBezTo>
                        <a:lnTo>
                          <a:pt x="3765" y="218"/>
                        </a:lnTo>
                        <a:cubicBezTo>
                          <a:pt x="3749" y="145"/>
                          <a:pt x="3731" y="72"/>
                          <a:pt x="3712" y="0"/>
                        </a:cubicBezTo>
                        <a:close/>
                        <a:moveTo>
                          <a:pt x="3765" y="218"/>
                        </a:moveTo>
                        <a:lnTo>
                          <a:pt x="3765" y="218"/>
                        </a:lnTo>
                        <a:cubicBezTo>
                          <a:pt x="3779" y="286"/>
                          <a:pt x="3792" y="355"/>
                          <a:pt x="3804" y="425"/>
                        </a:cubicBezTo>
                        <a:lnTo>
                          <a:pt x="3804" y="425"/>
                        </a:lnTo>
                        <a:cubicBezTo>
                          <a:pt x="3792" y="355"/>
                          <a:pt x="3779" y="286"/>
                          <a:pt x="3765" y="218"/>
                        </a:cubicBezTo>
                        <a:close/>
                        <a:moveTo>
                          <a:pt x="3804" y="425"/>
                        </a:moveTo>
                        <a:cubicBezTo>
                          <a:pt x="3830" y="593"/>
                          <a:pt x="3846" y="764"/>
                          <a:pt x="3848" y="936"/>
                        </a:cubicBezTo>
                        <a:lnTo>
                          <a:pt x="1" y="2731"/>
                        </a:lnTo>
                        <a:lnTo>
                          <a:pt x="1" y="4763"/>
                        </a:lnTo>
                        <a:cubicBezTo>
                          <a:pt x="32" y="4763"/>
                          <a:pt x="69" y="4766"/>
                          <a:pt x="101" y="4766"/>
                        </a:cubicBezTo>
                        <a:cubicBezTo>
                          <a:pt x="1633" y="4766"/>
                          <a:pt x="3069" y="3819"/>
                          <a:pt x="3622" y="2297"/>
                        </a:cubicBezTo>
                        <a:cubicBezTo>
                          <a:pt x="3776" y="1874"/>
                          <a:pt x="3851" y="1439"/>
                          <a:pt x="3851" y="1012"/>
                        </a:cubicBezTo>
                        <a:cubicBezTo>
                          <a:pt x="3851" y="857"/>
                          <a:pt x="3841" y="706"/>
                          <a:pt x="3823" y="556"/>
                        </a:cubicBezTo>
                        <a:cubicBezTo>
                          <a:pt x="3817" y="512"/>
                          <a:pt x="3811" y="468"/>
                          <a:pt x="3804" y="425"/>
                        </a:cubicBezTo>
                        <a:close/>
                      </a:path>
                    </a:pathLst>
                  </a:custGeom>
                  <a:solidFill>
                    <a:srgbClr val="FFE59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128;p15">
                    <a:extLst>
                      <a:ext uri="{FF2B5EF4-FFF2-40B4-BE49-F238E27FC236}">
                        <a16:creationId xmlns:a16="http://schemas.microsoft.com/office/drawing/2014/main" id="{7632D3DE-61FA-6701-9D5A-FFF5C902FE9C}"/>
                      </a:ext>
                    </a:extLst>
                  </p:cNvPr>
                  <p:cNvSpPr/>
                  <p:nvPr/>
                </p:nvSpPr>
                <p:spPr>
                  <a:xfrm>
                    <a:off x="6121163" y="2585716"/>
                    <a:ext cx="79022" cy="369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1" h="941" extrusionOk="0">
                        <a:moveTo>
                          <a:pt x="1" y="1"/>
                        </a:moveTo>
                        <a:lnTo>
                          <a:pt x="1" y="940"/>
                        </a:lnTo>
                        <a:lnTo>
                          <a:pt x="2010" y="1"/>
                        </a:ln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129;p15">
                    <a:extLst>
                      <a:ext uri="{FF2B5EF4-FFF2-40B4-BE49-F238E27FC236}">
                        <a16:creationId xmlns:a16="http://schemas.microsoft.com/office/drawing/2014/main" id="{D6D06F50-C187-EC25-1FAA-5FFC24BDC99B}"/>
                      </a:ext>
                    </a:extLst>
                  </p:cNvPr>
                  <p:cNvSpPr/>
                  <p:nvPr/>
                </p:nvSpPr>
                <p:spPr>
                  <a:xfrm>
                    <a:off x="6121163" y="2590667"/>
                    <a:ext cx="151207" cy="1352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48" h="3442" extrusionOk="0">
                        <a:moveTo>
                          <a:pt x="3428" y="0"/>
                        </a:moveTo>
                        <a:lnTo>
                          <a:pt x="1" y="1597"/>
                        </a:lnTo>
                        <a:lnTo>
                          <a:pt x="1" y="3442"/>
                        </a:lnTo>
                        <a:lnTo>
                          <a:pt x="3848" y="1647"/>
                        </a:lnTo>
                        <a:cubicBezTo>
                          <a:pt x="3844" y="1328"/>
                          <a:pt x="3794" y="1016"/>
                          <a:pt x="3712" y="711"/>
                        </a:cubicBezTo>
                        <a:cubicBezTo>
                          <a:pt x="3712" y="711"/>
                          <a:pt x="3708" y="711"/>
                          <a:pt x="3708" y="707"/>
                        </a:cubicBezTo>
                        <a:cubicBezTo>
                          <a:pt x="3640" y="463"/>
                          <a:pt x="3546" y="226"/>
                          <a:pt x="3428" y="0"/>
                        </a:cubicBezTo>
                        <a:close/>
                      </a:path>
                    </a:pathLst>
                  </a:custGeom>
                  <a:solidFill>
                    <a:srgbClr val="FFF2C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130;p15">
                    <a:extLst>
                      <a:ext uri="{FF2B5EF4-FFF2-40B4-BE49-F238E27FC236}">
                        <a16:creationId xmlns:a16="http://schemas.microsoft.com/office/drawing/2014/main" id="{999CDC91-740E-32A6-78B0-C239B2D0F516}"/>
                      </a:ext>
                    </a:extLst>
                  </p:cNvPr>
                  <p:cNvSpPr/>
                  <p:nvPr/>
                </p:nvSpPr>
                <p:spPr>
                  <a:xfrm>
                    <a:off x="6027758" y="2725883"/>
                    <a:ext cx="93444" cy="798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78" h="2033" extrusionOk="0">
                        <a:moveTo>
                          <a:pt x="2378" y="1"/>
                        </a:moveTo>
                        <a:lnTo>
                          <a:pt x="1" y="1107"/>
                        </a:lnTo>
                        <a:cubicBezTo>
                          <a:pt x="342" y="1405"/>
                          <a:pt x="741" y="1645"/>
                          <a:pt x="1189" y="1806"/>
                        </a:cubicBezTo>
                        <a:cubicBezTo>
                          <a:pt x="1581" y="1950"/>
                          <a:pt x="1979" y="2025"/>
                          <a:pt x="2378" y="2033"/>
                        </a:cubicBezTo>
                        <a:lnTo>
                          <a:pt x="2378" y="1"/>
                        </a:lnTo>
                        <a:close/>
                      </a:path>
                    </a:pathLst>
                  </a:custGeom>
                  <a:solidFill>
                    <a:srgbClr val="D9D9D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131;p15">
                    <a:extLst>
                      <a:ext uri="{FF2B5EF4-FFF2-40B4-BE49-F238E27FC236}">
                        <a16:creationId xmlns:a16="http://schemas.microsoft.com/office/drawing/2014/main" id="{185E4684-9B89-1424-8FC4-82549C9C8C3E}"/>
                      </a:ext>
                    </a:extLst>
                  </p:cNvPr>
                  <p:cNvSpPr/>
                  <p:nvPr/>
                </p:nvSpPr>
                <p:spPr>
                  <a:xfrm>
                    <a:off x="5976438" y="2533532"/>
                    <a:ext cx="264220" cy="154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24" h="3935" extrusionOk="0">
                        <a:moveTo>
                          <a:pt x="5779" y="0"/>
                        </a:moveTo>
                        <a:lnTo>
                          <a:pt x="61" y="2667"/>
                        </a:lnTo>
                        <a:cubicBezTo>
                          <a:pt x="1" y="3095"/>
                          <a:pt x="18" y="3525"/>
                          <a:pt x="101" y="3934"/>
                        </a:cubicBezTo>
                        <a:lnTo>
                          <a:pt x="3684" y="2268"/>
                        </a:lnTo>
                        <a:lnTo>
                          <a:pt x="3684" y="1329"/>
                        </a:lnTo>
                        <a:lnTo>
                          <a:pt x="5693" y="1329"/>
                        </a:lnTo>
                        <a:lnTo>
                          <a:pt x="6724" y="851"/>
                        </a:lnTo>
                        <a:cubicBezTo>
                          <a:pt x="6465" y="521"/>
                          <a:pt x="6146" y="230"/>
                          <a:pt x="5779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132;p15">
                    <a:extLst>
                      <a:ext uri="{FF2B5EF4-FFF2-40B4-BE49-F238E27FC236}">
                        <a16:creationId xmlns:a16="http://schemas.microsoft.com/office/drawing/2014/main" id="{BE7E4C7B-85F6-5FF4-B9DA-3C51C99CFD4C}"/>
                      </a:ext>
                    </a:extLst>
                  </p:cNvPr>
                  <p:cNvSpPr/>
                  <p:nvPr/>
                </p:nvSpPr>
                <p:spPr>
                  <a:xfrm>
                    <a:off x="5988698" y="2653422"/>
                    <a:ext cx="132503" cy="1159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72" h="2951" extrusionOk="0">
                        <a:moveTo>
                          <a:pt x="3372" y="0"/>
                        </a:moveTo>
                        <a:lnTo>
                          <a:pt x="1" y="1569"/>
                        </a:lnTo>
                        <a:cubicBezTo>
                          <a:pt x="220" y="2093"/>
                          <a:pt x="561" y="2570"/>
                          <a:pt x="995" y="2951"/>
                        </a:cubicBezTo>
                        <a:lnTo>
                          <a:pt x="3372" y="1845"/>
                        </a:lnTo>
                        <a:lnTo>
                          <a:pt x="3372" y="0"/>
                        </a:ln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133;p15">
                    <a:extLst>
                      <a:ext uri="{FF2B5EF4-FFF2-40B4-BE49-F238E27FC236}">
                        <a16:creationId xmlns:a16="http://schemas.microsoft.com/office/drawing/2014/main" id="{22582013-921D-2A4F-4BC5-A4A72050BABE}"/>
                      </a:ext>
                    </a:extLst>
                  </p:cNvPr>
                  <p:cNvSpPr/>
                  <p:nvPr/>
                </p:nvSpPr>
                <p:spPr>
                  <a:xfrm>
                    <a:off x="5932859" y="2488224"/>
                    <a:ext cx="384109" cy="3402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5" h="8660" extrusionOk="0">
                        <a:moveTo>
                          <a:pt x="4886" y="914"/>
                        </a:moveTo>
                        <a:cubicBezTo>
                          <a:pt x="5275" y="914"/>
                          <a:pt x="5670" y="981"/>
                          <a:pt x="6055" y="1121"/>
                        </a:cubicBezTo>
                        <a:cubicBezTo>
                          <a:pt x="7829" y="1767"/>
                          <a:pt x="8744" y="3727"/>
                          <a:pt x="8098" y="5500"/>
                        </a:cubicBezTo>
                        <a:cubicBezTo>
                          <a:pt x="7593" y="6887"/>
                          <a:pt x="6284" y="7747"/>
                          <a:pt x="4889" y="7747"/>
                        </a:cubicBezTo>
                        <a:cubicBezTo>
                          <a:pt x="4501" y="7747"/>
                          <a:pt x="4106" y="7680"/>
                          <a:pt x="3719" y="7539"/>
                        </a:cubicBezTo>
                        <a:cubicBezTo>
                          <a:pt x="1946" y="6893"/>
                          <a:pt x="1034" y="4933"/>
                          <a:pt x="1677" y="3160"/>
                        </a:cubicBezTo>
                        <a:cubicBezTo>
                          <a:pt x="2182" y="1773"/>
                          <a:pt x="3493" y="914"/>
                          <a:pt x="4886" y="914"/>
                        </a:cubicBezTo>
                        <a:close/>
                        <a:moveTo>
                          <a:pt x="4886" y="0"/>
                        </a:moveTo>
                        <a:cubicBezTo>
                          <a:pt x="3120" y="0"/>
                          <a:pt x="1459" y="1090"/>
                          <a:pt x="819" y="2848"/>
                        </a:cubicBezTo>
                        <a:cubicBezTo>
                          <a:pt x="0" y="5094"/>
                          <a:pt x="1160" y="7578"/>
                          <a:pt x="3407" y="8396"/>
                        </a:cubicBezTo>
                        <a:cubicBezTo>
                          <a:pt x="3896" y="8575"/>
                          <a:pt x="4397" y="8659"/>
                          <a:pt x="4890" y="8659"/>
                        </a:cubicBezTo>
                        <a:cubicBezTo>
                          <a:pt x="6657" y="8659"/>
                          <a:pt x="8316" y="7570"/>
                          <a:pt x="8956" y="5812"/>
                        </a:cubicBezTo>
                        <a:cubicBezTo>
                          <a:pt x="9774" y="3565"/>
                          <a:pt x="8615" y="1082"/>
                          <a:pt x="6368" y="263"/>
                        </a:cubicBezTo>
                        <a:cubicBezTo>
                          <a:pt x="5879" y="85"/>
                          <a:pt x="5379" y="0"/>
                          <a:pt x="4886" y="0"/>
                        </a:cubicBezTo>
                        <a:close/>
                      </a:path>
                    </a:pathLst>
                  </a:custGeom>
                  <a:solidFill>
                    <a:srgbClr val="F1C23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134;p15">
                    <a:extLst>
                      <a:ext uri="{FF2B5EF4-FFF2-40B4-BE49-F238E27FC236}">
                        <a16:creationId xmlns:a16="http://schemas.microsoft.com/office/drawing/2014/main" id="{081F1D18-2C09-88D4-D24A-4368C5360113}"/>
                      </a:ext>
                    </a:extLst>
                  </p:cNvPr>
                  <p:cNvSpPr/>
                  <p:nvPr/>
                </p:nvSpPr>
                <p:spPr>
                  <a:xfrm>
                    <a:off x="6008032" y="2844399"/>
                    <a:ext cx="85231" cy="570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9" h="1451" extrusionOk="0">
                        <a:moveTo>
                          <a:pt x="1854" y="1"/>
                        </a:moveTo>
                        <a:cubicBezTo>
                          <a:pt x="1808" y="1"/>
                          <a:pt x="1763" y="15"/>
                          <a:pt x="1724" y="47"/>
                        </a:cubicBezTo>
                        <a:lnTo>
                          <a:pt x="1217" y="452"/>
                        </a:lnTo>
                        <a:cubicBezTo>
                          <a:pt x="1134" y="519"/>
                          <a:pt x="1033" y="553"/>
                          <a:pt x="932" y="553"/>
                        </a:cubicBezTo>
                        <a:cubicBezTo>
                          <a:pt x="848" y="553"/>
                          <a:pt x="764" y="530"/>
                          <a:pt x="690" y="485"/>
                        </a:cubicBezTo>
                        <a:lnTo>
                          <a:pt x="532" y="309"/>
                        </a:lnTo>
                        <a:cubicBezTo>
                          <a:pt x="498" y="270"/>
                          <a:pt x="453" y="251"/>
                          <a:pt x="408" y="251"/>
                        </a:cubicBezTo>
                        <a:cubicBezTo>
                          <a:pt x="361" y="251"/>
                          <a:pt x="314" y="272"/>
                          <a:pt x="281" y="313"/>
                        </a:cubicBezTo>
                        <a:lnTo>
                          <a:pt x="241" y="359"/>
                        </a:lnTo>
                        <a:cubicBezTo>
                          <a:pt x="158" y="460"/>
                          <a:pt x="108" y="578"/>
                          <a:pt x="90" y="707"/>
                        </a:cubicBezTo>
                        <a:lnTo>
                          <a:pt x="1" y="1450"/>
                        </a:lnTo>
                        <a:lnTo>
                          <a:pt x="381" y="1152"/>
                        </a:lnTo>
                        <a:lnTo>
                          <a:pt x="1949" y="1048"/>
                        </a:lnTo>
                        <a:lnTo>
                          <a:pt x="2097" y="736"/>
                        </a:lnTo>
                        <a:cubicBezTo>
                          <a:pt x="2161" y="592"/>
                          <a:pt x="2169" y="427"/>
                          <a:pt x="2111" y="280"/>
                        </a:cubicBezTo>
                        <a:lnTo>
                          <a:pt x="2053" y="137"/>
                        </a:lnTo>
                        <a:cubicBezTo>
                          <a:pt x="2019" y="51"/>
                          <a:pt x="1937" y="1"/>
                          <a:pt x="1854" y="1"/>
                        </a:cubicBezTo>
                        <a:close/>
                      </a:path>
                    </a:pathLst>
                  </a:custGeom>
                  <a:solidFill>
                    <a:srgbClr val="E4897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49" name="Google Shape;135;p15">
                  <a:extLst>
                    <a:ext uri="{FF2B5EF4-FFF2-40B4-BE49-F238E27FC236}">
                      <a16:creationId xmlns:a16="http://schemas.microsoft.com/office/drawing/2014/main" id="{D93D10AA-0C26-48BA-56D8-904947158F1F}"/>
                    </a:ext>
                  </a:extLst>
                </p:cNvPr>
                <p:cNvSpPr/>
                <p:nvPr/>
              </p:nvSpPr>
              <p:spPr>
                <a:xfrm>
                  <a:off x="5515934" y="2262864"/>
                  <a:ext cx="241782" cy="28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53" h="7304" extrusionOk="0">
                      <a:moveTo>
                        <a:pt x="3019" y="0"/>
                      </a:moveTo>
                      <a:cubicBezTo>
                        <a:pt x="1817" y="0"/>
                        <a:pt x="702" y="866"/>
                        <a:pt x="485" y="2179"/>
                      </a:cubicBezTo>
                      <a:cubicBezTo>
                        <a:pt x="172" y="4046"/>
                        <a:pt x="0" y="4828"/>
                        <a:pt x="711" y="5995"/>
                      </a:cubicBezTo>
                      <a:cubicBezTo>
                        <a:pt x="1245" y="6869"/>
                        <a:pt x="2100" y="7303"/>
                        <a:pt x="2930" y="7303"/>
                      </a:cubicBezTo>
                      <a:cubicBezTo>
                        <a:pt x="3762" y="7303"/>
                        <a:pt x="4569" y="6866"/>
                        <a:pt x="5001" y="5998"/>
                      </a:cubicBezTo>
                      <a:cubicBezTo>
                        <a:pt x="5776" y="4440"/>
                        <a:pt x="6152" y="1648"/>
                        <a:pt x="4523" y="492"/>
                      </a:cubicBezTo>
                      <a:cubicBezTo>
                        <a:pt x="4046" y="154"/>
                        <a:pt x="3525" y="0"/>
                        <a:pt x="3019" y="0"/>
                      </a:cubicBez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0" name="Google Shape;136;p15">
                  <a:extLst>
                    <a:ext uri="{FF2B5EF4-FFF2-40B4-BE49-F238E27FC236}">
                      <a16:creationId xmlns:a16="http://schemas.microsoft.com/office/drawing/2014/main" id="{ABC8D0B7-593B-DE2A-06B2-05074E096377}"/>
                    </a:ext>
                  </a:extLst>
                </p:cNvPr>
                <p:cNvSpPr/>
                <p:nvPr/>
              </p:nvSpPr>
              <p:spPr>
                <a:xfrm>
                  <a:off x="5262047" y="2236616"/>
                  <a:ext cx="531582" cy="6939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28" h="17661" extrusionOk="0">
                      <a:moveTo>
                        <a:pt x="8819" y="1"/>
                      </a:moveTo>
                      <a:cubicBezTo>
                        <a:pt x="7000" y="1"/>
                        <a:pt x="5307" y="902"/>
                        <a:pt x="5374" y="2937"/>
                      </a:cubicBezTo>
                      <a:cubicBezTo>
                        <a:pt x="5464" y="5665"/>
                        <a:pt x="5374" y="5708"/>
                        <a:pt x="4143" y="7129"/>
                      </a:cubicBezTo>
                      <a:cubicBezTo>
                        <a:pt x="2908" y="8550"/>
                        <a:pt x="1128" y="9746"/>
                        <a:pt x="3156" y="11663"/>
                      </a:cubicBezTo>
                      <a:cubicBezTo>
                        <a:pt x="5184" y="13576"/>
                        <a:pt x="0" y="16217"/>
                        <a:pt x="6088" y="17491"/>
                      </a:cubicBezTo>
                      <a:cubicBezTo>
                        <a:pt x="6643" y="17607"/>
                        <a:pt x="7183" y="17661"/>
                        <a:pt x="7700" y="17661"/>
                      </a:cubicBezTo>
                      <a:cubicBezTo>
                        <a:pt x="11143" y="17661"/>
                        <a:pt x="13527" y="15291"/>
                        <a:pt x="11936" y="13349"/>
                      </a:cubicBezTo>
                      <a:cubicBezTo>
                        <a:pt x="10226" y="11264"/>
                        <a:pt x="11917" y="10578"/>
                        <a:pt x="12093" y="8759"/>
                      </a:cubicBezTo>
                      <a:cubicBezTo>
                        <a:pt x="12269" y="6939"/>
                        <a:pt x="9623" y="6125"/>
                        <a:pt x="10586" y="4793"/>
                      </a:cubicBezTo>
                      <a:cubicBezTo>
                        <a:pt x="11548" y="3461"/>
                        <a:pt x="12315" y="870"/>
                        <a:pt x="10647" y="302"/>
                      </a:cubicBezTo>
                      <a:cubicBezTo>
                        <a:pt x="10065" y="104"/>
                        <a:pt x="9435" y="1"/>
                        <a:pt x="8819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137;p15">
                  <a:extLst>
                    <a:ext uri="{FF2B5EF4-FFF2-40B4-BE49-F238E27FC236}">
                      <a16:creationId xmlns:a16="http://schemas.microsoft.com/office/drawing/2014/main" id="{1E9BDDC8-05EE-2FC7-E59A-B52BC38A97AD}"/>
                    </a:ext>
                  </a:extLst>
                </p:cNvPr>
                <p:cNvSpPr/>
                <p:nvPr/>
              </p:nvSpPr>
              <p:spPr>
                <a:xfrm>
                  <a:off x="5622425" y="2234728"/>
                  <a:ext cx="139969" cy="168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2" h="4295" extrusionOk="0">
                      <a:moveTo>
                        <a:pt x="1043" y="0"/>
                      </a:moveTo>
                      <a:cubicBezTo>
                        <a:pt x="721" y="0"/>
                        <a:pt x="372" y="24"/>
                        <a:pt x="0" y="63"/>
                      </a:cubicBezTo>
                      <a:lnTo>
                        <a:pt x="1167" y="4295"/>
                      </a:lnTo>
                      <a:cubicBezTo>
                        <a:pt x="1167" y="4295"/>
                        <a:pt x="3561" y="3347"/>
                        <a:pt x="3411" y="1728"/>
                      </a:cubicBezTo>
                      <a:cubicBezTo>
                        <a:pt x="3285" y="416"/>
                        <a:pt x="2408" y="0"/>
                        <a:pt x="1043" y="0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138;p15">
                  <a:extLst>
                    <a:ext uri="{FF2B5EF4-FFF2-40B4-BE49-F238E27FC236}">
                      <a16:creationId xmlns:a16="http://schemas.microsoft.com/office/drawing/2014/main" id="{E14FC287-614C-33F0-D921-75F58B9AE652}"/>
                    </a:ext>
                  </a:extLst>
                </p:cNvPr>
                <p:cNvSpPr/>
                <p:nvPr/>
              </p:nvSpPr>
              <p:spPr>
                <a:xfrm>
                  <a:off x="5652761" y="2389278"/>
                  <a:ext cx="53756" cy="71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8" h="1814" extrusionOk="0">
                      <a:moveTo>
                        <a:pt x="664" y="0"/>
                      </a:moveTo>
                      <a:cubicBezTo>
                        <a:pt x="357" y="0"/>
                        <a:pt x="94" y="250"/>
                        <a:pt x="50" y="592"/>
                      </a:cubicBezTo>
                      <a:cubicBezTo>
                        <a:pt x="0" y="979"/>
                        <a:pt x="133" y="1357"/>
                        <a:pt x="334" y="1611"/>
                      </a:cubicBezTo>
                      <a:cubicBezTo>
                        <a:pt x="446" y="1751"/>
                        <a:pt x="575" y="1813"/>
                        <a:pt x="702" y="1813"/>
                      </a:cubicBezTo>
                      <a:cubicBezTo>
                        <a:pt x="918" y="1813"/>
                        <a:pt x="1126" y="1634"/>
                        <a:pt x="1221" y="1360"/>
                      </a:cubicBezTo>
                      <a:cubicBezTo>
                        <a:pt x="1360" y="969"/>
                        <a:pt x="1368" y="301"/>
                        <a:pt x="951" y="75"/>
                      </a:cubicBezTo>
                      <a:cubicBezTo>
                        <a:pt x="855" y="24"/>
                        <a:pt x="757" y="0"/>
                        <a:pt x="664" y="0"/>
                      </a:cubicBezTo>
                      <a:close/>
                    </a:path>
                  </a:pathLst>
                </a:custGeom>
                <a:solidFill>
                  <a:srgbClr val="E4897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139;p15">
                  <a:extLst>
                    <a:ext uri="{FF2B5EF4-FFF2-40B4-BE49-F238E27FC236}">
                      <a16:creationId xmlns:a16="http://schemas.microsoft.com/office/drawing/2014/main" id="{5D57EFF0-FBA4-93E9-64CC-B506B77BA7E1}"/>
                    </a:ext>
                  </a:extLst>
                </p:cNvPr>
                <p:cNvSpPr/>
                <p:nvPr/>
              </p:nvSpPr>
              <p:spPr>
                <a:xfrm>
                  <a:off x="5313406" y="3095694"/>
                  <a:ext cx="369137" cy="1584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94" h="40335" extrusionOk="0">
                      <a:moveTo>
                        <a:pt x="3701" y="1"/>
                      </a:moveTo>
                      <a:cubicBezTo>
                        <a:pt x="1242" y="3458"/>
                        <a:pt x="2979" y="5726"/>
                        <a:pt x="1885" y="20632"/>
                      </a:cubicBezTo>
                      <a:cubicBezTo>
                        <a:pt x="1454" y="26523"/>
                        <a:pt x="0" y="40334"/>
                        <a:pt x="0" y="40334"/>
                      </a:cubicBezTo>
                      <a:lnTo>
                        <a:pt x="2599" y="40334"/>
                      </a:lnTo>
                      <a:cubicBezTo>
                        <a:pt x="2599" y="40334"/>
                        <a:pt x="6020" y="26046"/>
                        <a:pt x="6910" y="20090"/>
                      </a:cubicBezTo>
                      <a:cubicBezTo>
                        <a:pt x="7006" y="19426"/>
                        <a:pt x="7107" y="18723"/>
                        <a:pt x="7208" y="17991"/>
                      </a:cubicBezTo>
                      <a:cubicBezTo>
                        <a:pt x="7614" y="15087"/>
                        <a:pt x="8033" y="11716"/>
                        <a:pt x="8399" y="8684"/>
                      </a:cubicBezTo>
                      <a:cubicBezTo>
                        <a:pt x="8966" y="3932"/>
                        <a:pt x="9393" y="1"/>
                        <a:pt x="9393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140;p15">
                  <a:extLst>
                    <a:ext uri="{FF2B5EF4-FFF2-40B4-BE49-F238E27FC236}">
                      <a16:creationId xmlns:a16="http://schemas.microsoft.com/office/drawing/2014/main" id="{A299EF89-FEBB-2F2D-5AEC-8DF67D17B6E6}"/>
                    </a:ext>
                  </a:extLst>
                </p:cNvPr>
                <p:cNvSpPr/>
                <p:nvPr/>
              </p:nvSpPr>
              <p:spPr>
                <a:xfrm>
                  <a:off x="5296587" y="4630420"/>
                  <a:ext cx="147042" cy="5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2" h="1322" extrusionOk="0">
                      <a:moveTo>
                        <a:pt x="3741" y="1"/>
                      </a:moveTo>
                      <a:lnTo>
                        <a:pt x="62" y="94"/>
                      </a:lnTo>
                      <a:lnTo>
                        <a:pt x="1" y="1321"/>
                      </a:lnTo>
                      <a:lnTo>
                        <a:pt x="3454" y="1321"/>
                      </a:lnTo>
                      <a:lnTo>
                        <a:pt x="3741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141;p15">
                  <a:extLst>
                    <a:ext uri="{FF2B5EF4-FFF2-40B4-BE49-F238E27FC236}">
                      <a16:creationId xmlns:a16="http://schemas.microsoft.com/office/drawing/2014/main" id="{0E470A40-328F-9BED-320C-A9F65520C6F6}"/>
                    </a:ext>
                  </a:extLst>
                </p:cNvPr>
                <p:cNvSpPr/>
                <p:nvPr/>
              </p:nvSpPr>
              <p:spPr>
                <a:xfrm>
                  <a:off x="5519157" y="3329738"/>
                  <a:ext cx="124329" cy="472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4" h="12036" extrusionOk="0">
                      <a:moveTo>
                        <a:pt x="2148" y="0"/>
                      </a:moveTo>
                      <a:cubicBezTo>
                        <a:pt x="1" y="1328"/>
                        <a:pt x="1365" y="8952"/>
                        <a:pt x="1972" y="12035"/>
                      </a:cubicBezTo>
                      <a:cubicBezTo>
                        <a:pt x="2378" y="9131"/>
                        <a:pt x="2797" y="5760"/>
                        <a:pt x="3163" y="2728"/>
                      </a:cubicBezTo>
                      <a:cubicBezTo>
                        <a:pt x="2984" y="1637"/>
                        <a:pt x="2664" y="682"/>
                        <a:pt x="214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142;p15">
                  <a:extLst>
                    <a:ext uri="{FF2B5EF4-FFF2-40B4-BE49-F238E27FC236}">
                      <a16:creationId xmlns:a16="http://schemas.microsoft.com/office/drawing/2014/main" id="{161A250D-680E-93EE-B9FE-A6509777EB86}"/>
                    </a:ext>
                  </a:extLst>
                </p:cNvPr>
                <p:cNvSpPr/>
                <p:nvPr/>
              </p:nvSpPr>
              <p:spPr>
                <a:xfrm>
                  <a:off x="5540180" y="3095694"/>
                  <a:ext cx="271293" cy="1584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4" h="40335" extrusionOk="0">
                      <a:moveTo>
                        <a:pt x="1" y="1"/>
                      </a:moveTo>
                      <a:cubicBezTo>
                        <a:pt x="1" y="1"/>
                        <a:pt x="1785" y="14118"/>
                        <a:pt x="2075" y="20594"/>
                      </a:cubicBezTo>
                      <a:cubicBezTo>
                        <a:pt x="2341" y="26530"/>
                        <a:pt x="2621" y="40334"/>
                        <a:pt x="2621" y="40334"/>
                      </a:cubicBezTo>
                      <a:lnTo>
                        <a:pt x="5202" y="40334"/>
                      </a:lnTo>
                      <a:cubicBezTo>
                        <a:pt x="5202" y="40334"/>
                        <a:pt x="6723" y="26178"/>
                        <a:pt x="6813" y="20130"/>
                      </a:cubicBezTo>
                      <a:cubicBezTo>
                        <a:pt x="6903" y="14319"/>
                        <a:pt x="5668" y="1"/>
                        <a:pt x="5668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143;p15">
                  <a:extLst>
                    <a:ext uri="{FF2B5EF4-FFF2-40B4-BE49-F238E27FC236}">
                      <a16:creationId xmlns:a16="http://schemas.microsoft.com/office/drawing/2014/main" id="{F0A79342-8668-EB57-9720-B1DC427BA8AE}"/>
                    </a:ext>
                  </a:extLst>
                </p:cNvPr>
                <p:cNvSpPr/>
                <p:nvPr/>
              </p:nvSpPr>
              <p:spPr>
                <a:xfrm>
                  <a:off x="5624115" y="4630420"/>
                  <a:ext cx="146885" cy="5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8" h="1322" extrusionOk="0">
                      <a:moveTo>
                        <a:pt x="3737" y="1"/>
                      </a:moveTo>
                      <a:lnTo>
                        <a:pt x="0" y="94"/>
                      </a:lnTo>
                      <a:lnTo>
                        <a:pt x="61" y="1321"/>
                      </a:lnTo>
                      <a:lnTo>
                        <a:pt x="3449" y="1321"/>
                      </a:lnTo>
                      <a:lnTo>
                        <a:pt x="3737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144;p15">
                  <a:extLst>
                    <a:ext uri="{FF2B5EF4-FFF2-40B4-BE49-F238E27FC236}">
                      <a16:creationId xmlns:a16="http://schemas.microsoft.com/office/drawing/2014/main" id="{20E549CC-1503-4E39-D9CD-48526E7613C3}"/>
                    </a:ext>
                  </a:extLst>
                </p:cNvPr>
                <p:cNvSpPr/>
                <p:nvPr/>
              </p:nvSpPr>
              <p:spPr>
                <a:xfrm>
                  <a:off x="5439505" y="3075574"/>
                  <a:ext cx="333025" cy="3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75" h="862" extrusionOk="0">
                      <a:moveTo>
                        <a:pt x="495" y="0"/>
                      </a:moveTo>
                      <a:cubicBezTo>
                        <a:pt x="438" y="0"/>
                        <a:pt x="388" y="25"/>
                        <a:pt x="370" y="57"/>
                      </a:cubicBezTo>
                      <a:lnTo>
                        <a:pt x="25" y="750"/>
                      </a:lnTo>
                      <a:cubicBezTo>
                        <a:pt x="0" y="804"/>
                        <a:pt x="65" y="862"/>
                        <a:pt x="154" y="862"/>
                      </a:cubicBezTo>
                      <a:lnTo>
                        <a:pt x="8273" y="862"/>
                      </a:lnTo>
                      <a:cubicBezTo>
                        <a:pt x="8341" y="862"/>
                        <a:pt x="8399" y="826"/>
                        <a:pt x="8402" y="783"/>
                      </a:cubicBezTo>
                      <a:lnTo>
                        <a:pt x="8470" y="90"/>
                      </a:lnTo>
                      <a:cubicBezTo>
                        <a:pt x="8475" y="39"/>
                        <a:pt x="8414" y="0"/>
                        <a:pt x="8338" y="0"/>
                      </a:cubicBezTo>
                      <a:close/>
                    </a:path>
                  </a:pathLst>
                </a:custGeom>
                <a:solidFill>
                  <a:srgbClr val="B7B7B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145;p15">
                  <a:extLst>
                    <a:ext uri="{FF2B5EF4-FFF2-40B4-BE49-F238E27FC236}">
                      <a16:creationId xmlns:a16="http://schemas.microsoft.com/office/drawing/2014/main" id="{84DCAAA3-A8B1-A0D3-5D10-5E90C57BE79C}"/>
                    </a:ext>
                  </a:extLst>
                </p:cNvPr>
                <p:cNvSpPr/>
                <p:nvPr/>
              </p:nvSpPr>
              <p:spPr>
                <a:xfrm>
                  <a:off x="5484459" y="3073177"/>
                  <a:ext cx="18115" cy="39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" h="998" extrusionOk="0">
                      <a:moveTo>
                        <a:pt x="177" y="0"/>
                      </a:moveTo>
                      <a:cubicBezTo>
                        <a:pt x="138" y="0"/>
                        <a:pt x="102" y="22"/>
                        <a:pt x="98" y="47"/>
                      </a:cubicBezTo>
                      <a:lnTo>
                        <a:pt x="4" y="948"/>
                      </a:lnTo>
                      <a:cubicBezTo>
                        <a:pt x="1" y="976"/>
                        <a:pt x="34" y="998"/>
                        <a:pt x="77" y="998"/>
                      </a:cubicBezTo>
                      <a:lnTo>
                        <a:pt x="284" y="998"/>
                      </a:lnTo>
                      <a:cubicBezTo>
                        <a:pt x="327" y="998"/>
                        <a:pt x="364" y="976"/>
                        <a:pt x="367" y="948"/>
                      </a:cubicBezTo>
                      <a:lnTo>
                        <a:pt x="461" y="47"/>
                      </a:lnTo>
                      <a:cubicBezTo>
                        <a:pt x="461" y="22"/>
                        <a:pt x="432" y="0"/>
                        <a:pt x="389" y="0"/>
                      </a:cubicBez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146;p15">
                  <a:extLst>
                    <a:ext uri="{FF2B5EF4-FFF2-40B4-BE49-F238E27FC236}">
                      <a16:creationId xmlns:a16="http://schemas.microsoft.com/office/drawing/2014/main" id="{284DE12F-7686-55FC-B35F-C1B70D74BCB1}"/>
                    </a:ext>
                  </a:extLst>
                </p:cNvPr>
                <p:cNvSpPr/>
                <p:nvPr/>
              </p:nvSpPr>
              <p:spPr>
                <a:xfrm>
                  <a:off x="5684512" y="3073177"/>
                  <a:ext cx="18076" cy="39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" h="998" extrusionOk="0">
                      <a:moveTo>
                        <a:pt x="176" y="0"/>
                      </a:moveTo>
                      <a:cubicBezTo>
                        <a:pt x="136" y="0"/>
                        <a:pt x="97" y="22"/>
                        <a:pt x="97" y="47"/>
                      </a:cubicBezTo>
                      <a:lnTo>
                        <a:pt x="4" y="948"/>
                      </a:lnTo>
                      <a:cubicBezTo>
                        <a:pt x="0" y="976"/>
                        <a:pt x="32" y="998"/>
                        <a:pt x="75" y="998"/>
                      </a:cubicBezTo>
                      <a:lnTo>
                        <a:pt x="283" y="998"/>
                      </a:lnTo>
                      <a:cubicBezTo>
                        <a:pt x="327" y="998"/>
                        <a:pt x="362" y="976"/>
                        <a:pt x="366" y="948"/>
                      </a:cubicBezTo>
                      <a:lnTo>
                        <a:pt x="459" y="47"/>
                      </a:lnTo>
                      <a:cubicBezTo>
                        <a:pt x="459" y="22"/>
                        <a:pt x="426" y="0"/>
                        <a:pt x="388" y="0"/>
                      </a:cubicBez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02" name="Google Shape;116;p15">
              <a:extLst>
                <a:ext uri="{FF2B5EF4-FFF2-40B4-BE49-F238E27FC236}">
                  <a16:creationId xmlns:a16="http://schemas.microsoft.com/office/drawing/2014/main" id="{CC824E4C-D961-B16D-9F07-AB30B54AD160}"/>
                </a:ext>
              </a:extLst>
            </p:cNvPr>
            <p:cNvSpPr/>
            <p:nvPr/>
          </p:nvSpPr>
          <p:spPr>
            <a:xfrm>
              <a:off x="8922985" y="3980407"/>
              <a:ext cx="196284" cy="70852"/>
            </a:xfrm>
            <a:custGeom>
              <a:avLst/>
              <a:gdLst/>
              <a:ahLst/>
              <a:cxnLst/>
              <a:rect l="l" t="t" r="r" b="b"/>
              <a:pathLst>
                <a:path w="5446" h="2165" extrusionOk="0">
                  <a:moveTo>
                    <a:pt x="410" y="1"/>
                  </a:moveTo>
                  <a:cubicBezTo>
                    <a:pt x="331" y="1"/>
                    <a:pt x="270" y="54"/>
                    <a:pt x="259" y="130"/>
                  </a:cubicBezTo>
                  <a:lnTo>
                    <a:pt x="26" y="1824"/>
                  </a:lnTo>
                  <a:cubicBezTo>
                    <a:pt x="1" y="1998"/>
                    <a:pt x="152" y="2161"/>
                    <a:pt x="329" y="2161"/>
                  </a:cubicBezTo>
                  <a:cubicBezTo>
                    <a:pt x="331" y="2161"/>
                    <a:pt x="333" y="2161"/>
                    <a:pt x="335" y="2161"/>
                  </a:cubicBezTo>
                  <a:cubicBezTo>
                    <a:pt x="1082" y="2151"/>
                    <a:pt x="1440" y="2108"/>
                    <a:pt x="2381" y="2108"/>
                  </a:cubicBezTo>
                  <a:cubicBezTo>
                    <a:pt x="2962" y="2108"/>
                    <a:pt x="3809" y="2165"/>
                    <a:pt x="4609" y="2165"/>
                  </a:cubicBezTo>
                  <a:cubicBezTo>
                    <a:pt x="5392" y="2165"/>
                    <a:pt x="5446" y="1376"/>
                    <a:pt x="5112" y="1303"/>
                  </a:cubicBezTo>
                  <a:cubicBezTo>
                    <a:pt x="3615" y="984"/>
                    <a:pt x="3378" y="539"/>
                    <a:pt x="2873" y="115"/>
                  </a:cubicBezTo>
                  <a:cubicBezTo>
                    <a:pt x="2779" y="40"/>
                    <a:pt x="2668" y="1"/>
                    <a:pt x="2553" y="1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17;p15">
              <a:extLst>
                <a:ext uri="{FF2B5EF4-FFF2-40B4-BE49-F238E27FC236}">
                  <a16:creationId xmlns:a16="http://schemas.microsoft.com/office/drawing/2014/main" id="{FAFEFEAF-976A-099D-15DC-020ABCC67D25}"/>
                </a:ext>
              </a:extLst>
            </p:cNvPr>
            <p:cNvSpPr/>
            <p:nvPr/>
          </p:nvSpPr>
          <p:spPr>
            <a:xfrm>
              <a:off x="9233344" y="3980407"/>
              <a:ext cx="208826" cy="70852"/>
            </a:xfrm>
            <a:custGeom>
              <a:avLst/>
              <a:gdLst/>
              <a:ahLst/>
              <a:cxnLst/>
              <a:rect l="l" t="t" r="r" b="b"/>
              <a:pathLst>
                <a:path w="5794" h="2165" extrusionOk="0">
                  <a:moveTo>
                    <a:pt x="406" y="1"/>
                  </a:moveTo>
                  <a:cubicBezTo>
                    <a:pt x="331" y="1"/>
                    <a:pt x="267" y="54"/>
                    <a:pt x="255" y="130"/>
                  </a:cubicBezTo>
                  <a:lnTo>
                    <a:pt x="22" y="1824"/>
                  </a:lnTo>
                  <a:cubicBezTo>
                    <a:pt x="1" y="1998"/>
                    <a:pt x="148" y="2161"/>
                    <a:pt x="326" y="2161"/>
                  </a:cubicBezTo>
                  <a:cubicBezTo>
                    <a:pt x="328" y="2161"/>
                    <a:pt x="329" y="2161"/>
                    <a:pt x="331" y="2161"/>
                  </a:cubicBezTo>
                  <a:cubicBezTo>
                    <a:pt x="1077" y="2151"/>
                    <a:pt x="1437" y="2108"/>
                    <a:pt x="2381" y="2108"/>
                  </a:cubicBezTo>
                  <a:cubicBezTo>
                    <a:pt x="2959" y="2108"/>
                    <a:pt x="4157" y="2165"/>
                    <a:pt x="4957" y="2165"/>
                  </a:cubicBezTo>
                  <a:cubicBezTo>
                    <a:pt x="5740" y="2165"/>
                    <a:pt x="5794" y="1376"/>
                    <a:pt x="5460" y="1303"/>
                  </a:cubicBezTo>
                  <a:cubicBezTo>
                    <a:pt x="3967" y="984"/>
                    <a:pt x="3375" y="539"/>
                    <a:pt x="2868" y="115"/>
                  </a:cubicBezTo>
                  <a:cubicBezTo>
                    <a:pt x="2779" y="40"/>
                    <a:pt x="2664" y="1"/>
                    <a:pt x="2549" y="1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21;p15">
              <a:extLst>
                <a:ext uri="{FF2B5EF4-FFF2-40B4-BE49-F238E27FC236}">
                  <a16:creationId xmlns:a16="http://schemas.microsoft.com/office/drawing/2014/main" id="{9EB48F3A-AED2-0642-35BE-FDFAF34FA9C8}"/>
                </a:ext>
              </a:extLst>
            </p:cNvPr>
            <p:cNvSpPr/>
            <p:nvPr/>
          </p:nvSpPr>
          <p:spPr>
            <a:xfrm>
              <a:off x="9339201" y="2276124"/>
              <a:ext cx="278388" cy="276369"/>
            </a:xfrm>
            <a:custGeom>
              <a:avLst/>
              <a:gdLst/>
              <a:ahLst/>
              <a:cxnLst/>
              <a:rect l="l" t="t" r="r" b="b"/>
              <a:pathLst>
                <a:path w="7724" h="8445" extrusionOk="0">
                  <a:moveTo>
                    <a:pt x="1927" y="1"/>
                  </a:moveTo>
                  <a:lnTo>
                    <a:pt x="0" y="284"/>
                  </a:lnTo>
                  <a:cubicBezTo>
                    <a:pt x="79" y="844"/>
                    <a:pt x="179" y="1364"/>
                    <a:pt x="290" y="1896"/>
                  </a:cubicBezTo>
                  <a:cubicBezTo>
                    <a:pt x="398" y="2426"/>
                    <a:pt x="534" y="2954"/>
                    <a:pt x="682" y="3478"/>
                  </a:cubicBezTo>
                  <a:cubicBezTo>
                    <a:pt x="980" y="4530"/>
                    <a:pt x="1331" y="5578"/>
                    <a:pt x="1895" y="6608"/>
                  </a:cubicBezTo>
                  <a:cubicBezTo>
                    <a:pt x="2038" y="6866"/>
                    <a:pt x="2200" y="7121"/>
                    <a:pt x="2391" y="7376"/>
                  </a:cubicBezTo>
                  <a:cubicBezTo>
                    <a:pt x="2484" y="7502"/>
                    <a:pt x="2595" y="7628"/>
                    <a:pt x="2706" y="7749"/>
                  </a:cubicBezTo>
                  <a:cubicBezTo>
                    <a:pt x="2839" y="7890"/>
                    <a:pt x="2997" y="8026"/>
                    <a:pt x="3180" y="8141"/>
                  </a:cubicBezTo>
                  <a:cubicBezTo>
                    <a:pt x="3481" y="8337"/>
                    <a:pt x="3873" y="8445"/>
                    <a:pt x="4235" y="8445"/>
                  </a:cubicBezTo>
                  <a:cubicBezTo>
                    <a:pt x="4317" y="8445"/>
                    <a:pt x="4398" y="8439"/>
                    <a:pt x="4475" y="8428"/>
                  </a:cubicBezTo>
                  <a:cubicBezTo>
                    <a:pt x="4903" y="8374"/>
                    <a:pt x="5240" y="8213"/>
                    <a:pt x="5524" y="8037"/>
                  </a:cubicBezTo>
                  <a:cubicBezTo>
                    <a:pt x="6087" y="7678"/>
                    <a:pt x="6475" y="7237"/>
                    <a:pt x="6830" y="6791"/>
                  </a:cubicBezTo>
                  <a:cubicBezTo>
                    <a:pt x="7006" y="6569"/>
                    <a:pt x="7167" y="6339"/>
                    <a:pt x="7311" y="6102"/>
                  </a:cubicBezTo>
                  <a:cubicBezTo>
                    <a:pt x="7462" y="5862"/>
                    <a:pt x="7595" y="5632"/>
                    <a:pt x="7724" y="5367"/>
                  </a:cubicBezTo>
                  <a:lnTo>
                    <a:pt x="6909" y="4850"/>
                  </a:lnTo>
                  <a:cubicBezTo>
                    <a:pt x="6755" y="5025"/>
                    <a:pt x="6579" y="5219"/>
                    <a:pt x="6407" y="5398"/>
                  </a:cubicBezTo>
                  <a:cubicBezTo>
                    <a:pt x="6231" y="5574"/>
                    <a:pt x="6052" y="5746"/>
                    <a:pt x="5872" y="5912"/>
                  </a:cubicBezTo>
                  <a:cubicBezTo>
                    <a:pt x="5517" y="6238"/>
                    <a:pt x="5121" y="6522"/>
                    <a:pt x="4770" y="6684"/>
                  </a:cubicBezTo>
                  <a:cubicBezTo>
                    <a:pt x="4608" y="6756"/>
                    <a:pt x="4459" y="6792"/>
                    <a:pt x="4358" y="6792"/>
                  </a:cubicBezTo>
                  <a:cubicBezTo>
                    <a:pt x="4349" y="6792"/>
                    <a:pt x="4340" y="6792"/>
                    <a:pt x="4332" y="6791"/>
                  </a:cubicBezTo>
                  <a:cubicBezTo>
                    <a:pt x="4231" y="6784"/>
                    <a:pt x="4200" y="6755"/>
                    <a:pt x="4131" y="6702"/>
                  </a:cubicBezTo>
                  <a:cubicBezTo>
                    <a:pt x="4095" y="6672"/>
                    <a:pt x="4056" y="6629"/>
                    <a:pt x="4013" y="6576"/>
                  </a:cubicBezTo>
                  <a:cubicBezTo>
                    <a:pt x="3955" y="6497"/>
                    <a:pt x="3894" y="6422"/>
                    <a:pt x="3837" y="6332"/>
                  </a:cubicBezTo>
                  <a:cubicBezTo>
                    <a:pt x="3722" y="6160"/>
                    <a:pt x="3610" y="5966"/>
                    <a:pt x="3514" y="5754"/>
                  </a:cubicBezTo>
                  <a:cubicBezTo>
                    <a:pt x="3305" y="5342"/>
                    <a:pt x="3133" y="4882"/>
                    <a:pt x="2979" y="4415"/>
                  </a:cubicBezTo>
                  <a:cubicBezTo>
                    <a:pt x="2821" y="3949"/>
                    <a:pt x="2681" y="3464"/>
                    <a:pt x="2555" y="2976"/>
                  </a:cubicBezTo>
                  <a:cubicBezTo>
                    <a:pt x="2311" y="1999"/>
                    <a:pt x="2096" y="980"/>
                    <a:pt x="1927" y="1"/>
                  </a:cubicBez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39;p15">
              <a:extLst>
                <a:ext uri="{FF2B5EF4-FFF2-40B4-BE49-F238E27FC236}">
                  <a16:creationId xmlns:a16="http://schemas.microsoft.com/office/drawing/2014/main" id="{C8F0E4DC-0C01-0995-B6E3-7ACBC1A3987A}"/>
                </a:ext>
              </a:extLst>
            </p:cNvPr>
            <p:cNvSpPr/>
            <p:nvPr/>
          </p:nvSpPr>
          <p:spPr>
            <a:xfrm>
              <a:off x="8943709" y="2583260"/>
              <a:ext cx="338577" cy="1319994"/>
            </a:xfrm>
            <a:custGeom>
              <a:avLst/>
              <a:gdLst/>
              <a:ahLst/>
              <a:cxnLst/>
              <a:rect l="l" t="t" r="r" b="b"/>
              <a:pathLst>
                <a:path w="9394" h="40335" extrusionOk="0">
                  <a:moveTo>
                    <a:pt x="3701" y="1"/>
                  </a:moveTo>
                  <a:cubicBezTo>
                    <a:pt x="1242" y="3458"/>
                    <a:pt x="2979" y="5726"/>
                    <a:pt x="1885" y="20632"/>
                  </a:cubicBezTo>
                  <a:cubicBezTo>
                    <a:pt x="1454" y="26523"/>
                    <a:pt x="0" y="40334"/>
                    <a:pt x="0" y="40334"/>
                  </a:cubicBezTo>
                  <a:lnTo>
                    <a:pt x="2599" y="40334"/>
                  </a:lnTo>
                  <a:cubicBezTo>
                    <a:pt x="2599" y="40334"/>
                    <a:pt x="6020" y="26046"/>
                    <a:pt x="6910" y="20090"/>
                  </a:cubicBezTo>
                  <a:cubicBezTo>
                    <a:pt x="7006" y="19426"/>
                    <a:pt x="7107" y="18723"/>
                    <a:pt x="7208" y="17991"/>
                  </a:cubicBezTo>
                  <a:cubicBezTo>
                    <a:pt x="7614" y="15087"/>
                    <a:pt x="8033" y="11716"/>
                    <a:pt x="8399" y="8684"/>
                  </a:cubicBezTo>
                  <a:cubicBezTo>
                    <a:pt x="8966" y="3932"/>
                    <a:pt x="9393" y="1"/>
                    <a:pt x="9393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142;p15">
              <a:extLst>
                <a:ext uri="{FF2B5EF4-FFF2-40B4-BE49-F238E27FC236}">
                  <a16:creationId xmlns:a16="http://schemas.microsoft.com/office/drawing/2014/main" id="{ED0892F2-BF1A-CE51-CF18-8F68C596D5A4}"/>
                </a:ext>
              </a:extLst>
            </p:cNvPr>
            <p:cNvSpPr/>
            <p:nvPr/>
          </p:nvSpPr>
          <p:spPr>
            <a:xfrm>
              <a:off x="9151709" y="2608724"/>
              <a:ext cx="221089" cy="1294530"/>
            </a:xfrm>
            <a:custGeom>
              <a:avLst/>
              <a:gdLst/>
              <a:ahLst/>
              <a:cxnLst/>
              <a:rect l="l" t="t" r="r" b="b"/>
              <a:pathLst>
                <a:path w="6904" h="40335" extrusionOk="0">
                  <a:moveTo>
                    <a:pt x="1" y="1"/>
                  </a:moveTo>
                  <a:cubicBezTo>
                    <a:pt x="1" y="1"/>
                    <a:pt x="1785" y="14118"/>
                    <a:pt x="2075" y="20594"/>
                  </a:cubicBezTo>
                  <a:cubicBezTo>
                    <a:pt x="2341" y="26530"/>
                    <a:pt x="2621" y="40334"/>
                    <a:pt x="2621" y="40334"/>
                  </a:cubicBezTo>
                  <a:lnTo>
                    <a:pt x="5202" y="40334"/>
                  </a:lnTo>
                  <a:cubicBezTo>
                    <a:pt x="5202" y="40334"/>
                    <a:pt x="6723" y="26178"/>
                    <a:pt x="6813" y="20130"/>
                  </a:cubicBezTo>
                  <a:cubicBezTo>
                    <a:pt x="6903" y="14319"/>
                    <a:pt x="5668" y="1"/>
                    <a:pt x="5668" y="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44;p15">
              <a:extLst>
                <a:ext uri="{FF2B5EF4-FFF2-40B4-BE49-F238E27FC236}">
                  <a16:creationId xmlns:a16="http://schemas.microsoft.com/office/drawing/2014/main" id="{95D5BFCA-670A-0A56-6431-3290542412E9}"/>
                </a:ext>
              </a:extLst>
            </p:cNvPr>
            <p:cNvSpPr/>
            <p:nvPr/>
          </p:nvSpPr>
          <p:spPr>
            <a:xfrm>
              <a:off x="9059369" y="2566504"/>
              <a:ext cx="305454" cy="28209"/>
            </a:xfrm>
            <a:custGeom>
              <a:avLst/>
              <a:gdLst/>
              <a:ahLst/>
              <a:cxnLst/>
              <a:rect l="l" t="t" r="r" b="b"/>
              <a:pathLst>
                <a:path w="8475" h="862" extrusionOk="0">
                  <a:moveTo>
                    <a:pt x="495" y="0"/>
                  </a:moveTo>
                  <a:cubicBezTo>
                    <a:pt x="438" y="0"/>
                    <a:pt x="388" y="25"/>
                    <a:pt x="370" y="57"/>
                  </a:cubicBezTo>
                  <a:lnTo>
                    <a:pt x="25" y="750"/>
                  </a:lnTo>
                  <a:cubicBezTo>
                    <a:pt x="0" y="804"/>
                    <a:pt x="65" y="862"/>
                    <a:pt x="154" y="862"/>
                  </a:cubicBezTo>
                  <a:lnTo>
                    <a:pt x="8273" y="862"/>
                  </a:lnTo>
                  <a:cubicBezTo>
                    <a:pt x="8341" y="862"/>
                    <a:pt x="8399" y="826"/>
                    <a:pt x="8402" y="783"/>
                  </a:cubicBezTo>
                  <a:lnTo>
                    <a:pt x="8470" y="90"/>
                  </a:lnTo>
                  <a:cubicBezTo>
                    <a:pt x="8475" y="39"/>
                    <a:pt x="8414" y="0"/>
                    <a:pt x="8338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20;p15">
              <a:extLst>
                <a:ext uri="{FF2B5EF4-FFF2-40B4-BE49-F238E27FC236}">
                  <a16:creationId xmlns:a16="http://schemas.microsoft.com/office/drawing/2014/main" id="{169E3DFD-B6F2-1BE3-94BA-5ACE4E173B45}"/>
                </a:ext>
              </a:extLst>
            </p:cNvPr>
            <p:cNvSpPr/>
            <p:nvPr/>
          </p:nvSpPr>
          <p:spPr>
            <a:xfrm>
              <a:off x="8985476" y="2223673"/>
              <a:ext cx="394153" cy="394542"/>
            </a:xfrm>
            <a:custGeom>
              <a:avLst/>
              <a:gdLst/>
              <a:ahLst/>
              <a:cxnLst/>
              <a:rect l="l" t="t" r="r" b="b"/>
              <a:pathLst>
                <a:path w="10936" h="12056" extrusionOk="0">
                  <a:moveTo>
                    <a:pt x="5294" y="1"/>
                  </a:moveTo>
                  <a:cubicBezTo>
                    <a:pt x="4661" y="1"/>
                    <a:pt x="4009" y="29"/>
                    <a:pt x="3284" y="65"/>
                  </a:cubicBezTo>
                  <a:cubicBezTo>
                    <a:pt x="1622" y="143"/>
                    <a:pt x="0" y="496"/>
                    <a:pt x="0" y="496"/>
                  </a:cubicBezTo>
                  <a:cubicBezTo>
                    <a:pt x="1551" y="6963"/>
                    <a:pt x="1558" y="8905"/>
                    <a:pt x="1450" y="12056"/>
                  </a:cubicBezTo>
                  <a:lnTo>
                    <a:pt x="9188" y="12056"/>
                  </a:lnTo>
                  <a:cubicBezTo>
                    <a:pt x="10936" y="872"/>
                    <a:pt x="10025" y="552"/>
                    <a:pt x="10025" y="552"/>
                  </a:cubicBezTo>
                  <a:cubicBezTo>
                    <a:pt x="10025" y="552"/>
                    <a:pt x="8313" y="201"/>
                    <a:pt x="6801" y="65"/>
                  </a:cubicBezTo>
                  <a:cubicBezTo>
                    <a:pt x="6292" y="19"/>
                    <a:pt x="5799" y="1"/>
                    <a:pt x="5294" y="1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101;p15">
              <a:extLst>
                <a:ext uri="{FF2B5EF4-FFF2-40B4-BE49-F238E27FC236}">
                  <a16:creationId xmlns:a16="http://schemas.microsoft.com/office/drawing/2014/main" id="{F9355C62-846E-D32E-8129-46D1038E6C6D}"/>
                </a:ext>
              </a:extLst>
            </p:cNvPr>
            <p:cNvSpPr/>
            <p:nvPr/>
          </p:nvSpPr>
          <p:spPr>
            <a:xfrm>
              <a:off x="8911152" y="2251075"/>
              <a:ext cx="163776" cy="308446"/>
            </a:xfrm>
            <a:custGeom>
              <a:avLst/>
              <a:gdLst/>
              <a:ahLst/>
              <a:cxnLst/>
              <a:rect l="l" t="t" r="r" b="b"/>
              <a:pathLst>
                <a:path w="5801" h="7847" extrusionOk="0">
                  <a:moveTo>
                    <a:pt x="2024" y="1"/>
                  </a:moveTo>
                  <a:cubicBezTo>
                    <a:pt x="1928" y="130"/>
                    <a:pt x="1863" y="223"/>
                    <a:pt x="1788" y="331"/>
                  </a:cubicBezTo>
                  <a:cubicBezTo>
                    <a:pt x="1716" y="438"/>
                    <a:pt x="1648" y="543"/>
                    <a:pt x="1579" y="650"/>
                  </a:cubicBezTo>
                  <a:cubicBezTo>
                    <a:pt x="1446" y="866"/>
                    <a:pt x="1321" y="1081"/>
                    <a:pt x="1203" y="1303"/>
                  </a:cubicBezTo>
                  <a:cubicBezTo>
                    <a:pt x="966" y="1745"/>
                    <a:pt x="761" y="2204"/>
                    <a:pt x="582" y="2678"/>
                  </a:cubicBezTo>
                  <a:cubicBezTo>
                    <a:pt x="227" y="3626"/>
                    <a:pt x="0" y="4652"/>
                    <a:pt x="15" y="5718"/>
                  </a:cubicBezTo>
                  <a:cubicBezTo>
                    <a:pt x="15" y="5822"/>
                    <a:pt x="18" y="6049"/>
                    <a:pt x="68" y="6256"/>
                  </a:cubicBezTo>
                  <a:cubicBezTo>
                    <a:pt x="115" y="6465"/>
                    <a:pt x="205" y="6680"/>
                    <a:pt x="330" y="6864"/>
                  </a:cubicBezTo>
                  <a:cubicBezTo>
                    <a:pt x="585" y="7240"/>
                    <a:pt x="933" y="7452"/>
                    <a:pt x="1235" y="7578"/>
                  </a:cubicBezTo>
                  <a:cubicBezTo>
                    <a:pt x="1544" y="7707"/>
                    <a:pt x="1831" y="7768"/>
                    <a:pt x="2104" y="7804"/>
                  </a:cubicBezTo>
                  <a:cubicBezTo>
                    <a:pt x="2380" y="7840"/>
                    <a:pt x="2642" y="7847"/>
                    <a:pt x="2901" y="7847"/>
                  </a:cubicBezTo>
                  <a:cubicBezTo>
                    <a:pt x="3927" y="7822"/>
                    <a:pt x="4860" y="7628"/>
                    <a:pt x="5800" y="7341"/>
                  </a:cubicBezTo>
                  <a:lnTo>
                    <a:pt x="5603" y="6397"/>
                  </a:lnTo>
                  <a:cubicBezTo>
                    <a:pt x="5166" y="6423"/>
                    <a:pt x="4720" y="6442"/>
                    <a:pt x="4281" y="6442"/>
                  </a:cubicBezTo>
                  <a:cubicBezTo>
                    <a:pt x="3831" y="6442"/>
                    <a:pt x="3389" y="6422"/>
                    <a:pt x="2972" y="6372"/>
                  </a:cubicBezTo>
                  <a:cubicBezTo>
                    <a:pt x="2563" y="6325"/>
                    <a:pt x="2161" y="6225"/>
                    <a:pt x="1928" y="6092"/>
                  </a:cubicBezTo>
                  <a:cubicBezTo>
                    <a:pt x="1809" y="6024"/>
                    <a:pt x="1763" y="5959"/>
                    <a:pt x="1769" y="5938"/>
                  </a:cubicBezTo>
                  <a:lnTo>
                    <a:pt x="1773" y="5905"/>
                  </a:lnTo>
                  <a:lnTo>
                    <a:pt x="1784" y="5754"/>
                  </a:lnTo>
                  <a:cubicBezTo>
                    <a:pt x="1834" y="4961"/>
                    <a:pt x="2061" y="4157"/>
                    <a:pt x="2376" y="3382"/>
                  </a:cubicBezTo>
                  <a:cubicBezTo>
                    <a:pt x="2538" y="2991"/>
                    <a:pt x="2728" y="2610"/>
                    <a:pt x="2929" y="2237"/>
                  </a:cubicBezTo>
                  <a:cubicBezTo>
                    <a:pt x="3030" y="2050"/>
                    <a:pt x="3137" y="1863"/>
                    <a:pt x="3249" y="1684"/>
                  </a:cubicBezTo>
                  <a:lnTo>
                    <a:pt x="3417" y="1419"/>
                  </a:lnTo>
                  <a:cubicBezTo>
                    <a:pt x="3471" y="1336"/>
                    <a:pt x="3539" y="1235"/>
                    <a:pt x="3578" y="1178"/>
                  </a:cubicBezTo>
                  <a:lnTo>
                    <a:pt x="2024" y="1"/>
                  </a:lnTo>
                  <a:close/>
                </a:path>
              </a:pathLst>
            </a:custGeom>
            <a:solidFill>
              <a:srgbClr val="E489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36;p15">
              <a:extLst>
                <a:ext uri="{FF2B5EF4-FFF2-40B4-BE49-F238E27FC236}">
                  <a16:creationId xmlns:a16="http://schemas.microsoft.com/office/drawing/2014/main" id="{DB8C3DBF-C956-C87B-CD93-AB60F6BCE751}"/>
                </a:ext>
              </a:extLst>
            </p:cNvPr>
            <p:cNvSpPr/>
            <p:nvPr/>
          </p:nvSpPr>
          <p:spPr>
            <a:xfrm>
              <a:off x="8803212" y="1815789"/>
              <a:ext cx="632113" cy="558518"/>
            </a:xfrm>
            <a:custGeom>
              <a:avLst/>
              <a:gdLst/>
              <a:ahLst/>
              <a:cxnLst/>
              <a:rect l="l" t="t" r="r" b="b"/>
              <a:pathLst>
                <a:path w="13528" h="17661" extrusionOk="0">
                  <a:moveTo>
                    <a:pt x="8819" y="1"/>
                  </a:moveTo>
                  <a:cubicBezTo>
                    <a:pt x="7000" y="1"/>
                    <a:pt x="5307" y="902"/>
                    <a:pt x="5374" y="2937"/>
                  </a:cubicBezTo>
                  <a:cubicBezTo>
                    <a:pt x="5464" y="5665"/>
                    <a:pt x="5374" y="5708"/>
                    <a:pt x="4143" y="7129"/>
                  </a:cubicBezTo>
                  <a:cubicBezTo>
                    <a:pt x="2908" y="8550"/>
                    <a:pt x="1128" y="9746"/>
                    <a:pt x="3156" y="11663"/>
                  </a:cubicBezTo>
                  <a:cubicBezTo>
                    <a:pt x="5184" y="13576"/>
                    <a:pt x="0" y="16217"/>
                    <a:pt x="6088" y="17491"/>
                  </a:cubicBezTo>
                  <a:cubicBezTo>
                    <a:pt x="6643" y="17607"/>
                    <a:pt x="7183" y="17661"/>
                    <a:pt x="7700" y="17661"/>
                  </a:cubicBezTo>
                  <a:cubicBezTo>
                    <a:pt x="11143" y="17661"/>
                    <a:pt x="13527" y="15291"/>
                    <a:pt x="11936" y="13349"/>
                  </a:cubicBezTo>
                  <a:cubicBezTo>
                    <a:pt x="10226" y="11264"/>
                    <a:pt x="11917" y="10578"/>
                    <a:pt x="12093" y="8759"/>
                  </a:cubicBezTo>
                  <a:cubicBezTo>
                    <a:pt x="12269" y="6939"/>
                    <a:pt x="9623" y="6125"/>
                    <a:pt x="10586" y="4793"/>
                  </a:cubicBezTo>
                  <a:cubicBezTo>
                    <a:pt x="11548" y="3461"/>
                    <a:pt x="12315" y="870"/>
                    <a:pt x="10647" y="302"/>
                  </a:cubicBezTo>
                  <a:cubicBezTo>
                    <a:pt x="10065" y="104"/>
                    <a:pt x="9435" y="1"/>
                    <a:pt x="881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07" name="Slide Number Placeholder 306">
            <a:extLst>
              <a:ext uri="{FF2B5EF4-FFF2-40B4-BE49-F238E27FC236}">
                <a16:creationId xmlns:a16="http://schemas.microsoft.com/office/drawing/2014/main" id="{6D33456A-4C99-DB57-6381-1129CC57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9715" y="6379065"/>
            <a:ext cx="331839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3</a:t>
            </a:fld>
            <a:endParaRPr lang="en-US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01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44A742C-6245-3A49-9847-622B1092E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544A742C-6245-3A49-9847-622B1092E0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45AC4A4-0641-6B40-BD7D-7DBFFD9767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F45AC4A4-0641-6B40-BD7D-7DBFFD9767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1A4DF1B-A863-6D48-B564-C57E365F1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31A4DF1B-A863-6D48-B564-C57E365F1E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EA17D0E-15EE-4C44-842E-435EB814AA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3EA17D0E-15EE-4C44-842E-435EB814AA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2F87878-5A8A-E345-A5D4-8A11CD110D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72F87878-5A8A-E345-A5D4-8A11CD110D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  <p:bldP spid="10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D3B56C-F8AA-4427-4F5A-7A40B536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2069" y="6336985"/>
            <a:ext cx="292510" cy="376606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4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grpSp>
        <p:nvGrpSpPr>
          <p:cNvPr id="3" name="Google Shape;266;p21">
            <a:extLst>
              <a:ext uri="{FF2B5EF4-FFF2-40B4-BE49-F238E27FC236}">
                <a16:creationId xmlns:a16="http://schemas.microsoft.com/office/drawing/2014/main" id="{9B04BA06-42CA-BD49-E934-34DF3456B6DA}"/>
              </a:ext>
            </a:extLst>
          </p:cNvPr>
          <p:cNvGrpSpPr/>
          <p:nvPr/>
        </p:nvGrpSpPr>
        <p:grpSpPr>
          <a:xfrm>
            <a:off x="368300" y="2753075"/>
            <a:ext cx="13004800" cy="2312919"/>
            <a:chOff x="-229887" y="2045538"/>
            <a:chExt cx="8739750" cy="1734689"/>
          </a:xfrm>
        </p:grpSpPr>
        <p:grpSp>
          <p:nvGrpSpPr>
            <p:cNvPr id="4" name="Google Shape;267;p21">
              <a:extLst>
                <a:ext uri="{FF2B5EF4-FFF2-40B4-BE49-F238E27FC236}">
                  <a16:creationId xmlns:a16="http://schemas.microsoft.com/office/drawing/2014/main" id="{D776D2DC-D961-8555-CDC1-1EF70D565386}"/>
                </a:ext>
              </a:extLst>
            </p:cNvPr>
            <p:cNvGrpSpPr/>
            <p:nvPr/>
          </p:nvGrpSpPr>
          <p:grpSpPr>
            <a:xfrm>
              <a:off x="4713" y="2045538"/>
              <a:ext cx="6410072" cy="1734689"/>
              <a:chOff x="4713" y="2045538"/>
              <a:chExt cx="6410072" cy="1734689"/>
            </a:xfrm>
          </p:grpSpPr>
          <p:sp>
            <p:nvSpPr>
              <p:cNvPr id="6" name="Google Shape;268;p21">
                <a:extLst>
                  <a:ext uri="{FF2B5EF4-FFF2-40B4-BE49-F238E27FC236}">
                    <a16:creationId xmlns:a16="http://schemas.microsoft.com/office/drawing/2014/main" id="{8F47345D-3F40-98B6-059F-0BBCA5B832A8}"/>
                  </a:ext>
                </a:extLst>
              </p:cNvPr>
              <p:cNvSpPr/>
              <p:nvPr/>
            </p:nvSpPr>
            <p:spPr>
              <a:xfrm>
                <a:off x="6061350" y="2046449"/>
                <a:ext cx="353435" cy="301800"/>
              </a:xfrm>
              <a:prstGeom prst="homePlate">
                <a:avLst>
                  <a:gd name="adj" fmla="val 5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7" name="Google Shape;269;p21">
                <a:extLst>
                  <a:ext uri="{FF2B5EF4-FFF2-40B4-BE49-F238E27FC236}">
                    <a16:creationId xmlns:a16="http://schemas.microsoft.com/office/drawing/2014/main" id="{F880FC5B-3160-25EE-33CF-9D6B7D487BB5}"/>
                  </a:ext>
                </a:extLst>
              </p:cNvPr>
              <p:cNvSpPr/>
              <p:nvPr/>
            </p:nvSpPr>
            <p:spPr>
              <a:xfrm flipH="1">
                <a:off x="2057468" y="2045538"/>
                <a:ext cx="4184768" cy="1734689"/>
              </a:xfrm>
              <a:custGeom>
                <a:avLst/>
                <a:gdLst/>
                <a:ahLst/>
                <a:cxnLst/>
                <a:rect l="l" t="t" r="r" b="b"/>
                <a:pathLst>
                  <a:path w="16926" h="6699" extrusionOk="0">
                    <a:moveTo>
                      <a:pt x="16347" y="6698"/>
                    </a:moveTo>
                    <a:lnTo>
                      <a:pt x="2044" y="6698"/>
                    </a:lnTo>
                    <a:lnTo>
                      <a:pt x="2044" y="6698"/>
                    </a:lnTo>
                    <a:cubicBezTo>
                      <a:pt x="917" y="6698"/>
                      <a:pt x="0" y="5782"/>
                      <a:pt x="0" y="4655"/>
                    </a:cubicBezTo>
                    <a:lnTo>
                      <a:pt x="0" y="4655"/>
                    </a:lnTo>
                    <a:cubicBezTo>
                      <a:pt x="0" y="3528"/>
                      <a:pt x="917" y="2611"/>
                      <a:pt x="2044" y="2611"/>
                    </a:cubicBezTo>
                    <a:lnTo>
                      <a:pt x="15041" y="2611"/>
                    </a:lnTo>
                    <a:lnTo>
                      <a:pt x="15041" y="2611"/>
                    </a:lnTo>
                    <a:cubicBezTo>
                      <a:pt x="15442" y="2611"/>
                      <a:pt x="15769" y="2285"/>
                      <a:pt x="15769" y="1884"/>
                    </a:cubicBezTo>
                    <a:lnTo>
                      <a:pt x="15769" y="1884"/>
                    </a:lnTo>
                    <a:cubicBezTo>
                      <a:pt x="15769" y="1482"/>
                      <a:pt x="15442" y="1156"/>
                      <a:pt x="15041" y="1156"/>
                    </a:cubicBezTo>
                    <a:lnTo>
                      <a:pt x="578" y="1156"/>
                    </a:lnTo>
                    <a:lnTo>
                      <a:pt x="578" y="0"/>
                    </a:lnTo>
                    <a:lnTo>
                      <a:pt x="15041" y="0"/>
                    </a:lnTo>
                    <a:lnTo>
                      <a:pt x="15041" y="0"/>
                    </a:lnTo>
                    <a:cubicBezTo>
                      <a:pt x="16080" y="0"/>
                      <a:pt x="16925" y="845"/>
                      <a:pt x="16925" y="1884"/>
                    </a:cubicBezTo>
                    <a:lnTo>
                      <a:pt x="16925" y="1884"/>
                    </a:lnTo>
                    <a:cubicBezTo>
                      <a:pt x="16925" y="2922"/>
                      <a:pt x="16080" y="3768"/>
                      <a:pt x="15041" y="3768"/>
                    </a:cubicBezTo>
                    <a:lnTo>
                      <a:pt x="2044" y="3768"/>
                    </a:lnTo>
                    <a:lnTo>
                      <a:pt x="2044" y="3768"/>
                    </a:lnTo>
                    <a:cubicBezTo>
                      <a:pt x="1554" y="3768"/>
                      <a:pt x="1156" y="4166"/>
                      <a:pt x="1156" y="4655"/>
                    </a:cubicBezTo>
                    <a:lnTo>
                      <a:pt x="1156" y="4655"/>
                    </a:lnTo>
                    <a:cubicBezTo>
                      <a:pt x="1156" y="5144"/>
                      <a:pt x="1554" y="5542"/>
                      <a:pt x="2044" y="5542"/>
                    </a:cubicBezTo>
                    <a:lnTo>
                      <a:pt x="16347" y="5542"/>
                    </a:lnTo>
                    <a:lnTo>
                      <a:pt x="16347" y="6698"/>
                    </a:lnTo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45733" tIns="22867" rIns="45733" bIns="22867" anchor="ctr" anchorCtr="0">
                <a:noAutofit/>
              </a:bodyPr>
              <a:lstStyle/>
              <a:p>
                <a:endParaRPr sz="3200" dirty="0">
                  <a:solidFill>
                    <a:srgbClr val="000000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8" name="Google Shape;270;p21">
                <a:extLst>
                  <a:ext uri="{FF2B5EF4-FFF2-40B4-BE49-F238E27FC236}">
                    <a16:creationId xmlns:a16="http://schemas.microsoft.com/office/drawing/2014/main" id="{ABC80879-D61F-BCB8-9E1D-B51F48949775}"/>
                  </a:ext>
                </a:extLst>
              </p:cNvPr>
              <p:cNvSpPr/>
              <p:nvPr/>
            </p:nvSpPr>
            <p:spPr>
              <a:xfrm flipH="1">
                <a:off x="4713" y="3481700"/>
                <a:ext cx="4132800" cy="2985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</p:grpSp>
        <p:sp>
          <p:nvSpPr>
            <p:cNvPr id="5" name="Google Shape;271;p21">
              <a:extLst>
                <a:ext uri="{FF2B5EF4-FFF2-40B4-BE49-F238E27FC236}">
                  <a16:creationId xmlns:a16="http://schemas.microsoft.com/office/drawing/2014/main" id="{51C652F1-F53E-5E4D-804B-129C71934688}"/>
                </a:ext>
              </a:extLst>
            </p:cNvPr>
            <p:cNvSpPr/>
            <p:nvPr/>
          </p:nvSpPr>
          <p:spPr>
            <a:xfrm flipH="1">
              <a:off x="-229887" y="2167250"/>
              <a:ext cx="8739750" cy="1463375"/>
            </a:xfrm>
            <a:custGeom>
              <a:avLst/>
              <a:gdLst/>
              <a:ahLst/>
              <a:cxnLst/>
              <a:rect l="l" t="t" r="r" b="b"/>
              <a:pathLst>
                <a:path w="349590" h="58535" extrusionOk="0">
                  <a:moveTo>
                    <a:pt x="0" y="0"/>
                  </a:moveTo>
                  <a:lnTo>
                    <a:pt x="237695" y="0"/>
                  </a:lnTo>
                  <a:lnTo>
                    <a:pt x="245457" y="4204"/>
                  </a:lnTo>
                  <a:lnTo>
                    <a:pt x="249338" y="8732"/>
                  </a:lnTo>
                  <a:lnTo>
                    <a:pt x="251925" y="16493"/>
                  </a:lnTo>
                  <a:lnTo>
                    <a:pt x="250631" y="21344"/>
                  </a:lnTo>
                  <a:lnTo>
                    <a:pt x="245780" y="26195"/>
                  </a:lnTo>
                  <a:lnTo>
                    <a:pt x="239636" y="27812"/>
                  </a:lnTo>
                  <a:lnTo>
                    <a:pt x="233815" y="28782"/>
                  </a:lnTo>
                  <a:lnTo>
                    <a:pt x="75674" y="28782"/>
                  </a:lnTo>
                  <a:lnTo>
                    <a:pt x="68883" y="31693"/>
                  </a:lnTo>
                  <a:lnTo>
                    <a:pt x="64679" y="38808"/>
                  </a:lnTo>
                  <a:lnTo>
                    <a:pt x="64679" y="47216"/>
                  </a:lnTo>
                  <a:lnTo>
                    <a:pt x="68236" y="54007"/>
                  </a:lnTo>
                  <a:lnTo>
                    <a:pt x="75351" y="58211"/>
                  </a:lnTo>
                  <a:lnTo>
                    <a:pt x="341182" y="58211"/>
                  </a:lnTo>
                  <a:lnTo>
                    <a:pt x="349590" y="58535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9" name="Google Shape;272;p21">
            <a:extLst>
              <a:ext uri="{FF2B5EF4-FFF2-40B4-BE49-F238E27FC236}">
                <a16:creationId xmlns:a16="http://schemas.microsoft.com/office/drawing/2014/main" id="{ECF0256C-9D26-8521-3B91-8F0736FA6CAD}"/>
              </a:ext>
            </a:extLst>
          </p:cNvPr>
          <p:cNvGrpSpPr/>
          <p:nvPr/>
        </p:nvGrpSpPr>
        <p:grpSpPr>
          <a:xfrm>
            <a:off x="973393" y="5475182"/>
            <a:ext cx="2292093" cy="1167988"/>
            <a:chOff x="457200" y="3860575"/>
            <a:chExt cx="1973580" cy="875991"/>
          </a:xfrm>
        </p:grpSpPr>
        <p:sp>
          <p:nvSpPr>
            <p:cNvPr id="10" name="Google Shape;273;p21">
              <a:extLst>
                <a:ext uri="{FF2B5EF4-FFF2-40B4-BE49-F238E27FC236}">
                  <a16:creationId xmlns:a16="http://schemas.microsoft.com/office/drawing/2014/main" id="{5A052363-0473-8302-E5C5-AB5DD86136B3}"/>
                </a:ext>
              </a:extLst>
            </p:cNvPr>
            <p:cNvSpPr txBox="1"/>
            <p:nvPr/>
          </p:nvSpPr>
          <p:spPr>
            <a:xfrm>
              <a:off x="457200" y="3860575"/>
              <a:ext cx="1973580" cy="3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/>
            <a:p>
              <a:pPr algn="ctr"/>
              <a:r>
                <a:rPr lang="en" sz="2133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Commercial Tools</a:t>
              </a:r>
              <a:endParaRPr sz="2133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1" name="Google Shape;274;p21">
              <a:extLst>
                <a:ext uri="{FF2B5EF4-FFF2-40B4-BE49-F238E27FC236}">
                  <a16:creationId xmlns:a16="http://schemas.microsoft.com/office/drawing/2014/main" id="{C61708E1-ADC9-3CC6-0ED9-87F0A3B7AEFF}"/>
                </a:ext>
              </a:extLst>
            </p:cNvPr>
            <p:cNvSpPr txBox="1"/>
            <p:nvPr/>
          </p:nvSpPr>
          <p:spPr>
            <a:xfrm>
              <a:off x="457200" y="4174966"/>
              <a:ext cx="1863000" cy="5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Apple Siri(2011)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IBM Watson Analytics (2014)</a:t>
              </a:r>
            </a:p>
            <a:p>
              <a:endParaRPr lang="en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endParaRPr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2" name="Google Shape;275;p21">
            <a:extLst>
              <a:ext uri="{FF2B5EF4-FFF2-40B4-BE49-F238E27FC236}">
                <a16:creationId xmlns:a16="http://schemas.microsoft.com/office/drawing/2014/main" id="{110D9144-51B7-6357-529B-09B647754DB4}"/>
              </a:ext>
            </a:extLst>
          </p:cNvPr>
          <p:cNvSpPr/>
          <p:nvPr/>
        </p:nvSpPr>
        <p:spPr>
          <a:xfrm>
            <a:off x="1098455" y="4222141"/>
            <a:ext cx="392000" cy="39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" name="Google Shape;276;p21">
            <a:extLst>
              <a:ext uri="{FF2B5EF4-FFF2-40B4-BE49-F238E27FC236}">
                <a16:creationId xmlns:a16="http://schemas.microsoft.com/office/drawing/2014/main" id="{441D5CF7-DBF6-FD37-FF24-A825D50EF4AA}"/>
              </a:ext>
            </a:extLst>
          </p:cNvPr>
          <p:cNvGrpSpPr/>
          <p:nvPr/>
        </p:nvGrpSpPr>
        <p:grpSpPr>
          <a:xfrm>
            <a:off x="6374390" y="5334687"/>
            <a:ext cx="2539408" cy="1221789"/>
            <a:chOff x="3787673" y="3569277"/>
            <a:chExt cx="2071709" cy="916342"/>
          </a:xfrm>
        </p:grpSpPr>
        <p:sp>
          <p:nvSpPr>
            <p:cNvPr id="14" name="Google Shape;277;p21">
              <a:extLst>
                <a:ext uri="{FF2B5EF4-FFF2-40B4-BE49-F238E27FC236}">
                  <a16:creationId xmlns:a16="http://schemas.microsoft.com/office/drawing/2014/main" id="{C210E16C-AE6A-4215-9F19-4252F9D1B7C2}"/>
                </a:ext>
              </a:extLst>
            </p:cNvPr>
            <p:cNvSpPr txBox="1"/>
            <p:nvPr/>
          </p:nvSpPr>
          <p:spPr>
            <a:xfrm>
              <a:off x="3787673" y="3569277"/>
              <a:ext cx="2061052" cy="459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/>
            <a:p>
              <a:pPr algn="ctr"/>
              <a:r>
                <a:rPr lang="en" sz="2133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NLIs for Visualization</a:t>
              </a:r>
              <a:endParaRPr sz="2133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278;p21">
              <a:extLst>
                <a:ext uri="{FF2B5EF4-FFF2-40B4-BE49-F238E27FC236}">
                  <a16:creationId xmlns:a16="http://schemas.microsoft.com/office/drawing/2014/main" id="{3E0D0726-1FCD-1856-6AB1-433BFFC8A3A9}"/>
                </a:ext>
              </a:extLst>
            </p:cNvPr>
            <p:cNvSpPr txBox="1"/>
            <p:nvPr/>
          </p:nvSpPr>
          <p:spPr>
            <a:xfrm>
              <a:off x="3996382" y="3924019"/>
              <a:ext cx="1863000" cy="5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 err="1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Evizon</a:t>
              </a:r>
              <a:r>
                <a:rPr lang="en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(2018)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 err="1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Flowsense</a:t>
              </a:r>
              <a:r>
                <a:rPr lang="en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 (2019)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Articulate 2 (2020)</a:t>
              </a:r>
            </a:p>
            <a:p>
              <a:pPr algn="ctr"/>
              <a:endPara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6" name="Google Shape;282;p21">
            <a:extLst>
              <a:ext uri="{FF2B5EF4-FFF2-40B4-BE49-F238E27FC236}">
                <a16:creationId xmlns:a16="http://schemas.microsoft.com/office/drawing/2014/main" id="{B13AF596-46B9-CB09-1A95-2366A1ADCF23}"/>
              </a:ext>
            </a:extLst>
          </p:cNvPr>
          <p:cNvGrpSpPr/>
          <p:nvPr/>
        </p:nvGrpSpPr>
        <p:grpSpPr>
          <a:xfrm>
            <a:off x="207565" y="1534520"/>
            <a:ext cx="2692282" cy="1193194"/>
            <a:chOff x="156765" y="994405"/>
            <a:chExt cx="2019212" cy="894896"/>
          </a:xfrm>
        </p:grpSpPr>
        <p:sp>
          <p:nvSpPr>
            <p:cNvPr id="17" name="Google Shape;283;p21">
              <a:extLst>
                <a:ext uri="{FF2B5EF4-FFF2-40B4-BE49-F238E27FC236}">
                  <a16:creationId xmlns:a16="http://schemas.microsoft.com/office/drawing/2014/main" id="{CE8CC47B-816B-F797-6A83-C0E298878863}"/>
                </a:ext>
              </a:extLst>
            </p:cNvPr>
            <p:cNvSpPr txBox="1"/>
            <p:nvPr/>
          </p:nvSpPr>
          <p:spPr>
            <a:xfrm>
              <a:off x="156765" y="994405"/>
              <a:ext cx="18630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/>
            <a:p>
              <a:pPr algn="ctr"/>
              <a:r>
                <a:rPr lang="en" sz="2133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Early Research</a:t>
              </a:r>
              <a:endParaRPr sz="2133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8" name="Google Shape;284;p21">
              <a:extLst>
                <a:ext uri="{FF2B5EF4-FFF2-40B4-BE49-F238E27FC236}">
                  <a16:creationId xmlns:a16="http://schemas.microsoft.com/office/drawing/2014/main" id="{D09FD73D-5CBA-739D-4D4D-F176AD35F612}"/>
                </a:ext>
              </a:extLst>
            </p:cNvPr>
            <p:cNvSpPr txBox="1"/>
            <p:nvPr/>
          </p:nvSpPr>
          <p:spPr>
            <a:xfrm>
              <a:off x="312977" y="1327701"/>
              <a:ext cx="1863000" cy="5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Cox et al. (2001)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Articulate, Sun et al (2010)</a:t>
              </a:r>
              <a:endParaRPr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9" name="Google Shape;285;p21">
            <a:extLst>
              <a:ext uri="{FF2B5EF4-FFF2-40B4-BE49-F238E27FC236}">
                <a16:creationId xmlns:a16="http://schemas.microsoft.com/office/drawing/2014/main" id="{C1438D7C-227A-ABB8-2B4D-6A64280AC383}"/>
              </a:ext>
            </a:extLst>
          </p:cNvPr>
          <p:cNvGrpSpPr/>
          <p:nvPr/>
        </p:nvGrpSpPr>
        <p:grpSpPr>
          <a:xfrm>
            <a:off x="3890390" y="1159559"/>
            <a:ext cx="2842967" cy="1141010"/>
            <a:chOff x="3574978" y="1076982"/>
            <a:chExt cx="2132225" cy="855757"/>
          </a:xfrm>
        </p:grpSpPr>
        <p:sp>
          <p:nvSpPr>
            <p:cNvPr id="20" name="Google Shape;286;p21">
              <a:extLst>
                <a:ext uri="{FF2B5EF4-FFF2-40B4-BE49-F238E27FC236}">
                  <a16:creationId xmlns:a16="http://schemas.microsoft.com/office/drawing/2014/main" id="{23741DAC-EA0E-A893-B73A-D175F601B75D}"/>
                </a:ext>
              </a:extLst>
            </p:cNvPr>
            <p:cNvSpPr txBox="1"/>
            <p:nvPr/>
          </p:nvSpPr>
          <p:spPr>
            <a:xfrm>
              <a:off x="3574978" y="1076982"/>
              <a:ext cx="1863000" cy="35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/>
            <a:p>
              <a:pPr algn="ctr"/>
              <a:r>
                <a:rPr lang="en" sz="2133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NLP Milestones</a:t>
              </a:r>
              <a:endParaRPr sz="2133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1" name="Google Shape;287;p21">
              <a:extLst>
                <a:ext uri="{FF2B5EF4-FFF2-40B4-BE49-F238E27FC236}">
                  <a16:creationId xmlns:a16="http://schemas.microsoft.com/office/drawing/2014/main" id="{C7FA1959-83F1-4238-4ED1-CA26C04DBE2C}"/>
                </a:ext>
              </a:extLst>
            </p:cNvPr>
            <p:cNvSpPr txBox="1"/>
            <p:nvPr/>
          </p:nvSpPr>
          <p:spPr>
            <a:xfrm>
              <a:off x="3645075" y="1371139"/>
              <a:ext cx="2062128" cy="5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Word Embeddings (2013)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Attention (2017)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BERT(2018)</a:t>
              </a:r>
            </a:p>
            <a:p>
              <a:pPr algn="ctr"/>
              <a:endParaRPr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22" name="Google Shape;291;p21">
            <a:extLst>
              <a:ext uri="{FF2B5EF4-FFF2-40B4-BE49-F238E27FC236}">
                <a16:creationId xmlns:a16="http://schemas.microsoft.com/office/drawing/2014/main" id="{9B1A2AE3-CC12-1CE7-FB73-6D7FBC992C57}"/>
              </a:ext>
            </a:extLst>
          </p:cNvPr>
          <p:cNvSpPr/>
          <p:nvPr/>
        </p:nvSpPr>
        <p:spPr>
          <a:xfrm>
            <a:off x="2873487" y="4138529"/>
            <a:ext cx="392000" cy="39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" name="Google Shape;292;p21">
            <a:extLst>
              <a:ext uri="{FF2B5EF4-FFF2-40B4-BE49-F238E27FC236}">
                <a16:creationId xmlns:a16="http://schemas.microsoft.com/office/drawing/2014/main" id="{D5F5AF83-F85F-09CE-E26A-E36EA08A6B3F}"/>
              </a:ext>
            </a:extLst>
          </p:cNvPr>
          <p:cNvSpPr/>
          <p:nvPr/>
        </p:nvSpPr>
        <p:spPr>
          <a:xfrm>
            <a:off x="4292865" y="4116439"/>
            <a:ext cx="392000" cy="3920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" name="Google Shape;293;p21">
            <a:extLst>
              <a:ext uri="{FF2B5EF4-FFF2-40B4-BE49-F238E27FC236}">
                <a16:creationId xmlns:a16="http://schemas.microsoft.com/office/drawing/2014/main" id="{3950EA9C-E09D-4FD1-B2D8-34160FE3034E}"/>
              </a:ext>
            </a:extLst>
          </p:cNvPr>
          <p:cNvSpPr/>
          <p:nvPr/>
        </p:nvSpPr>
        <p:spPr>
          <a:xfrm>
            <a:off x="6612684" y="3156690"/>
            <a:ext cx="392000" cy="39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5" name="Google Shape;296;p21">
            <a:extLst>
              <a:ext uri="{FF2B5EF4-FFF2-40B4-BE49-F238E27FC236}">
                <a16:creationId xmlns:a16="http://schemas.microsoft.com/office/drawing/2014/main" id="{65B3AA6F-48F7-9100-95F2-56628DCE44A1}"/>
              </a:ext>
            </a:extLst>
          </p:cNvPr>
          <p:cNvCxnSpPr>
            <a:stCxn id="11" idx="3"/>
            <a:endCxn id="22" idx="4"/>
          </p:cNvCxnSpPr>
          <p:nvPr/>
        </p:nvCxnSpPr>
        <p:spPr>
          <a:xfrm flipH="1" flipV="1">
            <a:off x="3069487" y="4530529"/>
            <a:ext cx="67573" cy="1738241"/>
          </a:xfrm>
          <a:prstGeom prst="bentConnector4">
            <a:avLst>
              <a:gd name="adj1" fmla="val -338301"/>
              <a:gd name="adj2" fmla="val 6076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6" name="Google Shape;297;p21">
            <a:extLst>
              <a:ext uri="{FF2B5EF4-FFF2-40B4-BE49-F238E27FC236}">
                <a16:creationId xmlns:a16="http://schemas.microsoft.com/office/drawing/2014/main" id="{6027CCE9-72A8-4AA6-203D-1B8BB635DAE7}"/>
              </a:ext>
            </a:extLst>
          </p:cNvPr>
          <p:cNvCxnSpPr>
            <a:cxnSpLocks/>
            <a:endCxn id="23" idx="0"/>
          </p:cNvCxnSpPr>
          <p:nvPr/>
        </p:nvCxnSpPr>
        <p:spPr>
          <a:xfrm rot="5400000">
            <a:off x="3712649" y="3204304"/>
            <a:ext cx="1688351" cy="135918"/>
          </a:xfrm>
          <a:prstGeom prst="bentConnector3">
            <a:avLst>
              <a:gd name="adj1" fmla="val 4037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7" name="Google Shape;298;p21">
            <a:extLst>
              <a:ext uri="{FF2B5EF4-FFF2-40B4-BE49-F238E27FC236}">
                <a16:creationId xmlns:a16="http://schemas.microsoft.com/office/drawing/2014/main" id="{69A07317-E2FD-C1C0-FD3F-CE512B466334}"/>
              </a:ext>
            </a:extLst>
          </p:cNvPr>
          <p:cNvCxnSpPr>
            <a:cxnSpLocks/>
            <a:stCxn id="14" idx="1"/>
            <a:endCxn id="24" idx="4"/>
          </p:cNvCxnSpPr>
          <p:nvPr/>
        </p:nvCxnSpPr>
        <p:spPr>
          <a:xfrm rot="10800000" flipH="1">
            <a:off x="6374390" y="3548690"/>
            <a:ext cx="434294" cy="2092094"/>
          </a:xfrm>
          <a:prstGeom prst="bentConnector4">
            <a:avLst>
              <a:gd name="adj1" fmla="val -52637"/>
              <a:gd name="adj2" fmla="val 5731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" name="Google Shape;299;p21">
            <a:extLst>
              <a:ext uri="{FF2B5EF4-FFF2-40B4-BE49-F238E27FC236}">
                <a16:creationId xmlns:a16="http://schemas.microsoft.com/office/drawing/2014/main" id="{F9CABAB7-CCEE-93D4-FC2A-5112A0613E4A}"/>
              </a:ext>
            </a:extLst>
          </p:cNvPr>
          <p:cNvCxnSpPr>
            <a:cxnSpLocks/>
          </p:cNvCxnSpPr>
          <p:nvPr/>
        </p:nvCxnSpPr>
        <p:spPr>
          <a:xfrm>
            <a:off x="1294455" y="2901207"/>
            <a:ext cx="0" cy="12746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" name="Title 1">
            <a:extLst>
              <a:ext uri="{FF2B5EF4-FFF2-40B4-BE49-F238E27FC236}">
                <a16:creationId xmlns:a16="http://schemas.microsoft.com/office/drawing/2014/main" id="{1869D096-560A-7E72-C1C7-D71B1B75FD95}"/>
              </a:ext>
            </a:extLst>
          </p:cNvPr>
          <p:cNvSpPr txBox="1">
            <a:spLocks/>
          </p:cNvSpPr>
          <p:nvPr/>
        </p:nvSpPr>
        <p:spPr>
          <a:xfrm>
            <a:off x="0" y="-14622"/>
            <a:ext cx="10399059" cy="954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100" dirty="0"/>
              <a:t>Conversational Assistant for Data Visualization Timeline:</a:t>
            </a:r>
          </a:p>
        </p:txBody>
      </p:sp>
      <p:sp>
        <p:nvSpPr>
          <p:cNvPr id="30" name="Google Shape;293;p21">
            <a:extLst>
              <a:ext uri="{FF2B5EF4-FFF2-40B4-BE49-F238E27FC236}">
                <a16:creationId xmlns:a16="http://schemas.microsoft.com/office/drawing/2014/main" id="{DFFC32BC-B30A-97B0-FB4F-61E2D825B4A9}"/>
              </a:ext>
            </a:extLst>
          </p:cNvPr>
          <p:cNvSpPr/>
          <p:nvPr/>
        </p:nvSpPr>
        <p:spPr>
          <a:xfrm>
            <a:off x="9282590" y="3212415"/>
            <a:ext cx="392000" cy="392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1" name="Google Shape;276;p21">
            <a:extLst>
              <a:ext uri="{FF2B5EF4-FFF2-40B4-BE49-F238E27FC236}">
                <a16:creationId xmlns:a16="http://schemas.microsoft.com/office/drawing/2014/main" id="{B8CD67C5-83F8-572C-0FEF-52D834384DD0}"/>
              </a:ext>
            </a:extLst>
          </p:cNvPr>
          <p:cNvGrpSpPr/>
          <p:nvPr/>
        </p:nvGrpSpPr>
        <p:grpSpPr>
          <a:xfrm>
            <a:off x="8516296" y="427546"/>
            <a:ext cx="2736367" cy="2516175"/>
            <a:chOff x="3519059" y="3287950"/>
            <a:chExt cx="2323960" cy="1887131"/>
          </a:xfrm>
        </p:grpSpPr>
        <p:sp>
          <p:nvSpPr>
            <p:cNvPr id="32" name="Google Shape;277;p21">
              <a:extLst>
                <a:ext uri="{FF2B5EF4-FFF2-40B4-BE49-F238E27FC236}">
                  <a16:creationId xmlns:a16="http://schemas.microsoft.com/office/drawing/2014/main" id="{05C4DF6B-51BE-E251-4021-91BAC28C1E93}"/>
                </a:ext>
              </a:extLst>
            </p:cNvPr>
            <p:cNvSpPr txBox="1"/>
            <p:nvPr/>
          </p:nvSpPr>
          <p:spPr>
            <a:xfrm>
              <a:off x="3519059" y="3287950"/>
              <a:ext cx="2061052" cy="459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/>
            <a:p>
              <a:pPr algn="ctr"/>
              <a:r>
                <a:rPr lang="en" sz="2133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LLM-based NLIs</a:t>
              </a:r>
              <a:endParaRPr sz="2133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3" name="Google Shape;278;p21">
              <a:extLst>
                <a:ext uri="{FF2B5EF4-FFF2-40B4-BE49-F238E27FC236}">
                  <a16:creationId xmlns:a16="http://schemas.microsoft.com/office/drawing/2014/main" id="{A5B92628-6753-BABE-B22D-C09C6C4B0F39}"/>
                </a:ext>
              </a:extLst>
            </p:cNvPr>
            <p:cNvSpPr txBox="1"/>
            <p:nvPr/>
          </p:nvSpPr>
          <p:spPr>
            <a:xfrm>
              <a:off x="3772106" y="3560059"/>
              <a:ext cx="2070913" cy="1615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 err="1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JarviX</a:t>
              </a:r>
              <a:r>
                <a:rPr lang="en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(2023)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Chat2Vis (2023)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sz="1600" dirty="0">
                  <a:solidFill>
                    <a:schemeClr val="dk1"/>
                  </a:solidFill>
                  <a:ea typeface="Montserrat Medium"/>
                  <a:cs typeface="Montserrat Medium"/>
                  <a:sym typeface="Montserrat Medium"/>
                </a:rPr>
                <a:t>LIDA (2023)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VIST5 (2023)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 err="1"/>
                <a:t>ChartAssistant</a:t>
              </a:r>
              <a:r>
                <a:rPr lang="en-US" sz="1600" dirty="0"/>
                <a:t> (2024)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 err="1"/>
                <a:t>WaitGPT</a:t>
              </a:r>
              <a:r>
                <a:rPr lang="en-US" sz="1600" dirty="0"/>
                <a:t> (2024)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Data Formulator 2 (2025)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6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endParaRPr>
            </a:p>
            <a:p>
              <a:pPr algn="ctr"/>
              <a:endParaRPr lang="en" sz="1600" dirty="0">
                <a:solidFill>
                  <a:schemeClr val="dk1"/>
                </a:solidFill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34" name="Google Shape;298;p21">
            <a:extLst>
              <a:ext uri="{FF2B5EF4-FFF2-40B4-BE49-F238E27FC236}">
                <a16:creationId xmlns:a16="http://schemas.microsoft.com/office/drawing/2014/main" id="{8A41BB2D-59EA-44AB-FC68-11765A944D6C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 flipH="1" flipV="1">
            <a:off x="8814248" y="1867039"/>
            <a:ext cx="468342" cy="1541375"/>
          </a:xfrm>
          <a:prstGeom prst="bentConnector4">
            <a:avLst>
              <a:gd name="adj1" fmla="val -48810"/>
              <a:gd name="adj2" fmla="val 8492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5" name="Slide Number Placeholder 1">
            <a:extLst>
              <a:ext uri="{FF2B5EF4-FFF2-40B4-BE49-F238E27FC236}">
                <a16:creationId xmlns:a16="http://schemas.microsoft.com/office/drawing/2014/main" id="{28BF5554-A235-C952-9B62-3E7CF330C911}"/>
              </a:ext>
            </a:extLst>
          </p:cNvPr>
          <p:cNvSpPr txBox="1">
            <a:spLocks/>
          </p:cNvSpPr>
          <p:nvPr/>
        </p:nvSpPr>
        <p:spPr>
          <a:xfrm>
            <a:off x="11802067" y="6336984"/>
            <a:ext cx="29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92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22" grpId="0" animBg="1"/>
      <p:bldP spid="22" grpId="1" animBg="1"/>
      <p:bldP spid="23" grpId="0" animBg="1"/>
      <p:bldP spid="24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A6BBA-CD88-D7CB-517E-97C7EF16D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2211D1-A46C-85B1-73C7-2C75FB2F3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9192"/>
            <a:ext cx="10399059" cy="55302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100" dirty="0"/>
              <a:t>Research Gap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94B92D1-9482-2C5A-F45C-BADF1DCB305F}"/>
              </a:ext>
            </a:extLst>
          </p:cNvPr>
          <p:cNvSpPr txBox="1"/>
          <p:nvPr/>
        </p:nvSpPr>
        <p:spPr>
          <a:xfrm>
            <a:off x="113537" y="842220"/>
            <a:ext cx="9078007" cy="6481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System Font Regular"/>
              <a:buChar char="❌"/>
            </a:pPr>
            <a:r>
              <a:rPr lang="en-US" sz="2400" dirty="0"/>
              <a:t>Not Interactive or Conversational (Chat2Vis, </a:t>
            </a:r>
            <a:r>
              <a:rPr lang="en-US" sz="2400" dirty="0" err="1"/>
              <a:t>JarviX</a:t>
            </a:r>
            <a:r>
              <a:rPr lang="en-US" sz="2400" dirty="0"/>
              <a:t>)</a:t>
            </a:r>
          </a:p>
          <a:p>
            <a:pPr marL="342900" indent="-34290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System Font Regular"/>
              <a:buChar char="❌"/>
            </a:pPr>
            <a:r>
              <a:rPr lang="en-US" sz="2400" dirty="0"/>
              <a:t>Not Trained with Conversational Data (</a:t>
            </a:r>
            <a:r>
              <a:rPr lang="en-US" sz="2400" dirty="0" err="1"/>
              <a:t>ncNet</a:t>
            </a:r>
            <a:r>
              <a:rPr lang="en-US" sz="2400" dirty="0"/>
              <a:t>, </a:t>
            </a:r>
            <a:r>
              <a:rPr lang="en-US" sz="2400" dirty="0" err="1"/>
              <a:t>ChartAssistant</a:t>
            </a:r>
            <a:r>
              <a:rPr lang="en-US" sz="2400" dirty="0"/>
              <a:t>)</a:t>
            </a:r>
          </a:p>
          <a:p>
            <a:pPr marL="342900" indent="-34290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System Font Regular"/>
              <a:buChar char="❌"/>
            </a:pPr>
            <a:r>
              <a:rPr lang="en-US" sz="2400" dirty="0"/>
              <a:t>Use of Complex Prompts(Chat2Vis)</a:t>
            </a:r>
          </a:p>
          <a:p>
            <a:pPr marL="342900" indent="-34290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System Font Regular"/>
              <a:buChar char="❌"/>
            </a:pPr>
            <a:r>
              <a:rPr lang="en-US" sz="2400" dirty="0"/>
              <a:t>Not Evaluated with User Studies(Chat2Vis, LIDA, </a:t>
            </a:r>
            <a:r>
              <a:rPr lang="en-US" sz="2400" dirty="0" err="1"/>
              <a:t>ChartAssistant</a:t>
            </a:r>
            <a:r>
              <a:rPr lang="en-US" sz="2400" dirty="0"/>
              <a:t>)</a:t>
            </a:r>
          </a:p>
          <a:p>
            <a:pPr marL="342900" indent="-34290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System Font Regular"/>
              <a:buChar char="❌"/>
            </a:pPr>
            <a:r>
              <a:rPr lang="en-US" sz="2400" dirty="0"/>
              <a:t>Limited or no focus on collaborative visualization or visual analytics(Chat2Vis, LIDA, </a:t>
            </a:r>
            <a:r>
              <a:rPr lang="en-US" sz="2400" dirty="0" err="1"/>
              <a:t>JarviX</a:t>
            </a:r>
            <a:r>
              <a:rPr lang="en-US" sz="2400" dirty="0"/>
              <a:t>, </a:t>
            </a:r>
            <a:r>
              <a:rPr lang="en-US" sz="2400" dirty="0" err="1"/>
              <a:t>ncNet</a:t>
            </a:r>
            <a:r>
              <a:rPr lang="en-US" sz="2400" dirty="0"/>
              <a:t>, VIST5, </a:t>
            </a:r>
            <a:r>
              <a:rPr lang="en-US" sz="2400" dirty="0" err="1"/>
              <a:t>ChartAssistant</a:t>
            </a:r>
            <a:r>
              <a:rPr lang="en-US" sz="2400" dirty="0"/>
              <a:t>, </a:t>
            </a:r>
            <a:r>
              <a:rPr lang="en-US" sz="2400" dirty="0" err="1"/>
              <a:t>WaitGPT</a:t>
            </a:r>
            <a:r>
              <a:rPr lang="en-US" sz="2400" dirty="0"/>
              <a:t>, Data Formulator 2)</a:t>
            </a:r>
          </a:p>
          <a:p>
            <a:pPr marL="342900" indent="-34290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System Font Regular"/>
              <a:buChar char="❌"/>
            </a:pPr>
            <a:endParaRPr lang="en-US" sz="2400" dirty="0"/>
          </a:p>
          <a:p>
            <a:pPr>
              <a:lnSpc>
                <a:spcPct val="200000"/>
              </a:lnSpc>
              <a:buClr>
                <a:schemeClr val="accent2">
                  <a:lumMod val="75000"/>
                </a:schemeClr>
              </a:buClr>
            </a:pPr>
            <a:endParaRPr lang="en-US" dirty="0"/>
          </a:p>
        </p:txBody>
      </p:sp>
      <p:pic>
        <p:nvPicPr>
          <p:cNvPr id="2" name="Graphic 1" descr="Puzzle pieces with solid fill">
            <a:extLst>
              <a:ext uri="{FF2B5EF4-FFF2-40B4-BE49-F238E27FC236}">
                <a16:creationId xmlns:a16="http://schemas.microsoft.com/office/drawing/2014/main" id="{9B9B4D1F-C646-A75E-CACE-52DFC605F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854" y="1071046"/>
            <a:ext cx="4055897" cy="4055897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AD69941F-EF88-AB05-CB62-6498A8286185}"/>
              </a:ext>
            </a:extLst>
          </p:cNvPr>
          <p:cNvSpPr/>
          <p:nvPr/>
        </p:nvSpPr>
        <p:spPr>
          <a:xfrm>
            <a:off x="10335857" y="1623527"/>
            <a:ext cx="1823624" cy="1660849"/>
          </a:xfrm>
          <a:custGeom>
            <a:avLst/>
            <a:gdLst>
              <a:gd name="connsiteX0" fmla="*/ 78799 w 1823624"/>
              <a:gd name="connsiteY0" fmla="*/ 149289 h 1660849"/>
              <a:gd name="connsiteX1" fmla="*/ 78799 w 1823624"/>
              <a:gd name="connsiteY1" fmla="*/ 149289 h 1660849"/>
              <a:gd name="connsiteX2" fmla="*/ 41477 w 1823624"/>
              <a:gd name="connsiteY2" fmla="*/ 233265 h 1660849"/>
              <a:gd name="connsiteX3" fmla="*/ 13485 w 1823624"/>
              <a:gd name="connsiteY3" fmla="*/ 289249 h 1660849"/>
              <a:gd name="connsiteX4" fmla="*/ 13485 w 1823624"/>
              <a:gd name="connsiteY4" fmla="*/ 457200 h 1660849"/>
              <a:gd name="connsiteX5" fmla="*/ 32146 w 1823624"/>
              <a:gd name="connsiteY5" fmla="*/ 615820 h 1660849"/>
              <a:gd name="connsiteX6" fmla="*/ 41477 w 1823624"/>
              <a:gd name="connsiteY6" fmla="*/ 774440 h 1660849"/>
              <a:gd name="connsiteX7" fmla="*/ 60138 w 1823624"/>
              <a:gd name="connsiteY7" fmla="*/ 886408 h 1660849"/>
              <a:gd name="connsiteX8" fmla="*/ 69469 w 1823624"/>
              <a:gd name="connsiteY8" fmla="*/ 961053 h 1660849"/>
              <a:gd name="connsiteX9" fmla="*/ 97461 w 1823624"/>
              <a:gd name="connsiteY9" fmla="*/ 1082351 h 1660849"/>
              <a:gd name="connsiteX10" fmla="*/ 162775 w 1823624"/>
              <a:gd name="connsiteY10" fmla="*/ 1156995 h 1660849"/>
              <a:gd name="connsiteX11" fmla="*/ 181436 w 1823624"/>
              <a:gd name="connsiteY11" fmla="*/ 1175657 h 1660849"/>
              <a:gd name="connsiteX12" fmla="*/ 218759 w 1823624"/>
              <a:gd name="connsiteY12" fmla="*/ 1231640 h 1660849"/>
              <a:gd name="connsiteX13" fmla="*/ 265412 w 1823624"/>
              <a:gd name="connsiteY13" fmla="*/ 1287624 h 1660849"/>
              <a:gd name="connsiteX14" fmla="*/ 358718 w 1823624"/>
              <a:gd name="connsiteY14" fmla="*/ 1343608 h 1660849"/>
              <a:gd name="connsiteX15" fmla="*/ 414701 w 1823624"/>
              <a:gd name="connsiteY15" fmla="*/ 1362269 h 1660849"/>
              <a:gd name="connsiteX16" fmla="*/ 433363 w 1823624"/>
              <a:gd name="connsiteY16" fmla="*/ 1380930 h 1660849"/>
              <a:gd name="connsiteX17" fmla="*/ 470685 w 1823624"/>
              <a:gd name="connsiteY17" fmla="*/ 1390261 h 1660849"/>
              <a:gd name="connsiteX18" fmla="*/ 498677 w 1823624"/>
              <a:gd name="connsiteY18" fmla="*/ 1399591 h 1660849"/>
              <a:gd name="connsiteX19" fmla="*/ 573322 w 1823624"/>
              <a:gd name="connsiteY19" fmla="*/ 1418253 h 1660849"/>
              <a:gd name="connsiteX20" fmla="*/ 666628 w 1823624"/>
              <a:gd name="connsiteY20" fmla="*/ 1446244 h 1660849"/>
              <a:gd name="connsiteX21" fmla="*/ 694620 w 1823624"/>
              <a:gd name="connsiteY21" fmla="*/ 1464906 h 1660849"/>
              <a:gd name="connsiteX22" fmla="*/ 759934 w 1823624"/>
              <a:gd name="connsiteY22" fmla="*/ 1483567 h 1660849"/>
              <a:gd name="connsiteX23" fmla="*/ 787926 w 1823624"/>
              <a:gd name="connsiteY23" fmla="*/ 1502228 h 1660849"/>
              <a:gd name="connsiteX24" fmla="*/ 825248 w 1823624"/>
              <a:gd name="connsiteY24" fmla="*/ 1511559 h 1660849"/>
              <a:gd name="connsiteX25" fmla="*/ 927885 w 1823624"/>
              <a:gd name="connsiteY25" fmla="*/ 1548881 h 1660849"/>
              <a:gd name="connsiteX26" fmla="*/ 965208 w 1823624"/>
              <a:gd name="connsiteY26" fmla="*/ 1558212 h 1660849"/>
              <a:gd name="connsiteX27" fmla="*/ 1002530 w 1823624"/>
              <a:gd name="connsiteY27" fmla="*/ 1576873 h 1660849"/>
              <a:gd name="connsiteX28" fmla="*/ 1058514 w 1823624"/>
              <a:gd name="connsiteY28" fmla="*/ 1595534 h 1660849"/>
              <a:gd name="connsiteX29" fmla="*/ 1086506 w 1823624"/>
              <a:gd name="connsiteY29" fmla="*/ 1604865 h 1660849"/>
              <a:gd name="connsiteX30" fmla="*/ 1123828 w 1823624"/>
              <a:gd name="connsiteY30" fmla="*/ 1623526 h 1660849"/>
              <a:gd name="connsiteX31" fmla="*/ 1245126 w 1823624"/>
              <a:gd name="connsiteY31" fmla="*/ 1651518 h 1660849"/>
              <a:gd name="connsiteX32" fmla="*/ 1291779 w 1823624"/>
              <a:gd name="connsiteY32" fmla="*/ 1660849 h 1660849"/>
              <a:gd name="connsiteX33" fmla="*/ 1394416 w 1823624"/>
              <a:gd name="connsiteY33" fmla="*/ 1651518 h 1660849"/>
              <a:gd name="connsiteX34" fmla="*/ 1459730 w 1823624"/>
              <a:gd name="connsiteY34" fmla="*/ 1632857 h 1660849"/>
              <a:gd name="connsiteX35" fmla="*/ 1487722 w 1823624"/>
              <a:gd name="connsiteY35" fmla="*/ 1604865 h 1660849"/>
              <a:gd name="connsiteX36" fmla="*/ 1543706 w 1823624"/>
              <a:gd name="connsiteY36" fmla="*/ 1567542 h 1660849"/>
              <a:gd name="connsiteX37" fmla="*/ 1581028 w 1823624"/>
              <a:gd name="connsiteY37" fmla="*/ 1511559 h 1660849"/>
              <a:gd name="connsiteX38" fmla="*/ 1599689 w 1823624"/>
              <a:gd name="connsiteY38" fmla="*/ 1483567 h 1660849"/>
              <a:gd name="connsiteX39" fmla="*/ 1618350 w 1823624"/>
              <a:gd name="connsiteY39" fmla="*/ 1446244 h 1660849"/>
              <a:gd name="connsiteX40" fmla="*/ 1637012 w 1823624"/>
              <a:gd name="connsiteY40" fmla="*/ 1427583 h 1660849"/>
              <a:gd name="connsiteX41" fmla="*/ 1674334 w 1823624"/>
              <a:gd name="connsiteY41" fmla="*/ 1380930 h 1660849"/>
              <a:gd name="connsiteX42" fmla="*/ 1720987 w 1823624"/>
              <a:gd name="connsiteY42" fmla="*/ 1278293 h 1660849"/>
              <a:gd name="connsiteX43" fmla="*/ 1767640 w 1823624"/>
              <a:gd name="connsiteY43" fmla="*/ 1203649 h 1660849"/>
              <a:gd name="connsiteX44" fmla="*/ 1786301 w 1823624"/>
              <a:gd name="connsiteY44" fmla="*/ 1147665 h 1660849"/>
              <a:gd name="connsiteX45" fmla="*/ 1795632 w 1823624"/>
              <a:gd name="connsiteY45" fmla="*/ 1082351 h 1660849"/>
              <a:gd name="connsiteX46" fmla="*/ 1804963 w 1823624"/>
              <a:gd name="connsiteY46" fmla="*/ 1026367 h 1660849"/>
              <a:gd name="connsiteX47" fmla="*/ 1814293 w 1823624"/>
              <a:gd name="connsiteY47" fmla="*/ 877077 h 1660849"/>
              <a:gd name="connsiteX48" fmla="*/ 1823624 w 1823624"/>
              <a:gd name="connsiteY48" fmla="*/ 783771 h 1660849"/>
              <a:gd name="connsiteX49" fmla="*/ 1814293 w 1823624"/>
              <a:gd name="connsiteY49" fmla="*/ 569167 h 1660849"/>
              <a:gd name="connsiteX50" fmla="*/ 1804963 w 1823624"/>
              <a:gd name="connsiteY50" fmla="*/ 541175 h 1660849"/>
              <a:gd name="connsiteX51" fmla="*/ 1786301 w 1823624"/>
              <a:gd name="connsiteY51" fmla="*/ 438538 h 1660849"/>
              <a:gd name="connsiteX52" fmla="*/ 1767640 w 1823624"/>
              <a:gd name="connsiteY52" fmla="*/ 401216 h 1660849"/>
              <a:gd name="connsiteX53" fmla="*/ 1683665 w 1823624"/>
              <a:gd name="connsiteY53" fmla="*/ 307910 h 1660849"/>
              <a:gd name="connsiteX54" fmla="*/ 1581028 w 1823624"/>
              <a:gd name="connsiteY54" fmla="*/ 233265 h 1660849"/>
              <a:gd name="connsiteX55" fmla="*/ 1413077 w 1823624"/>
              <a:gd name="connsiteY55" fmla="*/ 139959 h 1660849"/>
              <a:gd name="connsiteX56" fmla="*/ 1245126 w 1823624"/>
              <a:gd name="connsiteY56" fmla="*/ 83975 h 1660849"/>
              <a:gd name="connsiteX57" fmla="*/ 1170481 w 1823624"/>
              <a:gd name="connsiteY57" fmla="*/ 65314 h 1660849"/>
              <a:gd name="connsiteX58" fmla="*/ 1133159 w 1823624"/>
              <a:gd name="connsiteY58" fmla="*/ 46653 h 1660849"/>
              <a:gd name="connsiteX59" fmla="*/ 1039852 w 1823624"/>
              <a:gd name="connsiteY59" fmla="*/ 18661 h 1660849"/>
              <a:gd name="connsiteX60" fmla="*/ 918555 w 1823624"/>
              <a:gd name="connsiteY60" fmla="*/ 0 h 1660849"/>
              <a:gd name="connsiteX61" fmla="*/ 433363 w 1823624"/>
              <a:gd name="connsiteY61" fmla="*/ 18661 h 1660849"/>
              <a:gd name="connsiteX62" fmla="*/ 293404 w 1823624"/>
              <a:gd name="connsiteY62" fmla="*/ 37322 h 1660849"/>
              <a:gd name="connsiteX63" fmla="*/ 218759 w 1823624"/>
              <a:gd name="connsiteY63" fmla="*/ 55983 h 1660849"/>
              <a:gd name="connsiteX64" fmla="*/ 162775 w 1823624"/>
              <a:gd name="connsiteY64" fmla="*/ 74644 h 1660849"/>
              <a:gd name="connsiteX65" fmla="*/ 106791 w 1823624"/>
              <a:gd name="connsiteY65" fmla="*/ 102636 h 1660849"/>
              <a:gd name="connsiteX66" fmla="*/ 78799 w 1823624"/>
              <a:gd name="connsiteY66" fmla="*/ 121297 h 1660849"/>
              <a:gd name="connsiteX67" fmla="*/ 78799 w 1823624"/>
              <a:gd name="connsiteY67" fmla="*/ 149289 h 166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23624" h="1660849">
                <a:moveTo>
                  <a:pt x="78799" y="149289"/>
                </a:moveTo>
                <a:lnTo>
                  <a:pt x="78799" y="149289"/>
                </a:lnTo>
                <a:cubicBezTo>
                  <a:pt x="66358" y="177281"/>
                  <a:pt x="53258" y="204989"/>
                  <a:pt x="41477" y="233265"/>
                </a:cubicBezTo>
                <a:cubicBezTo>
                  <a:pt x="20017" y="284770"/>
                  <a:pt x="47388" y="238394"/>
                  <a:pt x="13485" y="289249"/>
                </a:cubicBezTo>
                <a:cubicBezTo>
                  <a:pt x="-10439" y="361025"/>
                  <a:pt x="2593" y="310151"/>
                  <a:pt x="13485" y="457200"/>
                </a:cubicBezTo>
                <a:cubicBezTo>
                  <a:pt x="22253" y="575571"/>
                  <a:pt x="16268" y="536423"/>
                  <a:pt x="32146" y="615820"/>
                </a:cubicBezTo>
                <a:cubicBezTo>
                  <a:pt x="35256" y="668693"/>
                  <a:pt x="37078" y="721658"/>
                  <a:pt x="41477" y="774440"/>
                </a:cubicBezTo>
                <a:cubicBezTo>
                  <a:pt x="47688" y="848972"/>
                  <a:pt x="50362" y="822864"/>
                  <a:pt x="60138" y="886408"/>
                </a:cubicBezTo>
                <a:cubicBezTo>
                  <a:pt x="63951" y="911192"/>
                  <a:pt x="66155" y="936198"/>
                  <a:pt x="69469" y="961053"/>
                </a:cubicBezTo>
                <a:cubicBezTo>
                  <a:pt x="71838" y="978820"/>
                  <a:pt x="80558" y="1065448"/>
                  <a:pt x="97461" y="1082351"/>
                </a:cubicBezTo>
                <a:cubicBezTo>
                  <a:pt x="212554" y="1197444"/>
                  <a:pt x="101061" y="1079852"/>
                  <a:pt x="162775" y="1156995"/>
                </a:cubicBezTo>
                <a:cubicBezTo>
                  <a:pt x="168270" y="1163864"/>
                  <a:pt x="176158" y="1168619"/>
                  <a:pt x="181436" y="1175657"/>
                </a:cubicBezTo>
                <a:cubicBezTo>
                  <a:pt x="194893" y="1193599"/>
                  <a:pt x="206318" y="1212979"/>
                  <a:pt x="218759" y="1231640"/>
                </a:cubicBezTo>
                <a:cubicBezTo>
                  <a:pt x="235348" y="1256523"/>
                  <a:pt x="240542" y="1268280"/>
                  <a:pt x="265412" y="1287624"/>
                </a:cubicBezTo>
                <a:cubicBezTo>
                  <a:pt x="288605" y="1305663"/>
                  <a:pt x="328849" y="1331660"/>
                  <a:pt x="358718" y="1343608"/>
                </a:cubicBezTo>
                <a:cubicBezTo>
                  <a:pt x="376981" y="1350914"/>
                  <a:pt x="414701" y="1362269"/>
                  <a:pt x="414701" y="1362269"/>
                </a:cubicBezTo>
                <a:cubicBezTo>
                  <a:pt x="420922" y="1368489"/>
                  <a:pt x="425495" y="1376996"/>
                  <a:pt x="433363" y="1380930"/>
                </a:cubicBezTo>
                <a:cubicBezTo>
                  <a:pt x="444833" y="1386665"/>
                  <a:pt x="458355" y="1386738"/>
                  <a:pt x="470685" y="1390261"/>
                </a:cubicBezTo>
                <a:cubicBezTo>
                  <a:pt x="480142" y="1392963"/>
                  <a:pt x="489188" y="1397003"/>
                  <a:pt x="498677" y="1399591"/>
                </a:cubicBezTo>
                <a:cubicBezTo>
                  <a:pt x="523421" y="1406339"/>
                  <a:pt x="548991" y="1410143"/>
                  <a:pt x="573322" y="1418253"/>
                </a:cubicBezTo>
                <a:cubicBezTo>
                  <a:pt x="641471" y="1440969"/>
                  <a:pt x="610223" y="1432143"/>
                  <a:pt x="666628" y="1446244"/>
                </a:cubicBezTo>
                <a:cubicBezTo>
                  <a:pt x="675959" y="1452465"/>
                  <a:pt x="684313" y="1460488"/>
                  <a:pt x="694620" y="1464906"/>
                </a:cubicBezTo>
                <a:cubicBezTo>
                  <a:pt x="736496" y="1482853"/>
                  <a:pt x="723602" y="1465401"/>
                  <a:pt x="759934" y="1483567"/>
                </a:cubicBezTo>
                <a:cubicBezTo>
                  <a:pt x="769964" y="1488582"/>
                  <a:pt x="777619" y="1497811"/>
                  <a:pt x="787926" y="1502228"/>
                </a:cubicBezTo>
                <a:cubicBezTo>
                  <a:pt x="799713" y="1507280"/>
                  <a:pt x="813082" y="1507504"/>
                  <a:pt x="825248" y="1511559"/>
                </a:cubicBezTo>
                <a:cubicBezTo>
                  <a:pt x="880903" y="1530111"/>
                  <a:pt x="866889" y="1533632"/>
                  <a:pt x="927885" y="1548881"/>
                </a:cubicBezTo>
                <a:cubicBezTo>
                  <a:pt x="940326" y="1551991"/>
                  <a:pt x="953201" y="1553709"/>
                  <a:pt x="965208" y="1558212"/>
                </a:cubicBezTo>
                <a:cubicBezTo>
                  <a:pt x="978231" y="1563096"/>
                  <a:pt x="989616" y="1571707"/>
                  <a:pt x="1002530" y="1576873"/>
                </a:cubicBezTo>
                <a:cubicBezTo>
                  <a:pt x="1020794" y="1584178"/>
                  <a:pt x="1039853" y="1589314"/>
                  <a:pt x="1058514" y="1595534"/>
                </a:cubicBezTo>
                <a:cubicBezTo>
                  <a:pt x="1067845" y="1598644"/>
                  <a:pt x="1077709" y="1600466"/>
                  <a:pt x="1086506" y="1604865"/>
                </a:cubicBezTo>
                <a:cubicBezTo>
                  <a:pt x="1098947" y="1611085"/>
                  <a:pt x="1111044" y="1618047"/>
                  <a:pt x="1123828" y="1623526"/>
                </a:cubicBezTo>
                <a:cubicBezTo>
                  <a:pt x="1157712" y="1638048"/>
                  <a:pt x="1220211" y="1646535"/>
                  <a:pt x="1245126" y="1651518"/>
                </a:cubicBezTo>
                <a:lnTo>
                  <a:pt x="1291779" y="1660849"/>
                </a:lnTo>
                <a:cubicBezTo>
                  <a:pt x="1325991" y="1657739"/>
                  <a:pt x="1360364" y="1656058"/>
                  <a:pt x="1394416" y="1651518"/>
                </a:cubicBezTo>
                <a:cubicBezTo>
                  <a:pt x="1413937" y="1648915"/>
                  <a:pt x="1440544" y="1639252"/>
                  <a:pt x="1459730" y="1632857"/>
                </a:cubicBezTo>
                <a:cubicBezTo>
                  <a:pt x="1469061" y="1623526"/>
                  <a:pt x="1477306" y="1612966"/>
                  <a:pt x="1487722" y="1604865"/>
                </a:cubicBezTo>
                <a:cubicBezTo>
                  <a:pt x="1505426" y="1591095"/>
                  <a:pt x="1543706" y="1567542"/>
                  <a:pt x="1543706" y="1567542"/>
                </a:cubicBezTo>
                <a:lnTo>
                  <a:pt x="1581028" y="1511559"/>
                </a:lnTo>
                <a:cubicBezTo>
                  <a:pt x="1587248" y="1502228"/>
                  <a:pt x="1594674" y="1493597"/>
                  <a:pt x="1599689" y="1483567"/>
                </a:cubicBezTo>
                <a:cubicBezTo>
                  <a:pt x="1605909" y="1471126"/>
                  <a:pt x="1610634" y="1457817"/>
                  <a:pt x="1618350" y="1446244"/>
                </a:cubicBezTo>
                <a:cubicBezTo>
                  <a:pt x="1623230" y="1438924"/>
                  <a:pt x="1631287" y="1434262"/>
                  <a:pt x="1637012" y="1427583"/>
                </a:cubicBezTo>
                <a:cubicBezTo>
                  <a:pt x="1649973" y="1412463"/>
                  <a:pt x="1663642" y="1397731"/>
                  <a:pt x="1674334" y="1380930"/>
                </a:cubicBezTo>
                <a:cubicBezTo>
                  <a:pt x="1712718" y="1320611"/>
                  <a:pt x="1692248" y="1335772"/>
                  <a:pt x="1720987" y="1278293"/>
                </a:cubicBezTo>
                <a:cubicBezTo>
                  <a:pt x="1765842" y="1188582"/>
                  <a:pt x="1707785" y="1335331"/>
                  <a:pt x="1767640" y="1203649"/>
                </a:cubicBezTo>
                <a:cubicBezTo>
                  <a:pt x="1775780" y="1185741"/>
                  <a:pt x="1786301" y="1147665"/>
                  <a:pt x="1786301" y="1147665"/>
                </a:cubicBezTo>
                <a:cubicBezTo>
                  <a:pt x="1789411" y="1125894"/>
                  <a:pt x="1792288" y="1104088"/>
                  <a:pt x="1795632" y="1082351"/>
                </a:cubicBezTo>
                <a:cubicBezTo>
                  <a:pt x="1798509" y="1063652"/>
                  <a:pt x="1803250" y="1045208"/>
                  <a:pt x="1804963" y="1026367"/>
                </a:cubicBezTo>
                <a:cubicBezTo>
                  <a:pt x="1809477" y="976711"/>
                  <a:pt x="1810469" y="926791"/>
                  <a:pt x="1814293" y="877077"/>
                </a:cubicBezTo>
                <a:cubicBezTo>
                  <a:pt x="1816690" y="845912"/>
                  <a:pt x="1820514" y="814873"/>
                  <a:pt x="1823624" y="783771"/>
                </a:cubicBezTo>
                <a:cubicBezTo>
                  <a:pt x="1820514" y="712236"/>
                  <a:pt x="1819785" y="640558"/>
                  <a:pt x="1814293" y="569167"/>
                </a:cubicBezTo>
                <a:cubicBezTo>
                  <a:pt x="1813539" y="559361"/>
                  <a:pt x="1806892" y="550819"/>
                  <a:pt x="1804963" y="541175"/>
                </a:cubicBezTo>
                <a:cubicBezTo>
                  <a:pt x="1798638" y="509549"/>
                  <a:pt x="1798156" y="470151"/>
                  <a:pt x="1786301" y="438538"/>
                </a:cubicBezTo>
                <a:cubicBezTo>
                  <a:pt x="1781417" y="425515"/>
                  <a:pt x="1774541" y="413292"/>
                  <a:pt x="1767640" y="401216"/>
                </a:cubicBezTo>
                <a:cubicBezTo>
                  <a:pt x="1747750" y="366408"/>
                  <a:pt x="1713392" y="329530"/>
                  <a:pt x="1683665" y="307910"/>
                </a:cubicBezTo>
                <a:cubicBezTo>
                  <a:pt x="1649453" y="283028"/>
                  <a:pt x="1616901" y="255686"/>
                  <a:pt x="1581028" y="233265"/>
                </a:cubicBezTo>
                <a:cubicBezTo>
                  <a:pt x="1513577" y="191109"/>
                  <a:pt x="1489155" y="172564"/>
                  <a:pt x="1413077" y="139959"/>
                </a:cubicBezTo>
                <a:cubicBezTo>
                  <a:pt x="1357832" y="116282"/>
                  <a:pt x="1302732" y="99336"/>
                  <a:pt x="1245126" y="83975"/>
                </a:cubicBezTo>
                <a:cubicBezTo>
                  <a:pt x="1220345" y="77367"/>
                  <a:pt x="1195363" y="71534"/>
                  <a:pt x="1170481" y="65314"/>
                </a:cubicBezTo>
                <a:cubicBezTo>
                  <a:pt x="1158040" y="59094"/>
                  <a:pt x="1146073" y="51819"/>
                  <a:pt x="1133159" y="46653"/>
                </a:cubicBezTo>
                <a:cubicBezTo>
                  <a:pt x="1109345" y="37127"/>
                  <a:pt x="1067355" y="24162"/>
                  <a:pt x="1039852" y="18661"/>
                </a:cubicBezTo>
                <a:cubicBezTo>
                  <a:pt x="1007467" y="12184"/>
                  <a:pt x="949948" y="4484"/>
                  <a:pt x="918555" y="0"/>
                </a:cubicBezTo>
                <a:cubicBezTo>
                  <a:pt x="777378" y="4152"/>
                  <a:pt x="583926" y="7079"/>
                  <a:pt x="433363" y="18661"/>
                </a:cubicBezTo>
                <a:cubicBezTo>
                  <a:pt x="407217" y="20672"/>
                  <a:pt x="321865" y="33256"/>
                  <a:pt x="293404" y="37322"/>
                </a:cubicBezTo>
                <a:cubicBezTo>
                  <a:pt x="208481" y="65631"/>
                  <a:pt x="342594" y="22211"/>
                  <a:pt x="218759" y="55983"/>
                </a:cubicBezTo>
                <a:cubicBezTo>
                  <a:pt x="199781" y="61159"/>
                  <a:pt x="162775" y="74644"/>
                  <a:pt x="162775" y="74644"/>
                </a:cubicBezTo>
                <a:cubicBezTo>
                  <a:pt x="125217" y="112204"/>
                  <a:pt x="166977" y="76843"/>
                  <a:pt x="106791" y="102636"/>
                </a:cubicBezTo>
                <a:cubicBezTo>
                  <a:pt x="96484" y="107053"/>
                  <a:pt x="88415" y="115527"/>
                  <a:pt x="78799" y="121297"/>
                </a:cubicBezTo>
                <a:cubicBezTo>
                  <a:pt x="72835" y="124875"/>
                  <a:pt x="78799" y="144624"/>
                  <a:pt x="78799" y="1492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EE9B4-3BCA-9662-7EBA-4AF549C6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1225" y="6366068"/>
            <a:ext cx="397055" cy="365125"/>
          </a:xfrm>
        </p:spPr>
        <p:txBody>
          <a:bodyPr/>
          <a:lstStyle/>
          <a:p>
            <a:fld id="{36C43D87-96E0-B34B-BC86-C481E146E08E}" type="slidenum">
              <a:rPr lang="en-US" sz="2000" b="1" smtClean="0">
                <a:solidFill>
                  <a:schemeClr val="accent5"/>
                </a:solidFill>
              </a:rPr>
              <a:t>5</a:t>
            </a:fld>
            <a:endParaRPr lang="en-US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74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DA2DD1-4B91-9482-6BE0-730ABAE3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3638" y="6356350"/>
            <a:ext cx="688259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D7E0904-AD90-6337-EAB0-28248F6A28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0213141"/>
              </p:ext>
            </p:extLst>
          </p:nvPr>
        </p:nvGraphicFramePr>
        <p:xfrm>
          <a:off x="3409387" y="1174255"/>
          <a:ext cx="8128000" cy="4328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Lights On with solid fill">
            <a:extLst>
              <a:ext uri="{FF2B5EF4-FFF2-40B4-BE49-F238E27FC236}">
                <a16:creationId xmlns:a16="http://schemas.microsoft.com/office/drawing/2014/main" id="{8DFDEFB2-7FDB-475F-F086-C45C0508CD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744" y="2696479"/>
            <a:ext cx="25781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7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D8529-CB54-4A5F-7C6F-17BFE718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B51B928-99BB-A34D-7DC9-267CB423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61" y="1343427"/>
            <a:ext cx="5334930" cy="30041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dirty="0"/>
              <a:t>A Conversational Assistant for COVID-19 Data Exploration</a:t>
            </a:r>
            <a:r>
              <a:rPr lang="en-US" sz="5100" baseline="30000" dirty="0"/>
              <a:t>[9]</a:t>
            </a:r>
          </a:p>
        </p:txBody>
      </p:sp>
      <p:pic>
        <p:nvPicPr>
          <p:cNvPr id="11" name="Picture 10" descr="A diagram of a diagram of a program&#10;&#10;Description automatically generated with medium confidence">
            <a:extLst>
              <a:ext uri="{FF2B5EF4-FFF2-40B4-BE49-F238E27FC236}">
                <a16:creationId xmlns:a16="http://schemas.microsoft.com/office/drawing/2014/main" id="{9F139B08-DBCB-DE3E-465D-7B4001352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511" y="47393"/>
            <a:ext cx="6737030" cy="677972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2DA1598-1E9F-67E0-5243-9AE4302D6F77}"/>
              </a:ext>
            </a:extLst>
          </p:cNvPr>
          <p:cNvSpPr/>
          <p:nvPr/>
        </p:nvSpPr>
        <p:spPr>
          <a:xfrm>
            <a:off x="5763511" y="5029200"/>
            <a:ext cx="4274569" cy="17979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0BFD47-3F96-7FF1-E0DE-290ADDB32333}"/>
              </a:ext>
            </a:extLst>
          </p:cNvPr>
          <p:cNvSpPr/>
          <p:nvPr/>
        </p:nvSpPr>
        <p:spPr>
          <a:xfrm>
            <a:off x="5629091" y="2132691"/>
            <a:ext cx="3606349" cy="17979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708D26-F1B7-AE3D-9E6D-329E45C22FC7}"/>
              </a:ext>
            </a:extLst>
          </p:cNvPr>
          <p:cNvSpPr/>
          <p:nvPr/>
        </p:nvSpPr>
        <p:spPr>
          <a:xfrm>
            <a:off x="6793821" y="60576"/>
            <a:ext cx="5104018" cy="176822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E77DE5-5F26-A3EB-AA95-BA72B5F2433B}"/>
              </a:ext>
            </a:extLst>
          </p:cNvPr>
          <p:cNvSpPr/>
          <p:nvPr/>
        </p:nvSpPr>
        <p:spPr>
          <a:xfrm>
            <a:off x="7043550" y="661617"/>
            <a:ext cx="3472050" cy="225462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DFBFA1-6F91-70D9-B4C2-D4652B47304A}"/>
              </a:ext>
            </a:extLst>
          </p:cNvPr>
          <p:cNvSpPr/>
          <p:nvPr/>
        </p:nvSpPr>
        <p:spPr>
          <a:xfrm>
            <a:off x="9436443" y="1904338"/>
            <a:ext cx="2267877" cy="105930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3C959-25CB-40F5-CC26-F1CBC0B17E4F}"/>
              </a:ext>
            </a:extLst>
          </p:cNvPr>
          <p:cNvSpPr/>
          <p:nvPr/>
        </p:nvSpPr>
        <p:spPr>
          <a:xfrm>
            <a:off x="7091679" y="4876801"/>
            <a:ext cx="2418081" cy="48768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366719-E22D-36A2-5AC8-D5D3BC921D78}"/>
              </a:ext>
            </a:extLst>
          </p:cNvPr>
          <p:cNvSpPr/>
          <p:nvPr/>
        </p:nvSpPr>
        <p:spPr>
          <a:xfrm>
            <a:off x="5584780" y="3978003"/>
            <a:ext cx="4534580" cy="153656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8BA045-EA77-EAB7-D3EC-7BE10904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9097" y="6428842"/>
            <a:ext cx="2743200" cy="365125"/>
          </a:xfrm>
        </p:spPr>
        <p:txBody>
          <a:bodyPr/>
          <a:lstStyle/>
          <a:p>
            <a:fld id="{36C43D87-96E0-B34B-BC86-C481E146E08E}" type="slidenum">
              <a:rPr lang="en-US" sz="2400" smtClean="0">
                <a:solidFill>
                  <a:srgbClr val="C00000"/>
                </a:solidFill>
              </a:rPr>
              <a:t>7</a:t>
            </a:fld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A6946-3466-908D-D231-ADEF2D42FA0C}"/>
              </a:ext>
            </a:extLst>
          </p:cNvPr>
          <p:cNvSpPr txBox="1"/>
          <p:nvPr/>
        </p:nvSpPr>
        <p:spPr>
          <a:xfrm>
            <a:off x="87021" y="5283739"/>
            <a:ext cx="3724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effectLst/>
              </a:rPr>
              <a:t>Abari Bhattacharya et al. “A Conversational Assistant for Democratization of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</a:rPr>
              <a:t>Data Visualization: A Comparative Study of Two Approaches of Interaction”. In:</a:t>
            </a:r>
          </a:p>
          <a:p>
            <a:r>
              <a:rPr lang="en-US" sz="800" dirty="0">
                <a:solidFill>
                  <a:srgbClr val="000000"/>
                </a:solidFill>
                <a:effectLst/>
              </a:rPr>
              <a:t>Statistical Analysis and Data Mining (Accepted for Publication) (2024).</a:t>
            </a:r>
          </a:p>
        </p:txBody>
      </p:sp>
    </p:spTree>
    <p:extLst>
      <p:ext uri="{BB962C8B-B14F-4D97-AF65-F5344CB8AC3E}">
        <p14:creationId xmlns:p14="http://schemas.microsoft.com/office/powerpoint/2010/main" val="131251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6E4DD-DE6A-4C3F-FEBF-14504835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86">
            <a:extLst>
              <a:ext uri="{FF2B5EF4-FFF2-40B4-BE49-F238E27FC236}">
                <a16:creationId xmlns:a16="http://schemas.microsoft.com/office/drawing/2014/main" id="{C45018C9-9A86-A40E-6E24-04599A92C596}"/>
              </a:ext>
            </a:extLst>
          </p:cNvPr>
          <p:cNvGraphicFramePr>
            <a:graphicFrameLocks noGrp="1"/>
          </p:cNvGraphicFramePr>
          <p:nvPr/>
        </p:nvGraphicFramePr>
        <p:xfrm>
          <a:off x="35969" y="559261"/>
          <a:ext cx="5960210" cy="591007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56560">
                  <a:extLst>
                    <a:ext uri="{9D8B030D-6E8A-4147-A177-3AD203B41FA5}">
                      <a16:colId xmlns:a16="http://schemas.microsoft.com/office/drawing/2014/main" val="3320739338"/>
                    </a:ext>
                  </a:extLst>
                </a:gridCol>
                <a:gridCol w="4503650">
                  <a:extLst>
                    <a:ext uri="{9D8B030D-6E8A-4147-A177-3AD203B41FA5}">
                      <a16:colId xmlns:a16="http://schemas.microsoft.com/office/drawing/2014/main" val="1412709546"/>
                    </a:ext>
                  </a:extLst>
                </a:gridCol>
              </a:tblGrid>
              <a:tr h="62706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15 Groups of 2 participants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Explored COVID-19 Data For U.S. Counties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012794"/>
                  </a:ext>
                </a:extLst>
              </a:tr>
              <a:tr h="132075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Timed Tasks 1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(25 minutes)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What regions and area types in the US should we </a:t>
                      </a:r>
                      <a:r>
                        <a:rPr lang="en-US" sz="16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prioritize for directing resources</a:t>
                      </a:r>
                      <a:r>
                        <a:rPr lang="en-US" sz="16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 based on COVID risk, Poverty, Diabetes, Cardiovascular disease, Elderly population, Uninsured, Access to doctors?</a:t>
                      </a:r>
                      <a:endParaRPr lang="en-US" sz="1600" b="0" i="1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150801"/>
                  </a:ext>
                </a:extLst>
              </a:tr>
              <a:tr h="1075031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Timed Task 2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(25 minutes)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Are there </a:t>
                      </a:r>
                      <a:r>
                        <a:rPr lang="en-US" sz="1600" b="1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interesting patterns </a:t>
                      </a:r>
                      <a:r>
                        <a:rPr lang="en-US" sz="1600" b="0" u="none" strike="noStrike" kern="120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within different sets of counties that might help us understand COVID-19 outbreaks and better prioritize resources?</a:t>
                      </a:r>
                      <a:endParaRPr lang="en-US" sz="1600" b="0" i="1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03995"/>
                  </a:ext>
                </a:extLst>
              </a:tr>
              <a:tr h="1812196">
                <a:tc gridSpan="2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Open-ended tasks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Audio and video recording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Users not given instructions on using interface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Encouraged to discuss the exploration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At the end of each task, participants shared their conclusions as a group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2"/>
                          </a:solidFill>
                          <a:latin typeface="+mn-lt"/>
                        </a:rPr>
                        <a:t>Post-study semi-structured interview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rtl="0"/>
                      <a:endParaRPr lang="en-US" sz="1600" b="0" i="1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109638"/>
                  </a:ext>
                </a:extLst>
              </a:tr>
              <a:tr h="10750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n-lt"/>
                        </a:rPr>
                        <a:t>Comparative Analysis with a Parallel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+mn-lt"/>
                        </a:rPr>
                        <a:t>Supplementing our Analysis</a:t>
                      </a:r>
                    </a:p>
                    <a:p>
                      <a:r>
                        <a:rPr lang="en-US" sz="1600" b="0" dirty="0">
                          <a:latin typeface="+mn-lt"/>
                        </a:rPr>
                        <a:t>Our CA</a:t>
                      </a:r>
                      <a:r>
                        <a:rPr lang="en-US" sz="1600" b="0" dirty="0">
                          <a:latin typeface="+mn-lt"/>
                          <a:sym typeface="Wingdings" pitchFamily="2" charset="2"/>
                        </a:rPr>
                        <a:t> Dialogue Manager (DM)</a:t>
                      </a:r>
                    </a:p>
                    <a:p>
                      <a:r>
                        <a:rPr lang="en-US" sz="1600" b="0" dirty="0">
                          <a:latin typeface="+mn-lt"/>
                          <a:sym typeface="Wingdings" pitchFamily="2" charset="2"/>
                        </a:rPr>
                        <a:t>Parallel Study  Property Extractor (PE)</a:t>
                      </a:r>
                      <a:endParaRPr lang="en-US" sz="16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74399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7D1B8-7DF9-ABE7-E17F-D26FD69D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6631" y="6346824"/>
            <a:ext cx="2743200" cy="365125"/>
          </a:xfrm>
        </p:spPr>
        <p:txBody>
          <a:bodyPr/>
          <a:lstStyle/>
          <a:p>
            <a:fld id="{36C43D87-96E0-B34B-BC86-C481E146E08E}" type="slidenum">
              <a:rPr lang="en-US" sz="2400" smtClean="0">
                <a:solidFill>
                  <a:srgbClr val="C00000"/>
                </a:solidFill>
              </a:rPr>
              <a:t>8</a:t>
            </a:fld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0C70B93-101D-BA23-0393-315A7C17F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748" y="479768"/>
            <a:ext cx="3942144" cy="591010"/>
          </a:xfrm>
        </p:spPr>
        <p:txBody>
          <a:bodyPr>
            <a:normAutofit fontScale="90000"/>
          </a:bodyPr>
          <a:lstStyle/>
          <a:p>
            <a:r>
              <a:rPr lang="en-US" dirty="0"/>
              <a:t>User Study Setup</a:t>
            </a:r>
          </a:p>
        </p:txBody>
      </p:sp>
      <p:pic>
        <p:nvPicPr>
          <p:cNvPr id="10" name="Picture 9" descr="A person sitting in front of a large screen&#10;&#10;Description automatically generated">
            <a:extLst>
              <a:ext uri="{FF2B5EF4-FFF2-40B4-BE49-F238E27FC236}">
                <a16:creationId xmlns:a16="http://schemas.microsoft.com/office/drawing/2014/main" id="{06B028A5-21A3-0874-40E3-80522D20A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53" y="1390538"/>
            <a:ext cx="5993378" cy="360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66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0B717-6A19-C86C-8154-432F9479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50ED8-2857-0CF7-7DFF-25BC3AA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7" y="136441"/>
            <a:ext cx="10692532" cy="1085052"/>
          </a:xfrm>
        </p:spPr>
        <p:txBody>
          <a:bodyPr>
            <a:normAutofit/>
          </a:bodyPr>
          <a:lstStyle/>
          <a:p>
            <a:r>
              <a:rPr lang="en-US" dirty="0"/>
              <a:t>A snippet of the interaction…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FBEF7C-D33C-6137-BDA4-F1AF379DA921}"/>
              </a:ext>
            </a:extLst>
          </p:cNvPr>
          <p:cNvGraphicFramePr>
            <a:graphicFrameLocks noGrp="1"/>
          </p:cNvGraphicFramePr>
          <p:nvPr/>
        </p:nvGraphicFramePr>
        <p:xfrm>
          <a:off x="439341" y="1136129"/>
          <a:ext cx="5480007" cy="5638318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03250">
                  <a:extLst>
                    <a:ext uri="{9D8B030D-6E8A-4147-A177-3AD203B41FA5}">
                      <a16:colId xmlns:a16="http://schemas.microsoft.com/office/drawing/2014/main" val="810999842"/>
                    </a:ext>
                  </a:extLst>
                </a:gridCol>
                <a:gridCol w="3716004">
                  <a:extLst>
                    <a:ext uri="{9D8B030D-6E8A-4147-A177-3AD203B41FA5}">
                      <a16:colId xmlns:a16="http://schemas.microsoft.com/office/drawing/2014/main" val="2968540041"/>
                    </a:ext>
                  </a:extLst>
                </a:gridCol>
                <a:gridCol w="1260753">
                  <a:extLst>
                    <a:ext uri="{9D8B030D-6E8A-4147-A177-3AD203B41FA5}">
                      <a16:colId xmlns:a16="http://schemas.microsoft.com/office/drawing/2014/main" val="1741993577"/>
                    </a:ext>
                  </a:extLst>
                </a:gridCol>
              </a:tblGrid>
              <a:tr h="356774">
                <a:tc>
                  <a:txBody>
                    <a:bodyPr/>
                    <a:lstStyle/>
                    <a:p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Conversation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000000"/>
                          </a:solidFill>
                          <a:effectLst/>
                        </a:rPr>
                        <a:t>Chart Generated</a:t>
                      </a:r>
                      <a:endParaRPr lang="en-US" sz="150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3258992895"/>
                  </a:ext>
                </a:extLst>
              </a:tr>
              <a:tr h="85045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U1: I think we can do Covid risk first, right?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</a:rPr>
                        <a:t>Choropleth Map by Covid Vulnerability Rank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2027816767"/>
                  </a:ext>
                </a:extLst>
              </a:tr>
              <a:tr h="33153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U2: We have a very high Covid rank.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4245371625"/>
                  </a:ext>
                </a:extLst>
              </a:tr>
              <a:tr h="33153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U2: What do you think about it?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2261366116"/>
                  </a:ext>
                </a:extLst>
              </a:tr>
              <a:tr h="59099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U1: Should we get a map of the county type first?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</a:rPr>
                        <a:t>Choropleth Map by County Type</a:t>
                      </a:r>
                      <a:endParaRPr lang="en-US" sz="150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1988950556"/>
                  </a:ext>
                </a:extLst>
              </a:tr>
              <a:tr h="85045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U1: Actually, it doesn't say that, well, what is the ongoing problem right now in America?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2656771695"/>
                  </a:ext>
                </a:extLst>
              </a:tr>
              <a:tr h="33153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U2: The first is poverty, right?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2124926784"/>
                  </a:ext>
                </a:extLst>
              </a:tr>
              <a:tr h="331531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U2: So, I think, wait.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3046227845"/>
                  </a:ext>
                </a:extLst>
              </a:tr>
              <a:tr h="85045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000000"/>
                          </a:solidFill>
                          <a:effectLst/>
                        </a:rPr>
                        <a:t>U1: Well, I think we can do like Covid risk and then access to doctors and then...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</a:rPr>
                        <a:t>Heat Map by Access to Doctor, Covid Vulnerability Rank</a:t>
                      </a:r>
                      <a:endParaRPr lang="en-US" sz="1500" dirty="0"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112838535"/>
                  </a:ext>
                </a:extLst>
              </a:tr>
            </a:tbl>
          </a:graphicData>
        </a:graphic>
      </p:graphicFrame>
      <p:pic>
        <p:nvPicPr>
          <p:cNvPr id="4" name="Picture 3" descr="A map of the united states&#10;&#10;Description automatically generated">
            <a:extLst>
              <a:ext uri="{FF2B5EF4-FFF2-40B4-BE49-F238E27FC236}">
                <a16:creationId xmlns:a16="http://schemas.microsoft.com/office/drawing/2014/main" id="{13616B0F-2528-8C4A-5EE2-4FAEBBCE4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925" y="2941433"/>
            <a:ext cx="2392142" cy="13624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map of the united states&#10;&#10;Description automatically generated">
            <a:extLst>
              <a:ext uri="{FF2B5EF4-FFF2-40B4-BE49-F238E27FC236}">
                <a16:creationId xmlns:a16="http://schemas.microsoft.com/office/drawing/2014/main" id="{1A0C0D32-FACD-49F1-A0F5-31E01ED31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551" y="1221493"/>
            <a:ext cx="2395246" cy="152783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750168-82D5-82AD-EE1E-32CA56196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868" y="4430159"/>
            <a:ext cx="4718256" cy="2223138"/>
          </a:xfrm>
          <a:prstGeom prst="rect">
            <a:avLst/>
          </a:prstGeom>
        </p:spPr>
      </p:pic>
      <p:pic>
        <p:nvPicPr>
          <p:cNvPr id="10" name="Graphic 9" descr="Back with solid fill">
            <a:extLst>
              <a:ext uri="{FF2B5EF4-FFF2-40B4-BE49-F238E27FC236}">
                <a16:creationId xmlns:a16="http://schemas.microsoft.com/office/drawing/2014/main" id="{0DFFF2FE-FC42-B527-0212-D9EC66BACD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1415" y="1534673"/>
            <a:ext cx="2193037" cy="914400"/>
          </a:xfrm>
          <a:prstGeom prst="rect">
            <a:avLst/>
          </a:prstGeom>
        </p:spPr>
      </p:pic>
      <p:pic>
        <p:nvPicPr>
          <p:cNvPr id="13" name="Graphic 12" descr="Back with solid fill">
            <a:extLst>
              <a:ext uri="{FF2B5EF4-FFF2-40B4-BE49-F238E27FC236}">
                <a16:creationId xmlns:a16="http://schemas.microsoft.com/office/drawing/2014/main" id="{9E9AEA9B-B4EA-ACFD-FDDF-F86997A0A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9348" y="5082177"/>
            <a:ext cx="1008722" cy="914400"/>
          </a:xfrm>
          <a:prstGeom prst="rect">
            <a:avLst/>
          </a:prstGeom>
        </p:spPr>
      </p:pic>
      <p:pic>
        <p:nvPicPr>
          <p:cNvPr id="15" name="Graphic 14" descr="Back with solid fill">
            <a:extLst>
              <a:ext uri="{FF2B5EF4-FFF2-40B4-BE49-F238E27FC236}">
                <a16:creationId xmlns:a16="http://schemas.microsoft.com/office/drawing/2014/main" id="{66C522D8-6DB7-228C-9520-9FFFE0737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9348" y="3109435"/>
            <a:ext cx="2235104" cy="914400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EF0882B-82D9-FDBB-6FBF-9E101015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6789" y="6356434"/>
            <a:ext cx="2743200" cy="365125"/>
          </a:xfrm>
        </p:spPr>
        <p:txBody>
          <a:bodyPr/>
          <a:lstStyle/>
          <a:p>
            <a:fld id="{36C43D87-96E0-B34B-BC86-C481E146E08E}" type="slidenum">
              <a:rPr lang="en-US" sz="2400" smtClean="0">
                <a:solidFill>
                  <a:srgbClr val="C00000"/>
                </a:solidFill>
              </a:rPr>
              <a:t>9</a:t>
            </a:fld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58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9B246-6924-CE75-FDBA-61A81851C463}"/>
              </a:ext>
            </a:extLst>
          </p:cNvPr>
          <p:cNvSpPr txBox="1"/>
          <p:nvPr/>
        </p:nvSpPr>
        <p:spPr>
          <a:xfrm>
            <a:off x="551188" y="131113"/>
            <a:ext cx="11082012" cy="942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9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Research Questions (RQ): how CA impacts  users in a collaborative EDA scenario</a:t>
            </a:r>
            <a:r>
              <a:rPr lang="en-US" sz="2900" dirty="0">
                <a:effectLst/>
                <a:latin typeface="+mj-lt"/>
                <a:ea typeface="+mj-ea"/>
                <a:cs typeface="+mj-cs"/>
              </a:rPr>
              <a:t>. Two CAs: Dialogue Manager (this one) vs simpler Property Extractor</a:t>
            </a: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28D57B-5A11-C70A-CBCC-7CD58002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4142" y="6356350"/>
            <a:ext cx="459658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 sz="2000" b="1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C036B6C5-2C3C-4252-9147-8FFA22972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80455"/>
              </p:ext>
            </p:extLst>
          </p:nvPr>
        </p:nvGraphicFramePr>
        <p:xfrm>
          <a:off x="551188" y="1204889"/>
          <a:ext cx="11082012" cy="5151462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{F5AB1C69-6EDB-4FF4-983F-18BD219EF322}</a:tableStyleId>
              </a:tblPr>
              <a:tblGrid>
                <a:gridCol w="3673641">
                  <a:extLst>
                    <a:ext uri="{9D8B030D-6E8A-4147-A177-3AD203B41FA5}">
                      <a16:colId xmlns:a16="http://schemas.microsoft.com/office/drawing/2014/main" val="1864317966"/>
                    </a:ext>
                  </a:extLst>
                </a:gridCol>
                <a:gridCol w="3721300">
                  <a:extLst>
                    <a:ext uri="{9D8B030D-6E8A-4147-A177-3AD203B41FA5}">
                      <a16:colId xmlns:a16="http://schemas.microsoft.com/office/drawing/2014/main" val="1399701129"/>
                    </a:ext>
                  </a:extLst>
                </a:gridCol>
                <a:gridCol w="3687071">
                  <a:extLst>
                    <a:ext uri="{9D8B030D-6E8A-4147-A177-3AD203B41FA5}">
                      <a16:colId xmlns:a16="http://schemas.microsoft.com/office/drawing/2014/main" val="2349842313"/>
                    </a:ext>
                  </a:extLst>
                </a:gridCol>
              </a:tblGrid>
              <a:tr h="1296414"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solidFill>
                            <a:schemeClr val="bg1"/>
                          </a:solidFill>
                        </a:rPr>
                        <a:t>RQ1 (Functionality)</a:t>
                      </a:r>
                      <a:br>
                        <a:rPr lang="en-US" sz="1800" b="0" cap="none" spc="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800" b="0" cap="none" spc="0" dirty="0">
                          <a:solidFill>
                            <a:schemeClr val="bg1"/>
                          </a:solidFill>
                        </a:rPr>
                        <a:t>How does the functionality of the CA influence user behavior?</a:t>
                      </a:r>
                    </a:p>
                  </a:txBody>
                  <a:tcPr marL="104231" marR="80178" marT="80178" marB="801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0" dirty="0">
                          <a:solidFill>
                            <a:schemeClr val="bg1"/>
                          </a:solidFill>
                        </a:rPr>
                        <a:t>RQ 2 (Interpretability)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0" dirty="0">
                          <a:solidFill>
                            <a:schemeClr val="bg1"/>
                          </a:solidFill>
                        </a:rPr>
                        <a:t>How are the inferences drawn by users from their explorations affected by the CA?</a:t>
                      </a:r>
                    </a:p>
                  </a:txBody>
                  <a:tcPr marL="104231" marR="80178" marT="80178" marB="801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cap="none" spc="0" dirty="0">
                          <a:solidFill>
                            <a:schemeClr val="bg1"/>
                          </a:solidFill>
                        </a:rPr>
                        <a:t>RQ3 (Usability) </a:t>
                      </a:r>
                      <a:br>
                        <a:rPr lang="en-US" sz="1800" b="0" cap="none" spc="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800" b="0" cap="none" spc="0" dirty="0">
                          <a:solidFill>
                            <a:schemeClr val="bg1"/>
                          </a:solidFill>
                        </a:rPr>
                        <a:t>How are users’ perceptions of the usability of the NLI impacted by the CA?</a:t>
                      </a:r>
                    </a:p>
                  </a:txBody>
                  <a:tcPr marL="104231" marR="80178" marT="80178" marB="801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677765"/>
                  </a:ext>
                </a:extLst>
              </a:tr>
              <a:tr h="29192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Different NLP engines produced different interaction patterns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More proactive system (PE) 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 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guide exploration toward specific properties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Slower system (DM) 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 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more time to 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reflect and explore more broadly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marL="104231" marR="80178" marT="80178" marB="8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Users reached 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different conclusions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 under the two systems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System behavior influenced 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what users focused on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 during exploration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CA design can shape </a:t>
                      </a:r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users’ exploratory paths and inferences</a:t>
                      </a: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231" marR="80178" marT="80178" marB="8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Generated charts were generally seen as useful 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(72%)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Ease of use was mixed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(40% Easy/Very Easy, 22% Neutral)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On-the-fly learning added cognitive load in collaborative tasks</a:t>
                      </a: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231" marR="80178" marT="80178" marB="8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361532"/>
                  </a:ext>
                </a:extLst>
              </a:tr>
              <a:tr h="935779">
                <a:tc gridSpan="3">
                  <a:txBody>
                    <a:bodyPr/>
                    <a:lstStyle/>
                    <a:p>
                      <a:pPr algn="just"/>
                      <a:r>
                        <a:rPr lang="en-US" sz="2100" b="1" cap="none" spc="0" dirty="0">
                          <a:solidFill>
                            <a:schemeClr val="accent3"/>
                          </a:solidFill>
                        </a:rPr>
                        <a:t>Study 1 showed that CA design affected user behavior, user inferences, and perceived usability in collaborative EDA.</a:t>
                      </a:r>
                      <a:r>
                        <a:rPr lang="en-US" sz="2100" cap="none" spc="0" dirty="0">
                          <a:solidFill>
                            <a:schemeClr val="accent3"/>
                          </a:solidFill>
                        </a:rPr>
                        <a:t> </a:t>
                      </a:r>
                    </a:p>
                  </a:txBody>
                  <a:tcPr marL="104231" marR="80178" marT="80178" marB="801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47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37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D4B8-7680-F621-8978-BF71FC98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BF476C-AD5F-A0FE-13ED-DB3D3F6B19B2}"/>
              </a:ext>
            </a:extLst>
          </p:cNvPr>
          <p:cNvSpPr txBox="1"/>
          <p:nvPr/>
        </p:nvSpPr>
        <p:spPr>
          <a:xfrm>
            <a:off x="0" y="2118613"/>
            <a:ext cx="2984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Variables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Utterances processed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Charts generated and selected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Types of charts generated and selected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Database Properties explored</a:t>
            </a:r>
          </a:p>
        </p:txBody>
      </p:sp>
      <p:graphicFrame>
        <p:nvGraphicFramePr>
          <p:cNvPr id="5" name="TextBox 4">
            <a:extLst>
              <a:ext uri="{FF2B5EF4-FFF2-40B4-BE49-F238E27FC236}">
                <a16:creationId xmlns:a16="http://schemas.microsoft.com/office/drawing/2014/main" id="{1FBBB71B-2FF0-695C-172B-1F950ACA89D6}"/>
              </a:ext>
            </a:extLst>
          </p:cNvPr>
          <p:cNvGraphicFramePr/>
          <p:nvPr/>
        </p:nvGraphicFramePr>
        <p:xfrm>
          <a:off x="2984500" y="1261747"/>
          <a:ext cx="8334499" cy="5596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08DB49B-0342-CAE5-B677-74672DD8AF16}"/>
              </a:ext>
            </a:extLst>
          </p:cNvPr>
          <p:cNvSpPr txBox="1">
            <a:spLocks/>
          </p:cNvSpPr>
          <p:nvPr/>
        </p:nvSpPr>
        <p:spPr>
          <a:xfrm>
            <a:off x="9363919" y="63468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C43D87-96E0-B34B-BC86-C481E146E08E}" type="slidenum">
              <a:rPr lang="en-US" sz="2400" smtClean="0">
                <a:solidFill>
                  <a:srgbClr val="C00000"/>
                </a:solidFill>
              </a:rPr>
              <a:pPr/>
              <a:t>11</a:t>
            </a:fld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C28739-B519-B714-9BA1-0923780B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080"/>
            <a:ext cx="12192000" cy="959536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RQ1</a:t>
            </a:r>
            <a:r>
              <a:rPr lang="en-US" sz="2800" dirty="0">
                <a:solidFill>
                  <a:srgbClr val="7030A0"/>
                </a:solidFill>
              </a:rPr>
              <a:t>: </a:t>
            </a:r>
            <a:r>
              <a:rPr lang="en-US" sz="2800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How does  </a:t>
            </a:r>
            <a:r>
              <a:rPr lang="en-US" sz="2800" b="1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functionality </a:t>
            </a:r>
            <a:r>
              <a:rPr lang="en-US" sz="2800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of the CA influence  user behavior?</a:t>
            </a:r>
            <a:br>
              <a:rPr lang="en-US" sz="2800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Two systems: PE (Property </a:t>
            </a:r>
            <a:r>
              <a:rPr lang="en-US" sz="2800" dirty="0">
                <a:solidFill>
                  <a:srgbClr val="7030A0"/>
                </a:solidFill>
              </a:rPr>
              <a:t>E</a:t>
            </a:r>
            <a:r>
              <a:rPr lang="en-US" sz="2800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xtractor) / DM (Dialogue Manager)</a:t>
            </a:r>
          </a:p>
        </p:txBody>
      </p:sp>
    </p:spTree>
    <p:extLst>
      <p:ext uri="{BB962C8B-B14F-4D97-AF65-F5344CB8AC3E}">
        <p14:creationId xmlns:p14="http://schemas.microsoft.com/office/powerpoint/2010/main" val="199295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5C652B7-24C4-AE4C-999C-C44AB84372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B5C652B7-24C4-AE4C-999C-C44AB84372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4835589-6BE3-704D-A979-2579026D6C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D4835589-6BE3-704D-A979-2579026D6C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73708E3-379D-CB46-B2D9-7D4D576384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E73708E3-379D-CB46-B2D9-7D4D576384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5D363A-C153-3345-9086-00DCDB4A1E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835D363A-C153-3345-9086-00DCDB4A1E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7D1344A-D9F7-4340-A943-5324F6028E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77D1344A-D9F7-4340-A943-5324F6028E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3615AC-F561-5941-ABDB-EE854E1D7B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0D3615AC-F561-5941-ABDB-EE854E1D7B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0C3FA67-E479-504E-A989-462EE83FDD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30C3FA67-E479-504E-A989-462EE83FDD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19CB2D0-359C-9E42-8645-0E9D1B087C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D19CB2D0-359C-9E42-8645-0E9D1B087C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27879D1-B06D-1F40-A937-4A51078B88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827879D1-B06D-1F40-A937-4A51078B88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FD67E0-66A5-EB47-9954-0C337CEED1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81FD67E0-66A5-EB47-9954-0C337CEED1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F0D60-9BD9-DB41-5F4B-6A022C9D7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57347EF-9876-5604-5542-D22556F4E776}"/>
              </a:ext>
            </a:extLst>
          </p:cNvPr>
          <p:cNvSpPr txBox="1">
            <a:spLocks/>
          </p:cNvSpPr>
          <p:nvPr/>
        </p:nvSpPr>
        <p:spPr>
          <a:xfrm>
            <a:off x="9363919" y="63468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C43D87-96E0-B34B-BC86-C481E146E08E}" type="slidenum">
              <a:rPr lang="en-US" sz="2400" smtClean="0">
                <a:solidFill>
                  <a:srgbClr val="C00000"/>
                </a:solidFill>
              </a:rPr>
              <a:pPr/>
              <a:t>12</a:t>
            </a:fld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D5BC18A-F324-8FD2-CCE8-284BC801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4772"/>
            <a:ext cx="11312876" cy="81219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en-US" sz="3200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RQ2 (Interpretability): How are inferences drawn by users from their explorations affected by CA?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327EAD-39FC-985A-7355-0B8732490114}"/>
              </a:ext>
            </a:extLst>
          </p:cNvPr>
          <p:cNvSpPr txBox="1"/>
          <p:nvPr/>
        </p:nvSpPr>
        <p:spPr>
          <a:xfrm>
            <a:off x="-16338" y="1690062"/>
            <a:ext cx="31975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Variable of Interest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Semantic similarity between conclusions drawn in PE and DM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Quantifies the similarity of meaning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 Low similarity implies potential meaning divergence</a:t>
            </a:r>
          </a:p>
        </p:txBody>
      </p:sp>
      <p:graphicFrame>
        <p:nvGraphicFramePr>
          <p:cNvPr id="23" name="TextBox 6">
            <a:extLst>
              <a:ext uri="{FF2B5EF4-FFF2-40B4-BE49-F238E27FC236}">
                <a16:creationId xmlns:a16="http://schemas.microsoft.com/office/drawing/2014/main" id="{6BCEC4CE-D081-5691-F8F4-9B1030C46C93}"/>
              </a:ext>
            </a:extLst>
          </p:cNvPr>
          <p:cNvGraphicFramePr/>
          <p:nvPr/>
        </p:nvGraphicFramePr>
        <p:xfrm>
          <a:off x="3197525" y="1030210"/>
          <a:ext cx="8697209" cy="5316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7980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FEDFB73-8600-7D4D-BF6E-26F1A964E4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graphicEl>
                                              <a:dgm id="{FFEDFB73-8600-7D4D-BF6E-26F1A964E4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9F262F75-2B15-F347-99A1-94C3BE80CD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graphicEl>
                                              <a:dgm id="{9F262F75-2B15-F347-99A1-94C3BE80CD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DD2E9D8D-B785-5C4E-A36D-BFD90AE28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>
                                            <p:graphicEl>
                                              <a:dgm id="{DD2E9D8D-B785-5C4E-A36D-BFD90AE28F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6E2C1212-D4B0-2744-9199-2E58AE73D9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>
                                            <p:graphicEl>
                                              <a:dgm id="{6E2C1212-D4B0-2744-9199-2E58AE73D9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5167BF91-27B2-044C-A026-9E8606AFAB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>
                                            <p:graphicEl>
                                              <a:dgm id="{5167BF91-27B2-044C-A026-9E8606AFAB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732A3067-750E-7543-8926-2384FBAC55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>
                                            <p:graphicEl>
                                              <a:dgm id="{732A3067-750E-7543-8926-2384FBAC55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A6E248DD-F6B9-6746-BCDF-3F98ABBD38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>
                                            <p:graphicEl>
                                              <a:dgm id="{A6E248DD-F6B9-6746-BCDF-3F98ABBD38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EBEA328B-A3BC-5F42-9DEB-C6BE54BE48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>
                                            <p:graphicEl>
                                              <a:dgm id="{EBEA328B-A3BC-5F42-9DEB-C6BE54BE48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C6CE37E2-19F3-7246-9682-EE1FF9FD95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>
                                            <p:graphicEl>
                                              <a:dgm id="{C6CE37E2-19F3-7246-9682-EE1FF9FD95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8C84FD32-A158-604A-957B-5351B5FE0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>
                                            <p:graphicEl>
                                              <a:dgm id="{8C84FD32-A158-604A-957B-5351B5FE0A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 uiExpand="1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AB74-911D-BA3D-4826-050E52A4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A7673EA-34F7-1613-E5A3-5252F6997B73}"/>
              </a:ext>
            </a:extLst>
          </p:cNvPr>
          <p:cNvSpPr txBox="1">
            <a:spLocks/>
          </p:cNvSpPr>
          <p:nvPr/>
        </p:nvSpPr>
        <p:spPr>
          <a:xfrm>
            <a:off x="9363919" y="63468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C43D87-96E0-B34B-BC86-C481E146E08E}" type="slidenum">
              <a:rPr lang="en-US" sz="2400" smtClean="0">
                <a:solidFill>
                  <a:srgbClr val="C00000"/>
                </a:solidFill>
              </a:rPr>
              <a:pPr/>
              <a:t>13</a:t>
            </a:fld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FDC4C-D93A-AD0C-E16C-F7025C844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26800" cy="19862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RQ3: How are users’ perceptions of </a:t>
            </a:r>
            <a:r>
              <a:rPr lang="en-US" sz="4000" b="1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usability</a:t>
            </a:r>
            <a:r>
              <a:rPr lang="en-US" sz="4000" b="1" dirty="0">
                <a:solidFill>
                  <a:srgbClr val="7030A0"/>
                </a:solidFill>
              </a:rPr>
              <a:t> of</a:t>
            </a:r>
            <a:r>
              <a:rPr lang="en-US" sz="4000" kern="1200" dirty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  NLI impacted by CA?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46B6C-D23F-9787-2ED4-353DD17150FB}"/>
              </a:ext>
            </a:extLst>
          </p:cNvPr>
          <p:cNvSpPr txBox="1"/>
          <p:nvPr/>
        </p:nvSpPr>
        <p:spPr>
          <a:xfrm>
            <a:off x="134341" y="2285779"/>
            <a:ext cx="35867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Variables of Interest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Usefulness of the generated visualizations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Ease of command system use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FD1B203-02BF-11DD-664A-51D3E257235B}"/>
              </a:ext>
            </a:extLst>
          </p:cNvPr>
          <p:cNvGraphicFramePr/>
          <p:nvPr/>
        </p:nvGraphicFramePr>
        <p:xfrm>
          <a:off x="3674315" y="1583855"/>
          <a:ext cx="7686826" cy="5140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2311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D8AB82-7FA3-5D4A-A9BC-C2737155C9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EBD8AB82-7FA3-5D4A-A9BC-C2737155C9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C1E2C77-ACB9-0145-A423-D176D586F2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7C1E2C77-ACB9-0145-A423-D176D586F2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553029C-4A4A-9540-BE4C-C90139C423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6553029C-4A4A-9540-BE4C-C90139C423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FD8274-B823-B645-8947-13FBC466C1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2EFD8274-B823-B645-8947-13FBC466C1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9593A41-97E7-E84D-8645-C74656D647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19593A41-97E7-E84D-8645-C74656D647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ECD96A9-99D5-E24C-A221-C183B0332B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1ECD96A9-99D5-E24C-A221-C183B0332B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C7196D4-7C19-6F48-B4EB-8F3DB34E5E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graphicEl>
                                              <a:dgm id="{7C7196D4-7C19-6F48-B4EB-8F3DB34E5E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0AB0844-3A28-044B-933B-3718BC367B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graphicEl>
                                              <a:dgm id="{C0AB0844-3A28-044B-933B-3718BC367B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BC94297-BB05-1F4D-A4DF-2C5C210A8A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graphicEl>
                                              <a:dgm id="{8BC94297-BB05-1F4D-A4DF-2C5C210A8A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2F8D9F8-023C-E941-A541-0820A1AAE0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>
                                            <p:graphicEl>
                                              <a:dgm id="{92F8D9F8-023C-E941-A541-0820A1AAE0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E8A123-F721-F76C-1E93-13B14A9A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70" y="6356350"/>
            <a:ext cx="603917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2000" b="1">
              <a:solidFill>
                <a:schemeClr val="accent5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824201B-4FCF-EAB4-BF35-C6467629F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3005679"/>
              </p:ext>
            </p:extLst>
          </p:nvPr>
        </p:nvGraphicFramePr>
        <p:xfrm>
          <a:off x="3409387" y="1174255"/>
          <a:ext cx="8128000" cy="4328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Lights On with solid fill">
            <a:extLst>
              <a:ext uri="{FF2B5EF4-FFF2-40B4-BE49-F238E27FC236}">
                <a16:creationId xmlns:a16="http://schemas.microsoft.com/office/drawing/2014/main" id="{B89CF42E-42D3-F67C-E4E1-9651D253B5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591" y="2460259"/>
            <a:ext cx="2578100" cy="25781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2CA3E3-E4AB-B75B-308C-CB44DF36FFFE}"/>
              </a:ext>
            </a:extLst>
          </p:cNvPr>
          <p:cNvCxnSpPr>
            <a:cxnSpLocks/>
          </p:cNvCxnSpPr>
          <p:nvPr/>
        </p:nvCxnSpPr>
        <p:spPr>
          <a:xfrm>
            <a:off x="7825740" y="4368800"/>
            <a:ext cx="822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B90E050-83BE-0BC5-5C13-CBF550B550DC}"/>
              </a:ext>
            </a:extLst>
          </p:cNvPr>
          <p:cNvSpPr txBox="1"/>
          <p:nvPr/>
        </p:nvSpPr>
        <p:spPr>
          <a:xfrm>
            <a:off x="8806228" y="3830191"/>
            <a:ext cx="25475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Clarification </a:t>
            </a:r>
          </a:p>
          <a:p>
            <a:r>
              <a:rPr lang="en-IT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Requests</a:t>
            </a:r>
          </a:p>
        </p:txBody>
      </p:sp>
    </p:spTree>
    <p:extLst>
      <p:ext uri="{BB962C8B-B14F-4D97-AF65-F5344CB8AC3E}">
        <p14:creationId xmlns:p14="http://schemas.microsoft.com/office/powerpoint/2010/main" val="1786805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6E8558-EB46-7A90-B2B4-4CCE37F1D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183" y="6544324"/>
            <a:ext cx="635000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15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38C15-6C4C-0DB7-F555-999B060998AD}"/>
              </a:ext>
            </a:extLst>
          </p:cNvPr>
          <p:cNvSpPr txBox="1"/>
          <p:nvPr/>
        </p:nvSpPr>
        <p:spPr>
          <a:xfrm>
            <a:off x="31705" y="-46977"/>
            <a:ext cx="11082012" cy="942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Challenges observed from interactions during the EDA Tasks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..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56968C66-379F-3960-1F9A-F63B2628C6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3336182"/>
              </p:ext>
            </p:extLst>
          </p:nvPr>
        </p:nvGraphicFramePr>
        <p:xfrm>
          <a:off x="634818" y="2476500"/>
          <a:ext cx="3371686" cy="4116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" name="Graphic 19" descr="Robot with solid fill">
            <a:extLst>
              <a:ext uri="{FF2B5EF4-FFF2-40B4-BE49-F238E27FC236}">
                <a16:creationId xmlns:a16="http://schemas.microsoft.com/office/drawing/2014/main" id="{125907CB-BC56-0C62-649E-DF1F3CE653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7822" y="3786851"/>
            <a:ext cx="492305" cy="492305"/>
          </a:xfrm>
          <a:prstGeom prst="rect">
            <a:avLst/>
          </a:prstGeom>
        </p:spPr>
      </p:pic>
      <p:pic>
        <p:nvPicPr>
          <p:cNvPr id="25" name="Graphic 24" descr="User with solid fill">
            <a:extLst>
              <a:ext uri="{FF2B5EF4-FFF2-40B4-BE49-F238E27FC236}">
                <a16:creationId xmlns:a16="http://schemas.microsoft.com/office/drawing/2014/main" id="{5D8318C5-6E26-5F2C-729D-532920EFB6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6681" y="5669649"/>
            <a:ext cx="523237" cy="523237"/>
          </a:xfrm>
          <a:prstGeom prst="rect">
            <a:avLst/>
          </a:prstGeom>
        </p:spPr>
      </p:pic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3A15BBF9-0585-9EC5-2AB8-8271243DE1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5454070"/>
              </p:ext>
            </p:extLst>
          </p:nvPr>
        </p:nvGraphicFramePr>
        <p:xfrm>
          <a:off x="4527258" y="2476500"/>
          <a:ext cx="3594100" cy="4116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8759C226-5D44-3CA0-E079-3CA41B7421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9676167"/>
              </p:ext>
            </p:extLst>
          </p:nvPr>
        </p:nvGraphicFramePr>
        <p:xfrm>
          <a:off x="8692072" y="2476500"/>
          <a:ext cx="3371686" cy="4116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pic>
        <p:nvPicPr>
          <p:cNvPr id="35" name="Graphic 34" descr="Eye with solid fill">
            <a:extLst>
              <a:ext uri="{FF2B5EF4-FFF2-40B4-BE49-F238E27FC236}">
                <a16:creationId xmlns:a16="http://schemas.microsoft.com/office/drawing/2014/main" id="{E617071A-8B1A-FE8B-B482-6696D8FB5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63460" y="458494"/>
            <a:ext cx="914400" cy="914400"/>
          </a:xfrm>
          <a:prstGeom prst="rect">
            <a:avLst/>
          </a:prstGeom>
        </p:spPr>
      </p:pic>
      <p:pic>
        <p:nvPicPr>
          <p:cNvPr id="37" name="Graphic 36" descr="Ear with solid fill">
            <a:extLst>
              <a:ext uri="{FF2B5EF4-FFF2-40B4-BE49-F238E27FC236}">
                <a16:creationId xmlns:a16="http://schemas.microsoft.com/office/drawing/2014/main" id="{A59475A3-96A0-C6F1-E799-E294BF8CF3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18937" y="663209"/>
            <a:ext cx="914400" cy="914400"/>
          </a:xfrm>
          <a:prstGeom prst="rect">
            <a:avLst/>
          </a:prstGeom>
        </p:spPr>
      </p:pic>
      <p:pic>
        <p:nvPicPr>
          <p:cNvPr id="39" name="Graphic 38" descr="Gears with solid fill">
            <a:extLst>
              <a:ext uri="{FF2B5EF4-FFF2-40B4-BE49-F238E27FC236}">
                <a16:creationId xmlns:a16="http://schemas.microsoft.com/office/drawing/2014/main" id="{E656889D-51F5-5292-3293-D7381A965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17925" y="340908"/>
            <a:ext cx="914400" cy="91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52F27E4-4CA8-E09D-8185-0F992F4D586B}"/>
              </a:ext>
            </a:extLst>
          </p:cNvPr>
          <p:cNvSpPr txBox="1"/>
          <p:nvPr/>
        </p:nvSpPr>
        <p:spPr>
          <a:xfrm>
            <a:off x="523611" y="1196790"/>
            <a:ext cx="3594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Difficulty in understanding generated visualization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62505D-5540-3149-A4CB-BC4E834F7811}"/>
              </a:ext>
            </a:extLst>
          </p:cNvPr>
          <p:cNvSpPr txBox="1"/>
          <p:nvPr/>
        </p:nvSpPr>
        <p:spPr>
          <a:xfrm>
            <a:off x="4516083" y="1541697"/>
            <a:ext cx="35201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97132"/>
                </a:solidFill>
              </a:rPr>
              <a:t>Difficulty in recovering </a:t>
            </a:r>
          </a:p>
          <a:p>
            <a:pPr algn="ctr"/>
            <a:r>
              <a:rPr lang="en-US" sz="2400" b="1" dirty="0">
                <a:solidFill>
                  <a:srgbClr val="E97132"/>
                </a:solidFill>
              </a:rPr>
              <a:t>spoken information</a:t>
            </a:r>
          </a:p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2C640AC-B652-4DA4-76B4-8F6055897E93}"/>
              </a:ext>
            </a:extLst>
          </p:cNvPr>
          <p:cNvSpPr txBox="1"/>
          <p:nvPr/>
        </p:nvSpPr>
        <p:spPr>
          <a:xfrm>
            <a:off x="8768240" y="1255308"/>
            <a:ext cx="3213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97132"/>
                </a:solidFill>
              </a:rPr>
              <a:t>Uncertainty about system capability and procedure</a:t>
            </a:r>
          </a:p>
        </p:txBody>
      </p:sp>
      <p:pic>
        <p:nvPicPr>
          <p:cNvPr id="43" name="Graphic 42" descr="User with solid fill">
            <a:extLst>
              <a:ext uri="{FF2B5EF4-FFF2-40B4-BE49-F238E27FC236}">
                <a16:creationId xmlns:a16="http://schemas.microsoft.com/office/drawing/2014/main" id="{F37B9766-84C6-A960-B8DB-ACB4C76F0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8348" y="2717039"/>
            <a:ext cx="523237" cy="523237"/>
          </a:xfrm>
          <a:prstGeom prst="rect">
            <a:avLst/>
          </a:prstGeom>
        </p:spPr>
      </p:pic>
      <p:pic>
        <p:nvPicPr>
          <p:cNvPr id="44" name="Graphic 43" descr="User with solid fill">
            <a:extLst>
              <a:ext uri="{FF2B5EF4-FFF2-40B4-BE49-F238E27FC236}">
                <a16:creationId xmlns:a16="http://schemas.microsoft.com/office/drawing/2014/main" id="{9C59C5A0-809A-B8CE-C727-1FC581219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2948" y="4723809"/>
            <a:ext cx="523237" cy="523237"/>
          </a:xfrm>
          <a:prstGeom prst="rect">
            <a:avLst/>
          </a:prstGeom>
        </p:spPr>
      </p:pic>
      <p:pic>
        <p:nvPicPr>
          <p:cNvPr id="45" name="Graphic 44" descr="User with solid fill">
            <a:extLst>
              <a:ext uri="{FF2B5EF4-FFF2-40B4-BE49-F238E27FC236}">
                <a16:creationId xmlns:a16="http://schemas.microsoft.com/office/drawing/2014/main" id="{98F450D3-ECDE-52F5-4B03-13065087D1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5522" y="5855654"/>
            <a:ext cx="523237" cy="523237"/>
          </a:xfrm>
          <a:prstGeom prst="rect">
            <a:avLst/>
          </a:prstGeom>
        </p:spPr>
      </p:pic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F6B89BC0-DE7A-51D4-5AD7-0E4EBE5CE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7841" y="2751342"/>
            <a:ext cx="523237" cy="523237"/>
          </a:xfrm>
          <a:prstGeom prst="rect">
            <a:avLst/>
          </a:prstGeom>
        </p:spPr>
      </p:pic>
      <p:pic>
        <p:nvPicPr>
          <p:cNvPr id="47" name="Graphic 46" descr="User with solid fill">
            <a:extLst>
              <a:ext uri="{FF2B5EF4-FFF2-40B4-BE49-F238E27FC236}">
                <a16:creationId xmlns:a16="http://schemas.microsoft.com/office/drawing/2014/main" id="{988A7ADC-E4EA-A843-D997-FA763221C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041701" y="4257042"/>
            <a:ext cx="523237" cy="523237"/>
          </a:xfrm>
          <a:prstGeom prst="rect">
            <a:avLst/>
          </a:prstGeom>
        </p:spPr>
      </p:pic>
      <p:pic>
        <p:nvPicPr>
          <p:cNvPr id="48" name="Graphic 47" descr="User with solid fill">
            <a:extLst>
              <a:ext uri="{FF2B5EF4-FFF2-40B4-BE49-F238E27FC236}">
                <a16:creationId xmlns:a16="http://schemas.microsoft.com/office/drawing/2014/main" id="{713773D7-106B-873D-7825-7F8A0C7FB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55880" y="2751341"/>
            <a:ext cx="523237" cy="523237"/>
          </a:xfrm>
          <a:prstGeom prst="rect">
            <a:avLst/>
          </a:prstGeom>
        </p:spPr>
      </p:pic>
      <p:pic>
        <p:nvPicPr>
          <p:cNvPr id="49" name="Graphic 48" descr="User with solid fill">
            <a:extLst>
              <a:ext uri="{FF2B5EF4-FFF2-40B4-BE49-F238E27FC236}">
                <a16:creationId xmlns:a16="http://schemas.microsoft.com/office/drawing/2014/main" id="{5796F2A4-21E4-115A-7ECB-786D3530B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06970" y="5879257"/>
            <a:ext cx="523237" cy="523237"/>
          </a:xfrm>
          <a:prstGeom prst="rect">
            <a:avLst/>
          </a:prstGeom>
        </p:spPr>
      </p:pic>
      <p:pic>
        <p:nvPicPr>
          <p:cNvPr id="50" name="Graphic 49" descr="User with solid fill">
            <a:extLst>
              <a:ext uri="{FF2B5EF4-FFF2-40B4-BE49-F238E27FC236}">
                <a16:creationId xmlns:a16="http://schemas.microsoft.com/office/drawing/2014/main" id="{66BF8718-6EDD-DD58-1D4C-D36B9E473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8738" y="4803502"/>
            <a:ext cx="523237" cy="523237"/>
          </a:xfrm>
          <a:prstGeom prst="rect">
            <a:avLst/>
          </a:prstGeom>
        </p:spPr>
      </p:pic>
      <p:pic>
        <p:nvPicPr>
          <p:cNvPr id="51" name="Graphic 50" descr="User with solid fill">
            <a:extLst>
              <a:ext uri="{FF2B5EF4-FFF2-40B4-BE49-F238E27FC236}">
                <a16:creationId xmlns:a16="http://schemas.microsoft.com/office/drawing/2014/main" id="{6D56300A-6AF6-E170-1A57-768C7C7CC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32369" y="3803149"/>
            <a:ext cx="523237" cy="52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0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Graphic spid="26" grpId="0">
        <p:bldAsOne/>
      </p:bldGraphic>
      <p:bldGraphic spid="29" grpId="0">
        <p:bldAsOne/>
      </p:bldGraphic>
      <p:bldP spid="40" grpId="0"/>
      <p:bldP spid="41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A71AA-C167-C32D-E124-C3D82DEE708A}"/>
              </a:ext>
            </a:extLst>
          </p:cNvPr>
          <p:cNvSpPr txBox="1"/>
          <p:nvPr/>
        </p:nvSpPr>
        <p:spPr>
          <a:xfrm>
            <a:off x="139700" y="136525"/>
            <a:ext cx="10515600" cy="517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effectLst/>
                <a:latin typeface="+mj-lt"/>
                <a:ea typeface="+mj-ea"/>
                <a:cs typeface="+mj-cs"/>
              </a:rPr>
              <a:t>Clarification Requests (CR)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C339A-BF96-448F-29E1-BB53410E3E07}"/>
              </a:ext>
            </a:extLst>
          </p:cNvPr>
          <p:cNvSpPr txBox="1"/>
          <p:nvPr/>
        </p:nvSpPr>
        <p:spPr>
          <a:xfrm>
            <a:off x="8315325" y="6181308"/>
            <a:ext cx="37877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rgbClr val="000000"/>
                </a:solidFill>
                <a:effectLst/>
                <a:latin typeface="Helvetica" pitchFamily="2" charset="0"/>
              </a:rPr>
              <a:t>[12]Luciana Benotti and Patrick Blackburn. “A recipe for annotating grounded clarifications”. In: Proceedings of the 2021 NAACL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47973F-2A9D-8B6F-6245-7944C04BC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3442" y="6399529"/>
            <a:ext cx="459658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  <a:defRPr/>
            </a:pPr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pPr>
                <a:spcAft>
                  <a:spcPts val="600"/>
                </a:spcAft>
                <a:defRPr/>
              </a:pPr>
              <a:t>16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0A4869E-1482-6B85-84E7-D48724D027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522599"/>
              </p:ext>
            </p:extLst>
          </p:nvPr>
        </p:nvGraphicFramePr>
        <p:xfrm>
          <a:off x="2044700" y="790892"/>
          <a:ext cx="8610600" cy="5314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7607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F5AA-04FF-5D8C-6B58-43ED69B7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2D223B-6354-6904-BE2C-4DA66ED4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5649" y="6544324"/>
            <a:ext cx="546533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17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FA97942-5D1E-0519-78F3-3A4DD8ACB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7543699"/>
              </p:ext>
            </p:extLst>
          </p:nvPr>
        </p:nvGraphicFramePr>
        <p:xfrm>
          <a:off x="729468" y="3126177"/>
          <a:ext cx="3078042" cy="3719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65E2A896-F1F0-BB02-1225-872E333C9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854" y="5141405"/>
            <a:ext cx="602719" cy="596532"/>
          </a:xfrm>
          <a:prstGeom prst="rect">
            <a:avLst/>
          </a:prstGeom>
        </p:spPr>
      </p:pic>
      <p:pic>
        <p:nvPicPr>
          <p:cNvPr id="18" name="Graphic 17" descr="User with solid fill">
            <a:extLst>
              <a:ext uri="{FF2B5EF4-FFF2-40B4-BE49-F238E27FC236}">
                <a16:creationId xmlns:a16="http://schemas.microsoft.com/office/drawing/2014/main" id="{0EC5499B-799B-076D-F9ED-DE606C38B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8881" y="3531091"/>
            <a:ext cx="602719" cy="596532"/>
          </a:xfrm>
          <a:prstGeom prst="rect">
            <a:avLst/>
          </a:prstGeom>
        </p:spPr>
      </p:pic>
      <p:pic>
        <p:nvPicPr>
          <p:cNvPr id="19" name="Graphic 18" descr="User with solid fill">
            <a:extLst>
              <a:ext uri="{FF2B5EF4-FFF2-40B4-BE49-F238E27FC236}">
                <a16:creationId xmlns:a16="http://schemas.microsoft.com/office/drawing/2014/main" id="{ECDAA153-2BC1-8A7D-3201-AFF0E820B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749" y="5912419"/>
            <a:ext cx="602719" cy="596532"/>
          </a:xfrm>
          <a:prstGeom prst="rect">
            <a:avLst/>
          </a:prstGeom>
        </p:spPr>
      </p:pic>
      <p:pic>
        <p:nvPicPr>
          <p:cNvPr id="20" name="Graphic 19" descr="Robot with solid fill">
            <a:extLst>
              <a:ext uri="{FF2B5EF4-FFF2-40B4-BE49-F238E27FC236}">
                <a16:creationId xmlns:a16="http://schemas.microsoft.com/office/drawing/2014/main" id="{3E2A9DFC-8447-2068-F3A4-278019956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993" y="4317321"/>
            <a:ext cx="602719" cy="596532"/>
          </a:xfrm>
          <a:prstGeom prst="rect">
            <a:avLst/>
          </a:prstGeom>
        </p:spPr>
      </p:pic>
      <p:pic>
        <p:nvPicPr>
          <p:cNvPr id="25" name="Graphic 24" descr="User with solid fill">
            <a:extLst>
              <a:ext uri="{FF2B5EF4-FFF2-40B4-BE49-F238E27FC236}">
                <a16:creationId xmlns:a16="http://schemas.microsoft.com/office/drawing/2014/main" id="{3853C187-5E7E-7A89-D000-966176FF7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64334" y="3587226"/>
            <a:ext cx="602719" cy="596532"/>
          </a:xfrm>
          <a:prstGeom prst="rect">
            <a:avLst/>
          </a:prstGeom>
        </p:spPr>
      </p:pic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EF5763DD-C59D-5480-C484-6FDB63F78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413884"/>
              </p:ext>
            </p:extLst>
          </p:nvPr>
        </p:nvGraphicFramePr>
        <p:xfrm>
          <a:off x="4486111" y="3164277"/>
          <a:ext cx="3281086" cy="3719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27" name="Graphic 26" descr="User with solid fill">
            <a:extLst>
              <a:ext uri="{FF2B5EF4-FFF2-40B4-BE49-F238E27FC236}">
                <a16:creationId xmlns:a16="http://schemas.microsoft.com/office/drawing/2014/main" id="{E6B8BA80-996E-DD9B-1955-464CB4179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34603" y="4164921"/>
            <a:ext cx="602719" cy="596532"/>
          </a:xfrm>
          <a:prstGeom prst="rect">
            <a:avLst/>
          </a:prstGeom>
        </p:spPr>
      </p:pic>
      <p:pic>
        <p:nvPicPr>
          <p:cNvPr id="28" name="Graphic 27" descr="User with solid fill">
            <a:extLst>
              <a:ext uri="{FF2B5EF4-FFF2-40B4-BE49-F238E27FC236}">
                <a16:creationId xmlns:a16="http://schemas.microsoft.com/office/drawing/2014/main" id="{C2F0AC4A-7C40-0911-F2D3-954F92CEC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76328" y="5747319"/>
            <a:ext cx="602719" cy="596532"/>
          </a:xfrm>
          <a:prstGeom prst="rect">
            <a:avLst/>
          </a:prstGeom>
        </p:spPr>
      </p:pic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F0E16D07-B25A-3657-64AE-E791FAE3CC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441621"/>
              </p:ext>
            </p:extLst>
          </p:nvPr>
        </p:nvGraphicFramePr>
        <p:xfrm>
          <a:off x="8567607" y="3100777"/>
          <a:ext cx="3078042" cy="3719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pic>
        <p:nvPicPr>
          <p:cNvPr id="30" name="Graphic 29" descr="User with solid fill">
            <a:extLst>
              <a:ext uri="{FF2B5EF4-FFF2-40B4-BE49-F238E27FC236}">
                <a16:creationId xmlns:a16="http://schemas.microsoft.com/office/drawing/2014/main" id="{9A42BA2A-7AC1-BB27-080A-9D23F515C9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4603" y="3242287"/>
            <a:ext cx="602719" cy="596532"/>
          </a:xfrm>
          <a:prstGeom prst="rect">
            <a:avLst/>
          </a:prstGeom>
        </p:spPr>
      </p:pic>
      <p:pic>
        <p:nvPicPr>
          <p:cNvPr id="31" name="Graphic 30" descr="User with solid fill">
            <a:extLst>
              <a:ext uri="{FF2B5EF4-FFF2-40B4-BE49-F238E27FC236}">
                <a16:creationId xmlns:a16="http://schemas.microsoft.com/office/drawing/2014/main" id="{F16B7579-CB55-530F-BC3B-F1F90D379F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77787" y="4690650"/>
            <a:ext cx="602719" cy="596532"/>
          </a:xfrm>
          <a:prstGeom prst="rect">
            <a:avLst/>
          </a:prstGeom>
        </p:spPr>
      </p:pic>
      <p:pic>
        <p:nvPicPr>
          <p:cNvPr id="32" name="Graphic 31" descr="User with solid fill">
            <a:extLst>
              <a:ext uri="{FF2B5EF4-FFF2-40B4-BE49-F238E27FC236}">
                <a16:creationId xmlns:a16="http://schemas.microsoft.com/office/drawing/2014/main" id="{F601FF1D-B828-C1BC-585D-287647B01D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8012" y="5112900"/>
            <a:ext cx="602719" cy="596532"/>
          </a:xfrm>
          <a:prstGeom prst="rect">
            <a:avLst/>
          </a:prstGeom>
        </p:spPr>
      </p:pic>
      <p:pic>
        <p:nvPicPr>
          <p:cNvPr id="33" name="Graphic 32" descr="User with solid fill">
            <a:extLst>
              <a:ext uri="{FF2B5EF4-FFF2-40B4-BE49-F238E27FC236}">
                <a16:creationId xmlns:a16="http://schemas.microsoft.com/office/drawing/2014/main" id="{07C01A1A-D856-B5B0-6953-916818EF4A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11832" y="6042903"/>
            <a:ext cx="602719" cy="596532"/>
          </a:xfrm>
          <a:prstGeom prst="rect">
            <a:avLst/>
          </a:prstGeom>
        </p:spPr>
      </p:pic>
      <p:pic>
        <p:nvPicPr>
          <p:cNvPr id="35" name="Graphic 34" descr="Eye with solid fill">
            <a:extLst>
              <a:ext uri="{FF2B5EF4-FFF2-40B4-BE49-F238E27FC236}">
                <a16:creationId xmlns:a16="http://schemas.microsoft.com/office/drawing/2014/main" id="{22882ED0-7E74-6B21-A889-A7BEF871A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698307" y="1187715"/>
            <a:ext cx="914400" cy="914400"/>
          </a:xfrm>
          <a:prstGeom prst="rect">
            <a:avLst/>
          </a:prstGeom>
        </p:spPr>
      </p:pic>
      <p:pic>
        <p:nvPicPr>
          <p:cNvPr id="37" name="Graphic 36" descr="Ear with solid fill">
            <a:extLst>
              <a:ext uri="{FF2B5EF4-FFF2-40B4-BE49-F238E27FC236}">
                <a16:creationId xmlns:a16="http://schemas.microsoft.com/office/drawing/2014/main" id="{D733D89F-D5BD-7FFF-5ADF-2EF7D5283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73407" y="1114244"/>
            <a:ext cx="914400" cy="914400"/>
          </a:xfrm>
          <a:prstGeom prst="rect">
            <a:avLst/>
          </a:prstGeom>
        </p:spPr>
      </p:pic>
      <p:pic>
        <p:nvPicPr>
          <p:cNvPr id="39" name="Graphic 38" descr="Gears with solid fill">
            <a:extLst>
              <a:ext uri="{FF2B5EF4-FFF2-40B4-BE49-F238E27FC236}">
                <a16:creationId xmlns:a16="http://schemas.microsoft.com/office/drawing/2014/main" id="{C36B2236-2223-1350-7DF0-B8077658A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42511" y="1121636"/>
            <a:ext cx="914400" cy="91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5ACC3F8-2C83-D6EA-0C09-4353964B61AD}"/>
              </a:ext>
            </a:extLst>
          </p:cNvPr>
          <p:cNvSpPr txBox="1"/>
          <p:nvPr/>
        </p:nvSpPr>
        <p:spPr>
          <a:xfrm>
            <a:off x="420386" y="1918803"/>
            <a:ext cx="3594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Difficulty in understanding generated visualization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2C3728-A1EB-5D24-6087-38EB45F30005}"/>
              </a:ext>
            </a:extLst>
          </p:cNvPr>
          <p:cNvSpPr txBox="1"/>
          <p:nvPr/>
        </p:nvSpPr>
        <p:spPr>
          <a:xfrm>
            <a:off x="4331762" y="1896836"/>
            <a:ext cx="3520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97132"/>
                </a:solidFill>
              </a:rPr>
              <a:t>Difficulty </a:t>
            </a:r>
          </a:p>
          <a:p>
            <a:pPr algn="ctr"/>
            <a:r>
              <a:rPr lang="en-US" sz="2400" b="1" dirty="0">
                <a:solidFill>
                  <a:srgbClr val="E97132"/>
                </a:solidFill>
              </a:rPr>
              <a:t>in recovering </a:t>
            </a:r>
          </a:p>
          <a:p>
            <a:pPr algn="ctr"/>
            <a:r>
              <a:rPr lang="en-US" sz="2400" b="1" dirty="0">
                <a:solidFill>
                  <a:srgbClr val="E97132"/>
                </a:solidFill>
              </a:rPr>
              <a:t>spoken information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8EFDC1-A830-72FE-DE96-0E7ACB2F7472}"/>
              </a:ext>
            </a:extLst>
          </p:cNvPr>
          <p:cNvSpPr txBox="1"/>
          <p:nvPr/>
        </p:nvSpPr>
        <p:spPr>
          <a:xfrm>
            <a:off x="8526221" y="1854216"/>
            <a:ext cx="3213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97132"/>
                </a:solidFill>
              </a:rPr>
              <a:t>Uncertainty about system capability and procedure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E9660-5C02-847C-0C7D-B8A494D96F02}"/>
              </a:ext>
            </a:extLst>
          </p:cNvPr>
          <p:cNvSpPr txBox="1"/>
          <p:nvPr/>
        </p:nvSpPr>
        <p:spPr>
          <a:xfrm>
            <a:off x="1176189" y="823477"/>
            <a:ext cx="1783321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Visual Modality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0FD846-049F-1BB4-D0E2-29E91254EBD7}"/>
              </a:ext>
            </a:extLst>
          </p:cNvPr>
          <p:cNvSpPr txBox="1"/>
          <p:nvPr/>
        </p:nvSpPr>
        <p:spPr>
          <a:xfrm>
            <a:off x="8912367" y="823477"/>
            <a:ext cx="2388522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Kinesthetic Modality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94D32-D352-F355-0DB8-075AAE6F7783}"/>
              </a:ext>
            </a:extLst>
          </p:cNvPr>
          <p:cNvSpPr txBox="1"/>
          <p:nvPr/>
        </p:nvSpPr>
        <p:spPr>
          <a:xfrm>
            <a:off x="5045226" y="783081"/>
            <a:ext cx="2063497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Auditory Modality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B6DF8-5C72-0E6C-1FD6-16FFCA54D7FC}"/>
              </a:ext>
            </a:extLst>
          </p:cNvPr>
          <p:cNvSpPr txBox="1"/>
          <p:nvPr/>
        </p:nvSpPr>
        <p:spPr>
          <a:xfrm>
            <a:off x="139700" y="136525"/>
            <a:ext cx="11811000" cy="5178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effectLst/>
                <a:latin typeface="+mj-lt"/>
                <a:ea typeface="+mj-ea"/>
                <a:cs typeface="+mj-cs"/>
              </a:rPr>
              <a:t>Grounding of Clarification Requests (CR) observed in recorded transcripts of Study 1…</a:t>
            </a:r>
          </a:p>
        </p:txBody>
      </p:sp>
    </p:spTree>
    <p:extLst>
      <p:ext uri="{BB962C8B-B14F-4D97-AF65-F5344CB8AC3E}">
        <p14:creationId xmlns:p14="http://schemas.microsoft.com/office/powerpoint/2010/main" val="3323745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609EB95-7078-29D1-4B8F-F219CCD59D0F}"/>
              </a:ext>
            </a:extLst>
          </p:cNvPr>
          <p:cNvSpPr txBox="1"/>
          <p:nvPr/>
        </p:nvSpPr>
        <p:spPr>
          <a:xfrm>
            <a:off x="838200" y="5644257"/>
            <a:ext cx="10820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We need clarification datasets grounded in real-time collaborative task interaction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638019-6C7F-F26A-7E03-32AA174D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4644" y="6356350"/>
            <a:ext cx="489155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18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D11AA35F-EE7F-D57A-C5BC-A1475851FF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4421764"/>
              </p:ext>
            </p:extLst>
          </p:nvPr>
        </p:nvGraphicFramePr>
        <p:xfrm>
          <a:off x="685800" y="654366"/>
          <a:ext cx="10972800" cy="48574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F9C023-6216-FC15-8D26-FE90F3273BFC}"/>
              </a:ext>
            </a:extLst>
          </p:cNvPr>
          <p:cNvSpPr txBox="1"/>
          <p:nvPr/>
        </p:nvSpPr>
        <p:spPr>
          <a:xfrm>
            <a:off x="139700" y="136525"/>
            <a:ext cx="10515600" cy="517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+mj-lt"/>
                <a:ea typeface="+mj-ea"/>
                <a:cs typeface="+mj-cs"/>
              </a:rPr>
              <a:t>Existing CR Datasets..</a:t>
            </a:r>
            <a:endParaRPr lang="en-US" sz="4000" dirty="0"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4113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AB061B83-FD1C-BE4D-A4DB-52DB5D21D5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2DEF2AF4-C7C3-C94A-9A5C-7678E24FF4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09A5AAE8-99DE-454F-A811-25758908A8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9984167-7BCB-F443-9BA0-1AE2466C2C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F0B0A105-F708-EC43-A7BA-C9DE3E4935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642016AB-BBB4-1E46-A203-87CA57FF27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Graphic spid="18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6C9352-EDB6-1F30-31C5-7C880425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2191" y="6450012"/>
            <a:ext cx="579810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19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3" name="Title 11">
            <a:extLst>
              <a:ext uri="{FF2B5EF4-FFF2-40B4-BE49-F238E27FC236}">
                <a16:creationId xmlns:a16="http://schemas.microsoft.com/office/drawing/2014/main" id="{AADE1DAC-0269-CBD7-1980-CE843808E20E}"/>
              </a:ext>
            </a:extLst>
          </p:cNvPr>
          <p:cNvSpPr txBox="1">
            <a:spLocks/>
          </p:cNvSpPr>
          <p:nvPr/>
        </p:nvSpPr>
        <p:spPr>
          <a:xfrm>
            <a:off x="183803" y="-32102"/>
            <a:ext cx="13001625" cy="71257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ClarVis</a:t>
            </a:r>
            <a:r>
              <a:rPr lang="en-US" dirty="0"/>
              <a:t>: Annotation, Dataset Description and Context</a:t>
            </a:r>
          </a:p>
        </p:txBody>
      </p:sp>
      <p:sp>
        <p:nvSpPr>
          <p:cNvPr id="5" name="Google Shape;162;p17">
            <a:extLst>
              <a:ext uri="{FF2B5EF4-FFF2-40B4-BE49-F238E27FC236}">
                <a16:creationId xmlns:a16="http://schemas.microsoft.com/office/drawing/2014/main" id="{D57A177D-B8B8-A9B8-F448-F08ABCDFF684}"/>
              </a:ext>
            </a:extLst>
          </p:cNvPr>
          <p:cNvSpPr/>
          <p:nvPr/>
        </p:nvSpPr>
        <p:spPr>
          <a:xfrm>
            <a:off x="311150" y="814937"/>
            <a:ext cx="3570335" cy="58176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63;p17">
            <a:extLst>
              <a:ext uri="{FF2B5EF4-FFF2-40B4-BE49-F238E27FC236}">
                <a16:creationId xmlns:a16="http://schemas.microsoft.com/office/drawing/2014/main" id="{C1CD92BB-F934-82D6-2164-8DED59472F94}"/>
              </a:ext>
            </a:extLst>
          </p:cNvPr>
          <p:cNvSpPr/>
          <p:nvPr/>
        </p:nvSpPr>
        <p:spPr>
          <a:xfrm>
            <a:off x="318009" y="830719"/>
            <a:ext cx="3570335" cy="7570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10205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 dirty="0">
                <a:solidFill>
                  <a:schemeClr val="lt1"/>
                </a:solidFill>
                <a:sym typeface="Fira Sans Extra Condensed"/>
              </a:rPr>
              <a:t>Annotation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 dirty="0">
                <a:solidFill>
                  <a:schemeClr val="lt1"/>
                </a:solidFill>
                <a:sym typeface="Fira Sans Extra Condensed"/>
              </a:rPr>
              <a:t>       1. CR vs Non CR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 dirty="0">
                <a:solidFill>
                  <a:schemeClr val="lt1"/>
                </a:solidFill>
                <a:sym typeface="Fira Sans Extra Condensed"/>
              </a:rPr>
              <a:t>                     2. Grounding Modality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7" name="Google Shape;164;p17">
            <a:extLst>
              <a:ext uri="{FF2B5EF4-FFF2-40B4-BE49-F238E27FC236}">
                <a16:creationId xmlns:a16="http://schemas.microsoft.com/office/drawing/2014/main" id="{5C435084-0D2A-DCEE-41A5-34BF75378EFD}"/>
              </a:ext>
            </a:extLst>
          </p:cNvPr>
          <p:cNvSpPr/>
          <p:nvPr/>
        </p:nvSpPr>
        <p:spPr>
          <a:xfrm>
            <a:off x="4167703" y="814937"/>
            <a:ext cx="3570335" cy="58176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65;p17">
            <a:extLst>
              <a:ext uri="{FF2B5EF4-FFF2-40B4-BE49-F238E27FC236}">
                <a16:creationId xmlns:a16="http://schemas.microsoft.com/office/drawing/2014/main" id="{885AEADC-6C5E-6172-5954-B4CF64F4F19A}"/>
              </a:ext>
            </a:extLst>
          </p:cNvPr>
          <p:cNvSpPr/>
          <p:nvPr/>
        </p:nvSpPr>
        <p:spPr>
          <a:xfrm>
            <a:off x="4174562" y="830719"/>
            <a:ext cx="3570335" cy="75701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10205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  <a:sym typeface="Fira Sans Extra Condensed"/>
              </a:rPr>
              <a:t>Dataset Description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9" name="Google Shape;166;p17">
            <a:extLst>
              <a:ext uri="{FF2B5EF4-FFF2-40B4-BE49-F238E27FC236}">
                <a16:creationId xmlns:a16="http://schemas.microsoft.com/office/drawing/2014/main" id="{E2CA93B0-D7AD-4D65-B74E-8966E61E1400}"/>
              </a:ext>
            </a:extLst>
          </p:cNvPr>
          <p:cNvSpPr/>
          <p:nvPr/>
        </p:nvSpPr>
        <p:spPr>
          <a:xfrm>
            <a:off x="8024256" y="814937"/>
            <a:ext cx="3570335" cy="58176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67;p17">
            <a:extLst>
              <a:ext uri="{FF2B5EF4-FFF2-40B4-BE49-F238E27FC236}">
                <a16:creationId xmlns:a16="http://schemas.microsoft.com/office/drawing/2014/main" id="{9A36A436-A332-B71D-EC16-80F5AFA48978}"/>
              </a:ext>
            </a:extLst>
          </p:cNvPr>
          <p:cNvSpPr/>
          <p:nvPr/>
        </p:nvSpPr>
        <p:spPr>
          <a:xfrm>
            <a:off x="8024256" y="830719"/>
            <a:ext cx="3570335" cy="7570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10205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</a:rPr>
              <a:t>Quantifying Context</a:t>
            </a:r>
            <a:endParaRPr sz="1800" b="1" dirty="0">
              <a:solidFill>
                <a:schemeClr val="lt1"/>
              </a:solidFill>
            </a:endParaRPr>
          </a:p>
        </p:txBody>
      </p:sp>
      <p:sp>
        <p:nvSpPr>
          <p:cNvPr id="14" name="Google Shape;171;p17">
            <a:extLst>
              <a:ext uri="{FF2B5EF4-FFF2-40B4-BE49-F238E27FC236}">
                <a16:creationId xmlns:a16="http://schemas.microsoft.com/office/drawing/2014/main" id="{D99E905D-C605-EA38-D761-FE54B2684442}"/>
              </a:ext>
            </a:extLst>
          </p:cNvPr>
          <p:cNvSpPr/>
          <p:nvPr/>
        </p:nvSpPr>
        <p:spPr>
          <a:xfrm>
            <a:off x="4395144" y="1723876"/>
            <a:ext cx="3115451" cy="161090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14300" dist="38100" dir="738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10205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lt1"/>
                </a:solidFill>
                <a:ea typeface="Fira Sans Extra Condensed"/>
                <a:cs typeface="Fira Sans Extra Condensed"/>
                <a:sym typeface="Fira Sans Extra Condensed"/>
              </a:rPr>
              <a:t>To Do</a:t>
            </a:r>
            <a:endParaRPr sz="1800" b="1" dirty="0">
              <a:solidFill>
                <a:schemeClr val="lt1"/>
              </a:solidFill>
            </a:endParaRPr>
          </a:p>
        </p:txBody>
      </p:sp>
      <p:grpSp>
        <p:nvGrpSpPr>
          <p:cNvPr id="28" name="Google Shape;185;p17">
            <a:extLst>
              <a:ext uri="{FF2B5EF4-FFF2-40B4-BE49-F238E27FC236}">
                <a16:creationId xmlns:a16="http://schemas.microsoft.com/office/drawing/2014/main" id="{24108749-C468-B2C0-424A-952BB002A1E6}"/>
              </a:ext>
            </a:extLst>
          </p:cNvPr>
          <p:cNvGrpSpPr/>
          <p:nvPr/>
        </p:nvGrpSpPr>
        <p:grpSpPr>
          <a:xfrm>
            <a:off x="8137676" y="899361"/>
            <a:ext cx="555513" cy="635695"/>
            <a:chOff x="6252110" y="2085747"/>
            <a:chExt cx="380654" cy="380654"/>
          </a:xfrm>
          <a:solidFill>
            <a:schemeClr val="bg1"/>
          </a:solidFill>
        </p:grpSpPr>
        <p:sp>
          <p:nvSpPr>
            <p:cNvPr id="29" name="Google Shape;186;p17">
              <a:extLst>
                <a:ext uri="{FF2B5EF4-FFF2-40B4-BE49-F238E27FC236}">
                  <a16:creationId xmlns:a16="http://schemas.microsoft.com/office/drawing/2014/main" id="{9DFD9A55-C4FF-5E16-5DEE-77B73E7DD36B}"/>
                </a:ext>
              </a:extLst>
            </p:cNvPr>
            <p:cNvSpPr/>
            <p:nvPr/>
          </p:nvSpPr>
          <p:spPr>
            <a:xfrm>
              <a:off x="6252110" y="2085747"/>
              <a:ext cx="380654" cy="380654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187;p17">
              <a:extLst>
                <a:ext uri="{FF2B5EF4-FFF2-40B4-BE49-F238E27FC236}">
                  <a16:creationId xmlns:a16="http://schemas.microsoft.com/office/drawing/2014/main" id="{3AB3C408-8991-8D7E-4301-A712BB03DB9F}"/>
                </a:ext>
              </a:extLst>
            </p:cNvPr>
            <p:cNvSpPr/>
            <p:nvPr/>
          </p:nvSpPr>
          <p:spPr>
            <a:xfrm>
              <a:off x="6343038" y="2204096"/>
              <a:ext cx="197251" cy="143969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5" name="Google Shape;202;p17">
            <a:extLst>
              <a:ext uri="{FF2B5EF4-FFF2-40B4-BE49-F238E27FC236}">
                <a16:creationId xmlns:a16="http://schemas.microsoft.com/office/drawing/2014/main" id="{49AA2C88-75C4-C9B5-FE70-44FBF25BB917}"/>
              </a:ext>
            </a:extLst>
          </p:cNvPr>
          <p:cNvSpPr txBox="1"/>
          <p:nvPr/>
        </p:nvSpPr>
        <p:spPr>
          <a:xfrm>
            <a:off x="4377545" y="1754596"/>
            <a:ext cx="3172227" cy="161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700" b="1" dirty="0"/>
              <a:t>29 dialogue transcripts</a:t>
            </a:r>
            <a:br>
              <a:rPr lang="en-US" sz="1700" dirty="0"/>
            </a:br>
            <a:r>
              <a:rPr lang="en-US" sz="1700" b="1" dirty="0"/>
              <a:t>~ 6.9K total turns</a:t>
            </a:r>
            <a:r>
              <a:rPr lang="en-US" sz="1700" dirty="0"/>
              <a:t>  (including generated visualizations)</a:t>
            </a:r>
          </a:p>
          <a:p>
            <a:r>
              <a:rPr lang="en-US" sz="1700" b="1" dirty="0"/>
              <a:t>~6.3K user utterances</a:t>
            </a:r>
            <a:r>
              <a:rPr lang="en-US" sz="1700" dirty="0"/>
              <a:t> </a:t>
            </a:r>
          </a:p>
          <a:p>
            <a:r>
              <a:rPr lang="en-US" sz="1700" dirty="0"/>
              <a:t>Average </a:t>
            </a:r>
            <a:r>
              <a:rPr lang="en-US" sz="1700" b="1" dirty="0"/>
              <a:t>220 turns/dialogue</a:t>
            </a:r>
          </a:p>
        </p:txBody>
      </p:sp>
      <p:sp>
        <p:nvSpPr>
          <p:cNvPr id="46" name="Google Shape;203;p17">
            <a:extLst>
              <a:ext uri="{FF2B5EF4-FFF2-40B4-BE49-F238E27FC236}">
                <a16:creationId xmlns:a16="http://schemas.microsoft.com/office/drawing/2014/main" id="{0F04F6E8-F1F7-AE20-4B1D-32871FF23FE0}"/>
              </a:ext>
            </a:extLst>
          </p:cNvPr>
          <p:cNvSpPr txBox="1"/>
          <p:nvPr/>
        </p:nvSpPr>
        <p:spPr>
          <a:xfrm>
            <a:off x="5199611" y="3595746"/>
            <a:ext cx="2350161" cy="1273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1200" dirty="0"/>
          </a:p>
        </p:txBody>
      </p:sp>
      <p:pic>
        <p:nvPicPr>
          <p:cNvPr id="71" name="Graphic 70" descr="Checklist with solid fill">
            <a:extLst>
              <a:ext uri="{FF2B5EF4-FFF2-40B4-BE49-F238E27FC236}">
                <a16:creationId xmlns:a16="http://schemas.microsoft.com/office/drawing/2014/main" id="{15DF07E3-2C6E-CD88-DFC3-EA165807B4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041" y="869430"/>
            <a:ext cx="695559" cy="695559"/>
          </a:xfrm>
          <a:prstGeom prst="rect">
            <a:avLst/>
          </a:prstGeom>
        </p:spPr>
      </p:pic>
      <p:grpSp>
        <p:nvGrpSpPr>
          <p:cNvPr id="72" name="Google Shape;179;p17">
            <a:extLst>
              <a:ext uri="{FF2B5EF4-FFF2-40B4-BE49-F238E27FC236}">
                <a16:creationId xmlns:a16="http://schemas.microsoft.com/office/drawing/2014/main" id="{A591CE4F-94E9-AB42-3523-E0CA7D2693E9}"/>
              </a:ext>
            </a:extLst>
          </p:cNvPr>
          <p:cNvGrpSpPr/>
          <p:nvPr/>
        </p:nvGrpSpPr>
        <p:grpSpPr>
          <a:xfrm>
            <a:off x="4278769" y="848320"/>
            <a:ext cx="555513" cy="635695"/>
            <a:chOff x="3603925" y="3033475"/>
            <a:chExt cx="380654" cy="380654"/>
          </a:xfrm>
          <a:solidFill>
            <a:schemeClr val="bg1"/>
          </a:solidFill>
        </p:grpSpPr>
        <p:sp>
          <p:nvSpPr>
            <p:cNvPr id="73" name="Google Shape;180;p17">
              <a:extLst>
                <a:ext uri="{FF2B5EF4-FFF2-40B4-BE49-F238E27FC236}">
                  <a16:creationId xmlns:a16="http://schemas.microsoft.com/office/drawing/2014/main" id="{8B696974-3BAD-CB5C-415F-7E970BA43C08}"/>
                </a:ext>
              </a:extLst>
            </p:cNvPr>
            <p:cNvSpPr/>
            <p:nvPr/>
          </p:nvSpPr>
          <p:spPr>
            <a:xfrm>
              <a:off x="3603925" y="3033475"/>
              <a:ext cx="380654" cy="380654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0351" y="1132"/>
                  </a:moveTo>
                  <a:lnTo>
                    <a:pt x="10562" y="2008"/>
                  </a:lnTo>
                  <a:cubicBezTo>
                    <a:pt x="10614" y="2226"/>
                    <a:pt x="10789" y="2392"/>
                    <a:pt x="11009" y="2434"/>
                  </a:cubicBezTo>
                  <a:cubicBezTo>
                    <a:pt x="12021" y="2618"/>
                    <a:pt x="12981" y="3014"/>
                    <a:pt x="13826" y="3596"/>
                  </a:cubicBezTo>
                  <a:cubicBezTo>
                    <a:pt x="13922" y="3663"/>
                    <a:pt x="14033" y="3696"/>
                    <a:pt x="14146" y="3696"/>
                  </a:cubicBezTo>
                  <a:cubicBezTo>
                    <a:pt x="14247" y="3696"/>
                    <a:pt x="14349" y="3669"/>
                    <a:pt x="14439" y="3614"/>
                  </a:cubicBezTo>
                  <a:lnTo>
                    <a:pt x="15179" y="3171"/>
                  </a:lnTo>
                  <a:lnTo>
                    <a:pt x="16154" y="4146"/>
                  </a:lnTo>
                  <a:lnTo>
                    <a:pt x="15711" y="4889"/>
                  </a:lnTo>
                  <a:cubicBezTo>
                    <a:pt x="15596" y="5079"/>
                    <a:pt x="15602" y="5317"/>
                    <a:pt x="15729" y="5499"/>
                  </a:cubicBezTo>
                  <a:cubicBezTo>
                    <a:pt x="16311" y="6344"/>
                    <a:pt x="16707" y="7304"/>
                    <a:pt x="16891" y="8316"/>
                  </a:cubicBezTo>
                  <a:cubicBezTo>
                    <a:pt x="16933" y="8536"/>
                    <a:pt x="17100" y="8711"/>
                    <a:pt x="17317" y="8763"/>
                  </a:cubicBezTo>
                  <a:lnTo>
                    <a:pt x="18193" y="8974"/>
                  </a:lnTo>
                  <a:lnTo>
                    <a:pt x="18193" y="10351"/>
                  </a:lnTo>
                  <a:lnTo>
                    <a:pt x="17317" y="10562"/>
                  </a:lnTo>
                  <a:cubicBezTo>
                    <a:pt x="17100" y="10614"/>
                    <a:pt x="16933" y="10789"/>
                    <a:pt x="16894" y="11009"/>
                  </a:cubicBezTo>
                  <a:cubicBezTo>
                    <a:pt x="16710" y="12021"/>
                    <a:pt x="16311" y="12981"/>
                    <a:pt x="15729" y="13826"/>
                  </a:cubicBezTo>
                  <a:cubicBezTo>
                    <a:pt x="15605" y="14007"/>
                    <a:pt x="15596" y="14246"/>
                    <a:pt x="15711" y="14436"/>
                  </a:cubicBezTo>
                  <a:lnTo>
                    <a:pt x="16154" y="15179"/>
                  </a:lnTo>
                  <a:lnTo>
                    <a:pt x="15179" y="16154"/>
                  </a:lnTo>
                  <a:lnTo>
                    <a:pt x="14439" y="15710"/>
                  </a:lnTo>
                  <a:cubicBezTo>
                    <a:pt x="14349" y="15656"/>
                    <a:pt x="14247" y="15629"/>
                    <a:pt x="14146" y="15629"/>
                  </a:cubicBezTo>
                  <a:cubicBezTo>
                    <a:pt x="14033" y="15629"/>
                    <a:pt x="13922" y="15662"/>
                    <a:pt x="13826" y="15729"/>
                  </a:cubicBezTo>
                  <a:cubicBezTo>
                    <a:pt x="12981" y="16311"/>
                    <a:pt x="12021" y="16707"/>
                    <a:pt x="11009" y="16891"/>
                  </a:cubicBezTo>
                  <a:cubicBezTo>
                    <a:pt x="10789" y="16933"/>
                    <a:pt x="10614" y="17099"/>
                    <a:pt x="10562" y="17317"/>
                  </a:cubicBezTo>
                  <a:lnTo>
                    <a:pt x="10351" y="18192"/>
                  </a:lnTo>
                  <a:lnTo>
                    <a:pt x="8974" y="18192"/>
                  </a:lnTo>
                  <a:lnTo>
                    <a:pt x="8763" y="17317"/>
                  </a:lnTo>
                  <a:cubicBezTo>
                    <a:pt x="8712" y="17099"/>
                    <a:pt x="8536" y="16933"/>
                    <a:pt x="8316" y="16891"/>
                  </a:cubicBezTo>
                  <a:cubicBezTo>
                    <a:pt x="7304" y="16707"/>
                    <a:pt x="6344" y="16311"/>
                    <a:pt x="5499" y="15729"/>
                  </a:cubicBezTo>
                  <a:cubicBezTo>
                    <a:pt x="5404" y="15662"/>
                    <a:pt x="5293" y="15629"/>
                    <a:pt x="5181" y="15629"/>
                  </a:cubicBezTo>
                  <a:cubicBezTo>
                    <a:pt x="5081" y="15629"/>
                    <a:pt x="4979" y="15656"/>
                    <a:pt x="4889" y="15710"/>
                  </a:cubicBezTo>
                  <a:lnTo>
                    <a:pt x="4146" y="16154"/>
                  </a:lnTo>
                  <a:lnTo>
                    <a:pt x="3171" y="15179"/>
                  </a:lnTo>
                  <a:lnTo>
                    <a:pt x="3615" y="14436"/>
                  </a:lnTo>
                  <a:cubicBezTo>
                    <a:pt x="3729" y="14246"/>
                    <a:pt x="3723" y="14007"/>
                    <a:pt x="3597" y="13826"/>
                  </a:cubicBezTo>
                  <a:cubicBezTo>
                    <a:pt x="3014" y="12981"/>
                    <a:pt x="2618" y="12021"/>
                    <a:pt x="2434" y="11009"/>
                  </a:cubicBezTo>
                  <a:cubicBezTo>
                    <a:pt x="2392" y="10789"/>
                    <a:pt x="2226" y="10614"/>
                    <a:pt x="2011" y="10562"/>
                  </a:cubicBezTo>
                  <a:lnTo>
                    <a:pt x="1133" y="10351"/>
                  </a:lnTo>
                  <a:lnTo>
                    <a:pt x="1133" y="8974"/>
                  </a:lnTo>
                  <a:lnTo>
                    <a:pt x="2008" y="8763"/>
                  </a:lnTo>
                  <a:cubicBezTo>
                    <a:pt x="2226" y="8711"/>
                    <a:pt x="2392" y="8536"/>
                    <a:pt x="2431" y="8316"/>
                  </a:cubicBezTo>
                  <a:cubicBezTo>
                    <a:pt x="2615" y="7304"/>
                    <a:pt x="3014" y="6344"/>
                    <a:pt x="3597" y="5499"/>
                  </a:cubicBezTo>
                  <a:cubicBezTo>
                    <a:pt x="3720" y="5317"/>
                    <a:pt x="3729" y="5079"/>
                    <a:pt x="3615" y="4889"/>
                  </a:cubicBezTo>
                  <a:lnTo>
                    <a:pt x="3171" y="4146"/>
                  </a:lnTo>
                  <a:lnTo>
                    <a:pt x="4146" y="3171"/>
                  </a:lnTo>
                  <a:lnTo>
                    <a:pt x="4889" y="3614"/>
                  </a:lnTo>
                  <a:cubicBezTo>
                    <a:pt x="4979" y="3669"/>
                    <a:pt x="5081" y="3696"/>
                    <a:pt x="5181" y="3696"/>
                  </a:cubicBezTo>
                  <a:cubicBezTo>
                    <a:pt x="5293" y="3696"/>
                    <a:pt x="5404" y="3663"/>
                    <a:pt x="5499" y="3596"/>
                  </a:cubicBezTo>
                  <a:cubicBezTo>
                    <a:pt x="6344" y="3014"/>
                    <a:pt x="7304" y="2618"/>
                    <a:pt x="8316" y="2434"/>
                  </a:cubicBezTo>
                  <a:cubicBezTo>
                    <a:pt x="8536" y="2392"/>
                    <a:pt x="8712" y="2226"/>
                    <a:pt x="8763" y="2008"/>
                  </a:cubicBezTo>
                  <a:lnTo>
                    <a:pt x="8974" y="1132"/>
                  </a:lnTo>
                  <a:close/>
                  <a:moveTo>
                    <a:pt x="8530" y="0"/>
                  </a:moveTo>
                  <a:cubicBezTo>
                    <a:pt x="8268" y="0"/>
                    <a:pt x="8041" y="178"/>
                    <a:pt x="7981" y="432"/>
                  </a:cubicBezTo>
                  <a:lnTo>
                    <a:pt x="7748" y="1392"/>
                  </a:lnTo>
                  <a:cubicBezTo>
                    <a:pt x="6833" y="1604"/>
                    <a:pt x="5961" y="1963"/>
                    <a:pt x="5167" y="2461"/>
                  </a:cubicBezTo>
                  <a:lnTo>
                    <a:pt x="4348" y="1969"/>
                  </a:lnTo>
                  <a:cubicBezTo>
                    <a:pt x="4260" y="1915"/>
                    <a:pt x="4160" y="1889"/>
                    <a:pt x="4061" y="1889"/>
                  </a:cubicBezTo>
                  <a:cubicBezTo>
                    <a:pt x="3913" y="1889"/>
                    <a:pt x="3767" y="1946"/>
                    <a:pt x="3657" y="2056"/>
                  </a:cubicBezTo>
                  <a:lnTo>
                    <a:pt x="2057" y="3657"/>
                  </a:lnTo>
                  <a:cubicBezTo>
                    <a:pt x="1872" y="3841"/>
                    <a:pt x="1839" y="4125"/>
                    <a:pt x="1972" y="4348"/>
                  </a:cubicBezTo>
                  <a:lnTo>
                    <a:pt x="2461" y="5163"/>
                  </a:lnTo>
                  <a:cubicBezTo>
                    <a:pt x="1963" y="5958"/>
                    <a:pt x="1604" y="6830"/>
                    <a:pt x="1395" y="7745"/>
                  </a:cubicBezTo>
                  <a:lnTo>
                    <a:pt x="435" y="7978"/>
                  </a:lnTo>
                  <a:cubicBezTo>
                    <a:pt x="179" y="8041"/>
                    <a:pt x="0" y="8267"/>
                    <a:pt x="0" y="8530"/>
                  </a:cubicBezTo>
                  <a:lnTo>
                    <a:pt x="0" y="10795"/>
                  </a:lnTo>
                  <a:cubicBezTo>
                    <a:pt x="0" y="11057"/>
                    <a:pt x="179" y="11284"/>
                    <a:pt x="432" y="11344"/>
                  </a:cubicBezTo>
                  <a:lnTo>
                    <a:pt x="1392" y="11580"/>
                  </a:lnTo>
                  <a:cubicBezTo>
                    <a:pt x="1604" y="12492"/>
                    <a:pt x="1963" y="13364"/>
                    <a:pt x="2461" y="14158"/>
                  </a:cubicBezTo>
                  <a:lnTo>
                    <a:pt x="1969" y="14977"/>
                  </a:lnTo>
                  <a:cubicBezTo>
                    <a:pt x="1836" y="15200"/>
                    <a:pt x="1872" y="15484"/>
                    <a:pt x="2057" y="15668"/>
                  </a:cubicBezTo>
                  <a:lnTo>
                    <a:pt x="3657" y="17268"/>
                  </a:lnTo>
                  <a:cubicBezTo>
                    <a:pt x="3766" y="17378"/>
                    <a:pt x="3911" y="17435"/>
                    <a:pt x="4057" y="17435"/>
                  </a:cubicBezTo>
                  <a:cubicBezTo>
                    <a:pt x="4157" y="17435"/>
                    <a:pt x="4258" y="17408"/>
                    <a:pt x="4348" y="17353"/>
                  </a:cubicBezTo>
                  <a:lnTo>
                    <a:pt x="5164" y="16864"/>
                  </a:lnTo>
                  <a:cubicBezTo>
                    <a:pt x="5958" y="17362"/>
                    <a:pt x="6830" y="17721"/>
                    <a:pt x="7745" y="17930"/>
                  </a:cubicBezTo>
                  <a:lnTo>
                    <a:pt x="7978" y="18890"/>
                  </a:lnTo>
                  <a:cubicBezTo>
                    <a:pt x="8041" y="19147"/>
                    <a:pt x="8268" y="19325"/>
                    <a:pt x="8530" y="19325"/>
                  </a:cubicBezTo>
                  <a:lnTo>
                    <a:pt x="10795" y="19325"/>
                  </a:lnTo>
                  <a:cubicBezTo>
                    <a:pt x="11058" y="19325"/>
                    <a:pt x="11284" y="19147"/>
                    <a:pt x="11344" y="18893"/>
                  </a:cubicBezTo>
                  <a:lnTo>
                    <a:pt x="11577" y="17933"/>
                  </a:lnTo>
                  <a:cubicBezTo>
                    <a:pt x="12492" y="17721"/>
                    <a:pt x="13364" y="17362"/>
                    <a:pt x="14159" y="16864"/>
                  </a:cubicBezTo>
                  <a:lnTo>
                    <a:pt x="14977" y="17356"/>
                  </a:lnTo>
                  <a:cubicBezTo>
                    <a:pt x="15066" y="17410"/>
                    <a:pt x="15166" y="17436"/>
                    <a:pt x="15266" y="17436"/>
                  </a:cubicBezTo>
                  <a:cubicBezTo>
                    <a:pt x="15413" y="17436"/>
                    <a:pt x="15559" y="17379"/>
                    <a:pt x="15668" y="17271"/>
                  </a:cubicBezTo>
                  <a:lnTo>
                    <a:pt x="17269" y="15668"/>
                  </a:lnTo>
                  <a:cubicBezTo>
                    <a:pt x="17453" y="15484"/>
                    <a:pt x="17489" y="15200"/>
                    <a:pt x="17353" y="14977"/>
                  </a:cubicBezTo>
                  <a:lnTo>
                    <a:pt x="16864" y="14161"/>
                  </a:lnTo>
                  <a:cubicBezTo>
                    <a:pt x="17362" y="13367"/>
                    <a:pt x="17722" y="12495"/>
                    <a:pt x="17930" y="11580"/>
                  </a:cubicBezTo>
                  <a:lnTo>
                    <a:pt x="18890" y="11347"/>
                  </a:lnTo>
                  <a:cubicBezTo>
                    <a:pt x="19147" y="11284"/>
                    <a:pt x="19325" y="11057"/>
                    <a:pt x="19325" y="10795"/>
                  </a:cubicBezTo>
                  <a:lnTo>
                    <a:pt x="19325" y="8530"/>
                  </a:lnTo>
                  <a:cubicBezTo>
                    <a:pt x="19325" y="8267"/>
                    <a:pt x="19147" y="8041"/>
                    <a:pt x="18893" y="7981"/>
                  </a:cubicBezTo>
                  <a:lnTo>
                    <a:pt x="17933" y="7748"/>
                  </a:lnTo>
                  <a:cubicBezTo>
                    <a:pt x="17722" y="6833"/>
                    <a:pt x="17362" y="5961"/>
                    <a:pt x="16864" y="5166"/>
                  </a:cubicBezTo>
                  <a:lnTo>
                    <a:pt x="17356" y="4348"/>
                  </a:lnTo>
                  <a:cubicBezTo>
                    <a:pt x="17489" y="4128"/>
                    <a:pt x="17453" y="3841"/>
                    <a:pt x="17272" y="3657"/>
                  </a:cubicBezTo>
                  <a:lnTo>
                    <a:pt x="15668" y="2056"/>
                  </a:lnTo>
                  <a:cubicBezTo>
                    <a:pt x="15559" y="1947"/>
                    <a:pt x="15415" y="1890"/>
                    <a:pt x="15268" y="1890"/>
                  </a:cubicBezTo>
                  <a:cubicBezTo>
                    <a:pt x="15168" y="1890"/>
                    <a:pt x="15068" y="1917"/>
                    <a:pt x="14977" y="1972"/>
                  </a:cubicBezTo>
                  <a:lnTo>
                    <a:pt x="14162" y="2461"/>
                  </a:lnTo>
                  <a:cubicBezTo>
                    <a:pt x="13367" y="1963"/>
                    <a:pt x="12495" y="1604"/>
                    <a:pt x="11580" y="1395"/>
                  </a:cubicBezTo>
                  <a:lnTo>
                    <a:pt x="11347" y="435"/>
                  </a:lnTo>
                  <a:cubicBezTo>
                    <a:pt x="11284" y="178"/>
                    <a:pt x="11058" y="0"/>
                    <a:pt x="107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4" name="Google Shape;181;p17">
              <a:extLst>
                <a:ext uri="{FF2B5EF4-FFF2-40B4-BE49-F238E27FC236}">
                  <a16:creationId xmlns:a16="http://schemas.microsoft.com/office/drawing/2014/main" id="{07C2B4DA-ADEE-EE51-3213-D72C69FFF1F0}"/>
                </a:ext>
              </a:extLst>
            </p:cNvPr>
            <p:cNvSpPr/>
            <p:nvPr/>
          </p:nvSpPr>
          <p:spPr>
            <a:xfrm>
              <a:off x="3671609" y="3101159"/>
              <a:ext cx="245352" cy="245352"/>
            </a:xfrm>
            <a:custGeom>
              <a:avLst/>
              <a:gdLst/>
              <a:ahLst/>
              <a:cxnLst/>
              <a:rect l="l" t="t" r="r" b="b"/>
              <a:pathLst>
                <a:path w="12456" h="12456" extrusionOk="0">
                  <a:moveTo>
                    <a:pt x="6227" y="1133"/>
                  </a:moveTo>
                  <a:cubicBezTo>
                    <a:pt x="9038" y="1133"/>
                    <a:pt x="11323" y="3418"/>
                    <a:pt x="11323" y="6226"/>
                  </a:cubicBezTo>
                  <a:cubicBezTo>
                    <a:pt x="11323" y="9038"/>
                    <a:pt x="9038" y="11323"/>
                    <a:pt x="6227" y="11323"/>
                  </a:cubicBezTo>
                  <a:cubicBezTo>
                    <a:pt x="3419" y="11323"/>
                    <a:pt x="1133" y="9038"/>
                    <a:pt x="1133" y="6226"/>
                  </a:cubicBezTo>
                  <a:cubicBezTo>
                    <a:pt x="1133" y="3418"/>
                    <a:pt x="3419" y="1133"/>
                    <a:pt x="6227" y="1133"/>
                  </a:cubicBezTo>
                  <a:close/>
                  <a:moveTo>
                    <a:pt x="6227" y="0"/>
                  </a:moveTo>
                  <a:cubicBezTo>
                    <a:pt x="2794" y="0"/>
                    <a:pt x="1" y="2793"/>
                    <a:pt x="1" y="6226"/>
                  </a:cubicBezTo>
                  <a:cubicBezTo>
                    <a:pt x="1" y="9663"/>
                    <a:pt x="2794" y="12456"/>
                    <a:pt x="6227" y="12456"/>
                  </a:cubicBezTo>
                  <a:cubicBezTo>
                    <a:pt x="9663" y="12456"/>
                    <a:pt x="12456" y="9663"/>
                    <a:pt x="12456" y="6226"/>
                  </a:cubicBezTo>
                  <a:cubicBezTo>
                    <a:pt x="12456" y="2793"/>
                    <a:pt x="9663" y="0"/>
                    <a:pt x="62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sp>
        <p:nvSpPr>
          <p:cNvPr id="79" name="Google Shape;169;p17">
            <a:extLst>
              <a:ext uri="{FF2B5EF4-FFF2-40B4-BE49-F238E27FC236}">
                <a16:creationId xmlns:a16="http://schemas.microsoft.com/office/drawing/2014/main" id="{58B3B223-407D-0786-5E31-F6EB60B48C2D}"/>
              </a:ext>
            </a:extLst>
          </p:cNvPr>
          <p:cNvSpPr/>
          <p:nvPr/>
        </p:nvSpPr>
        <p:spPr>
          <a:xfrm>
            <a:off x="4395326" y="3474406"/>
            <a:ext cx="3115451" cy="88169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14300" dist="38100" dir="738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10205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ea typeface="Fira Sans Extra Condensed"/>
                <a:cs typeface="Fira Sans Extra Condensed"/>
                <a:sym typeface="Fira Sans Extra Condensed"/>
              </a:rPr>
              <a:t>To Do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80" name="Google Shape;200;p17">
            <a:extLst>
              <a:ext uri="{FF2B5EF4-FFF2-40B4-BE49-F238E27FC236}">
                <a16:creationId xmlns:a16="http://schemas.microsoft.com/office/drawing/2014/main" id="{387D1C58-EF81-1AA1-6E5D-6D9604254B2B}"/>
              </a:ext>
            </a:extLst>
          </p:cNvPr>
          <p:cNvSpPr txBox="1"/>
          <p:nvPr/>
        </p:nvSpPr>
        <p:spPr>
          <a:xfrm>
            <a:off x="4377546" y="3474407"/>
            <a:ext cx="3133050" cy="88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445 clarification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6.4% of total turns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7.0% of user utterances</a:t>
            </a:r>
            <a:r>
              <a:rPr lang="en-US" dirty="0"/>
              <a:t> </a:t>
            </a:r>
          </a:p>
        </p:txBody>
      </p:sp>
      <p:graphicFrame>
        <p:nvGraphicFramePr>
          <p:cNvPr id="83" name="Diagram 82">
            <a:extLst>
              <a:ext uri="{FF2B5EF4-FFF2-40B4-BE49-F238E27FC236}">
                <a16:creationId xmlns:a16="http://schemas.microsoft.com/office/drawing/2014/main" id="{BA2C80FF-E113-A709-A2B8-A3B83FA1A1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5587985"/>
              </p:ext>
            </p:extLst>
          </p:nvPr>
        </p:nvGraphicFramePr>
        <p:xfrm>
          <a:off x="328749" y="1956736"/>
          <a:ext cx="3570335" cy="4493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84" name="Chart 83">
            <a:extLst>
              <a:ext uri="{FF2B5EF4-FFF2-40B4-BE49-F238E27FC236}">
                <a16:creationId xmlns:a16="http://schemas.microsoft.com/office/drawing/2014/main" id="{D4B7C6EF-C125-2B8E-4838-296978341A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5834346"/>
              </p:ext>
            </p:extLst>
          </p:nvPr>
        </p:nvGraphicFramePr>
        <p:xfrm>
          <a:off x="4185302" y="4356102"/>
          <a:ext cx="3552735" cy="2276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85" name="Diagram 84">
            <a:extLst>
              <a:ext uri="{FF2B5EF4-FFF2-40B4-BE49-F238E27FC236}">
                <a16:creationId xmlns:a16="http://schemas.microsoft.com/office/drawing/2014/main" id="{6377650D-0BC8-F437-D992-290AA54586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4832071"/>
              </p:ext>
            </p:extLst>
          </p:nvPr>
        </p:nvGraphicFramePr>
        <p:xfrm>
          <a:off x="8006657" y="1863516"/>
          <a:ext cx="3581075" cy="4493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348830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45" grpId="0"/>
      <p:bldP spid="46" grpId="0"/>
      <p:bldP spid="79" grpId="0" animBg="1"/>
      <p:bldP spid="80" grpId="0"/>
      <p:bldGraphic spid="83" grpId="0">
        <p:bldAsOne/>
      </p:bldGraphic>
      <p:bldGraphic spid="84" grpId="0">
        <p:bldAsOne/>
      </p:bldGraphic>
      <p:bldGraphic spid="85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497571-1D99-7E2B-9048-6A08B5AA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077" y="6287275"/>
            <a:ext cx="459365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20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F93AB5B-88FC-CD6B-4267-EDB8B173FB24}"/>
              </a:ext>
            </a:extLst>
          </p:cNvPr>
          <p:cNvSpPr txBox="1">
            <a:spLocks/>
          </p:cNvSpPr>
          <p:nvPr/>
        </p:nvSpPr>
        <p:spPr>
          <a:xfrm>
            <a:off x="266700" y="250336"/>
            <a:ext cx="1140714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/>
              <a:t>Baseline Experiments using </a:t>
            </a:r>
            <a:r>
              <a:rPr lang="en-US" sz="3200" dirty="0" err="1"/>
              <a:t>ClarVis</a:t>
            </a:r>
            <a:r>
              <a:rPr lang="en-US" sz="3200" dirty="0"/>
              <a:t> dataset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47A5B51-EC20-03E4-32CE-BEB6FC7787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8459367"/>
              </p:ext>
            </p:extLst>
          </p:nvPr>
        </p:nvGraphicFramePr>
        <p:xfrm>
          <a:off x="266700" y="736924"/>
          <a:ext cx="10701383" cy="5732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327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DB2241FA-0C22-954B-AC97-DB93F17EB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08318F6E-24FF-3441-B320-37ABE698E9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9787C8DC-0185-B049-AB3C-1C8BA2B40D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4A0C8C29-AC47-754E-9F2F-8A70192DA2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2685FBA-1A5C-DB46-97C5-82CDD14D9F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CF3A8436-D684-714A-A8B2-A8FF9954F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5D911C0C-9769-8D47-98B2-F7BF823413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1C2C6A-C69B-CB51-ED2E-99EFEA50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172" y="6401722"/>
            <a:ext cx="518160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21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5B2A86-99D2-C82B-6554-7104D93DE22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endParaRPr lang="en-US" sz="3600" dirty="0"/>
          </a:p>
        </p:txBody>
      </p:sp>
      <p:sp>
        <p:nvSpPr>
          <p:cNvPr id="4" name="Google Shape;1404;p41">
            <a:extLst>
              <a:ext uri="{FF2B5EF4-FFF2-40B4-BE49-F238E27FC236}">
                <a16:creationId xmlns:a16="http://schemas.microsoft.com/office/drawing/2014/main" id="{876A0BE6-3CBC-CF12-32DB-FEDB9EFD0148}"/>
              </a:ext>
            </a:extLst>
          </p:cNvPr>
          <p:cNvSpPr/>
          <p:nvPr/>
        </p:nvSpPr>
        <p:spPr>
          <a:xfrm>
            <a:off x="6188430" y="853544"/>
            <a:ext cx="4713250" cy="550280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" name="Google Shape;1407;p41">
            <a:extLst>
              <a:ext uri="{FF2B5EF4-FFF2-40B4-BE49-F238E27FC236}">
                <a16:creationId xmlns:a16="http://schemas.microsoft.com/office/drawing/2014/main" id="{54CB23A1-9F6F-8A4C-7381-E68F26682A43}"/>
              </a:ext>
            </a:extLst>
          </p:cNvPr>
          <p:cNvSpPr/>
          <p:nvPr/>
        </p:nvSpPr>
        <p:spPr>
          <a:xfrm>
            <a:off x="1290497" y="853544"/>
            <a:ext cx="4713250" cy="550280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6" name="Google Shape;1409;p41">
            <a:extLst>
              <a:ext uri="{FF2B5EF4-FFF2-40B4-BE49-F238E27FC236}">
                <a16:creationId xmlns:a16="http://schemas.microsoft.com/office/drawing/2014/main" id="{99A7E3F8-161B-C3FE-E6CB-A1296D4BECBF}"/>
              </a:ext>
            </a:extLst>
          </p:cNvPr>
          <p:cNvSpPr/>
          <p:nvPr/>
        </p:nvSpPr>
        <p:spPr>
          <a:xfrm>
            <a:off x="1290320" y="853544"/>
            <a:ext cx="4712936" cy="1508393"/>
          </a:xfrm>
          <a:prstGeom prst="flowChartOffpageConnector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lt1"/>
                </a:solidFill>
                <a:ea typeface="Fira Sans Extra Condensed"/>
                <a:cs typeface="Fira Sans Extra Condensed"/>
                <a:sym typeface="Fira Sans Extra Condensed"/>
              </a:rPr>
              <a:t>Labelling Visualization Requests(VIS)</a:t>
            </a:r>
            <a:endParaRPr sz="2000" dirty="0"/>
          </a:p>
        </p:txBody>
      </p:sp>
      <p:sp>
        <p:nvSpPr>
          <p:cNvPr id="7" name="Google Shape;1410;p41">
            <a:extLst>
              <a:ext uri="{FF2B5EF4-FFF2-40B4-BE49-F238E27FC236}">
                <a16:creationId xmlns:a16="http://schemas.microsoft.com/office/drawing/2014/main" id="{4C0D8D7D-99E8-268A-11A8-B0318B3FAFE5}"/>
              </a:ext>
            </a:extLst>
          </p:cNvPr>
          <p:cNvSpPr/>
          <p:nvPr/>
        </p:nvSpPr>
        <p:spPr>
          <a:xfrm>
            <a:off x="6188543" y="853544"/>
            <a:ext cx="4712936" cy="1508393"/>
          </a:xfrm>
          <a:prstGeom prst="flowChartOffpageConnector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dirty="0">
                <a:solidFill>
                  <a:schemeClr val="lt1"/>
                </a:solidFill>
                <a:ea typeface="Fira Sans Extra Condensed"/>
                <a:cs typeface="Fira Sans Extra Condensed"/>
                <a:sym typeface="Fira Sans Extra Condensed"/>
              </a:rPr>
              <a:t>Focus on Visual CRs</a:t>
            </a:r>
            <a:endParaRPr sz="2000" dirty="0"/>
          </a:p>
        </p:txBody>
      </p:sp>
      <p:sp>
        <p:nvSpPr>
          <p:cNvPr id="27" name="Google Shape;1616;p41">
            <a:extLst>
              <a:ext uri="{FF2B5EF4-FFF2-40B4-BE49-F238E27FC236}">
                <a16:creationId xmlns:a16="http://schemas.microsoft.com/office/drawing/2014/main" id="{B55F6FA0-D1DC-CD62-325E-36F4586F3F91}"/>
              </a:ext>
            </a:extLst>
          </p:cNvPr>
          <p:cNvSpPr txBox="1"/>
          <p:nvPr/>
        </p:nvSpPr>
        <p:spPr>
          <a:xfrm>
            <a:off x="1290320" y="2417780"/>
            <a:ext cx="4712935" cy="1114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" b="1" dirty="0">
                <a:ea typeface="Fira Sans Extra Condensed"/>
                <a:cs typeface="Fira Sans Extra Condensed"/>
                <a:sym typeface="Fira Sans Extra Condensed"/>
              </a:rPr>
              <a:t>Non-CRs in 565 utterances labeled </a:t>
            </a:r>
            <a:r>
              <a:rPr lang="en-US" b="1" dirty="0">
                <a:ea typeface="Fira Sans Extra Condensed"/>
                <a:cs typeface="Fira Sans Extra Condensed"/>
                <a:sym typeface="Fira Sans Extra Condensed"/>
              </a:rPr>
              <a:t>for ‘VIS’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ea typeface="Fira Sans Extra Condensed"/>
                <a:cs typeface="Fira Sans Extra Condensed"/>
                <a:sym typeface="Fira Sans Extra Condensed"/>
              </a:rPr>
              <a:t>k = 0.91</a:t>
            </a:r>
            <a:endParaRPr lang="en" b="1" dirty="0">
              <a:ea typeface="Fira Sans Extra Condensed"/>
              <a:cs typeface="Fira Sans Extra Condensed"/>
              <a:sym typeface="Fira Sans Extra Condensed"/>
            </a:endParaRPr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95F9ABB1-EA1A-4FCB-8FC4-E7BEF0F1AB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3707774"/>
              </p:ext>
            </p:extLst>
          </p:nvPr>
        </p:nvGraphicFramePr>
        <p:xfrm>
          <a:off x="1923964" y="3787902"/>
          <a:ext cx="3288116" cy="2044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812A7621-B04F-340C-4DDA-B02FFBE6C3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106980"/>
              </p:ext>
            </p:extLst>
          </p:nvPr>
        </p:nvGraphicFramePr>
        <p:xfrm>
          <a:off x="6813887" y="2507714"/>
          <a:ext cx="3593425" cy="3625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3" name="Graphic 32" descr="Close with solid fill">
            <a:extLst>
              <a:ext uri="{FF2B5EF4-FFF2-40B4-BE49-F238E27FC236}">
                <a16:creationId xmlns:a16="http://schemas.microsoft.com/office/drawing/2014/main" id="{4A0D8918-4EFE-A58C-A8E1-65D666F2BA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09609" y="2532215"/>
            <a:ext cx="362697" cy="334663"/>
          </a:xfrm>
          <a:prstGeom prst="rect">
            <a:avLst/>
          </a:prstGeom>
        </p:spPr>
      </p:pic>
      <p:pic>
        <p:nvPicPr>
          <p:cNvPr id="34" name="Graphic 33" descr="Close with solid fill">
            <a:extLst>
              <a:ext uri="{FF2B5EF4-FFF2-40B4-BE49-F238E27FC236}">
                <a16:creationId xmlns:a16="http://schemas.microsoft.com/office/drawing/2014/main" id="{F71512BB-B71E-A8A1-CB1D-302C2F866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03643" y="3541629"/>
            <a:ext cx="362697" cy="334663"/>
          </a:xfrm>
          <a:prstGeom prst="rect">
            <a:avLst/>
          </a:prstGeom>
        </p:spPr>
      </p:pic>
      <p:pic>
        <p:nvPicPr>
          <p:cNvPr id="36" name="Graphic 35" descr="Checkmark with solid fill">
            <a:extLst>
              <a:ext uri="{FF2B5EF4-FFF2-40B4-BE49-F238E27FC236}">
                <a16:creationId xmlns:a16="http://schemas.microsoft.com/office/drawing/2014/main" id="{B0130097-7E62-1043-E5F0-62651B5FA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67626" y="4546494"/>
            <a:ext cx="386994" cy="38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6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7" grpId="0"/>
      <p:bldGraphic spid="28" grpId="0">
        <p:bldAsOne/>
      </p:bldGraphic>
      <p:bldGraphic spid="32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4F9FC-D4C3-7FC7-04DB-C054BCA0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F8B436-3A3D-4501-63E0-7B0B0CA3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967" y="6356350"/>
            <a:ext cx="574419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335784F-AA0C-48FE-D5D4-C1FEF3AFA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2351866"/>
              </p:ext>
            </p:extLst>
          </p:nvPr>
        </p:nvGraphicFramePr>
        <p:xfrm>
          <a:off x="3409387" y="1174255"/>
          <a:ext cx="8128000" cy="4328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C10C48D1-AAB3-3DDF-2972-400AD8995C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744" y="2379549"/>
            <a:ext cx="25781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22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8FBD4-D021-2634-B552-96F81A00DFCE}"/>
              </a:ext>
            </a:extLst>
          </p:cNvPr>
          <p:cNvSpPr txBox="1"/>
          <p:nvPr/>
        </p:nvSpPr>
        <p:spPr>
          <a:xfrm>
            <a:off x="2026693" y="1030406"/>
            <a:ext cx="8621642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3A. Developing Clarification-Aware Conversational Assistant and User Study Design  (</a:t>
            </a:r>
            <a:r>
              <a:rPr lang="en-US" sz="4800" dirty="0">
                <a:solidFill>
                  <a:srgbClr val="FFFFFF"/>
                </a:solidFill>
              </a:rPr>
              <a:t>Study 2)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F180ED-F220-E646-D76E-1AD3B9F9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2903" y="6455664"/>
            <a:ext cx="599473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905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920CF-4BF2-5F22-5BAF-8EFFAF15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F843A15C-62FD-70B1-293A-F876B5861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F16E691-6674-309D-B935-06E6AA0AE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C92602F-5AE3-F4F0-0CA2-6EC66CB33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669AFF4-27E3-CD33-A041-CDE4D0E38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45E744-BEDD-F3FE-C5A0-71DCD2F1AAA2}"/>
              </a:ext>
            </a:extLst>
          </p:cNvPr>
          <p:cNvSpPr txBox="1">
            <a:spLocks/>
          </p:cNvSpPr>
          <p:nvPr/>
        </p:nvSpPr>
        <p:spPr>
          <a:xfrm>
            <a:off x="139700" y="128957"/>
            <a:ext cx="11925300" cy="131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A Clarification-Aware Conversational Assistant (CA) Pipeline for</a:t>
            </a:r>
          </a:p>
          <a:p>
            <a:r>
              <a:rPr lang="en-US" sz="3200" dirty="0">
                <a:solidFill>
                  <a:schemeClr val="bg1"/>
                </a:solidFill>
              </a:rPr>
              <a:t>Collaborative Data Exploration 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CA6863F-E85A-E2F0-BE24-9030EE40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6490" y="6356350"/>
            <a:ext cx="597310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24</a:t>
            </a:fld>
            <a:endParaRPr lang="en-US" dirty="0">
              <a:solidFill>
                <a:schemeClr val="accent5"/>
              </a:solidFill>
            </a:endParaRPr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00D502AD-A106-7307-BFED-AB9CD78D7C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9283960"/>
              </p:ext>
            </p:extLst>
          </p:nvPr>
        </p:nvGraphicFramePr>
        <p:xfrm>
          <a:off x="6337302" y="2295525"/>
          <a:ext cx="5340350" cy="4060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D39BDB0-FF14-886D-F36B-C16FF37181EE}"/>
              </a:ext>
            </a:extLst>
          </p:cNvPr>
          <p:cNvSpPr txBox="1"/>
          <p:nvPr/>
        </p:nvSpPr>
        <p:spPr>
          <a:xfrm>
            <a:off x="6921500" y="1623643"/>
            <a:ext cx="4203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Why the pipeline architecture?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F6D3563-DF37-4F7C-2F80-154A135ED8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7644"/>
          <a:stretch>
            <a:fillRect/>
          </a:stretch>
        </p:blipFill>
        <p:spPr>
          <a:xfrm>
            <a:off x="139700" y="1623643"/>
            <a:ext cx="5278141" cy="5105400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142931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84A8B-A27A-060D-E4B3-50AF372E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273E4A9E-F307-5E5D-08BB-01D6BBBE5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BCDE5C6-CC8F-CFE1-B4F7-7988EEB28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E83FD97-B3B4-E94A-3381-B8885F8E0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307A5AA-4020-D1ED-E745-AC7D5168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A70809-C0FC-C790-1793-7A0A019F3C75}"/>
              </a:ext>
            </a:extLst>
          </p:cNvPr>
          <p:cNvSpPr txBox="1">
            <a:spLocks/>
          </p:cNvSpPr>
          <p:nvPr/>
        </p:nvSpPr>
        <p:spPr>
          <a:xfrm>
            <a:off x="139700" y="128957"/>
            <a:ext cx="11925300" cy="131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A Clarification-Aware Conversational Assistant (CA) Pipeline for</a:t>
            </a:r>
          </a:p>
          <a:p>
            <a:r>
              <a:rPr lang="en-US" sz="3200" dirty="0">
                <a:solidFill>
                  <a:schemeClr val="bg1"/>
                </a:solidFill>
              </a:rPr>
              <a:t>Collaborative Data Exploration : Natural Language Interface 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43C6425-BF01-B529-5FB9-A3D20BEE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1729" y="6374546"/>
            <a:ext cx="565212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25</a:t>
            </a:fld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40363B-21AE-4FD7-E849-CED56322C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3" y="1704912"/>
            <a:ext cx="5863245" cy="3168754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EC889D-BAD4-3918-BFC0-C8999477FA3C}"/>
              </a:ext>
            </a:extLst>
          </p:cNvPr>
          <p:cNvSpPr txBox="1"/>
          <p:nvPr/>
        </p:nvSpPr>
        <p:spPr>
          <a:xfrm>
            <a:off x="3462145" y="5328226"/>
            <a:ext cx="30605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speech input modes: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Ask/Stop: Directed to the 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Free: Directed to the co-user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ACBBA9-3095-2037-CABF-C3B764C4D9A9}"/>
              </a:ext>
            </a:extLst>
          </p:cNvPr>
          <p:cNvCxnSpPr>
            <a:cxnSpLocks/>
          </p:cNvCxnSpPr>
          <p:nvPr/>
        </p:nvCxnSpPr>
        <p:spPr>
          <a:xfrm flipH="1">
            <a:off x="5956018" y="3124200"/>
            <a:ext cx="865068" cy="0"/>
          </a:xfrm>
          <a:prstGeom prst="straightConnector1">
            <a:avLst/>
          </a:prstGeom>
          <a:ln w="635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D3DBF0-457A-B2FE-9E29-15DA14B30307}"/>
              </a:ext>
            </a:extLst>
          </p:cNvPr>
          <p:cNvCxnSpPr>
            <a:cxnSpLocks/>
          </p:cNvCxnSpPr>
          <p:nvPr/>
        </p:nvCxnSpPr>
        <p:spPr>
          <a:xfrm>
            <a:off x="482600" y="2324100"/>
            <a:ext cx="0" cy="3406240"/>
          </a:xfrm>
          <a:prstGeom prst="straightConnector1">
            <a:avLst/>
          </a:prstGeom>
          <a:ln w="635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C76F07AA-102D-9B65-36C7-95F8A38DA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3" y="5730340"/>
            <a:ext cx="3276600" cy="673100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ACD392-B8C0-CA3B-DBDA-01A576924E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644"/>
          <a:stretch>
            <a:fillRect/>
          </a:stretch>
        </p:blipFill>
        <p:spPr>
          <a:xfrm>
            <a:off x="6532576" y="1700154"/>
            <a:ext cx="5278141" cy="5105400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243763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76FA96-B82E-B904-4E4B-DBC6590D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316" y="6356350"/>
            <a:ext cx="528484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26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9B4735-0A4F-EC79-8835-BFBD1AEF8300}"/>
              </a:ext>
            </a:extLst>
          </p:cNvPr>
          <p:cNvSpPr txBox="1">
            <a:spLocks/>
          </p:cNvSpPr>
          <p:nvPr/>
        </p:nvSpPr>
        <p:spPr>
          <a:xfrm>
            <a:off x="0" y="97936"/>
            <a:ext cx="5278141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/>
              <a:t>Back- End Components - 1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CE545E-8A22-BF35-8EC6-8C74A1B9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44"/>
          <a:stretch>
            <a:fillRect/>
          </a:stretch>
        </p:blipFill>
        <p:spPr>
          <a:xfrm>
            <a:off x="203200" y="876300"/>
            <a:ext cx="5278141" cy="51054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561B4D-9438-4C73-AA41-007E9BAC8128}"/>
              </a:ext>
            </a:extLst>
          </p:cNvPr>
          <p:cNvSpPr txBox="1"/>
          <p:nvPr/>
        </p:nvSpPr>
        <p:spPr>
          <a:xfrm>
            <a:off x="6477000" y="97936"/>
            <a:ext cx="5511800" cy="203132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b="1" dirty="0"/>
              <a:t>Tokenization and Semantic Slot Filling: “</a:t>
            </a:r>
            <a:r>
              <a:rPr lang="en-US" sz="1800" b="1" u="sng" dirty="0">
                <a:solidFill>
                  <a:schemeClr val="accent5"/>
                </a:solidFill>
                <a:latin typeface="+mn-lt"/>
              </a:rPr>
              <a:t>Cardiac ailments 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&lt;cardiovascular disease rate&gt;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 the </a:t>
            </a:r>
            <a:r>
              <a:rPr lang="en-US" sz="1800" b="1" u="sng" dirty="0">
                <a:solidFill>
                  <a:schemeClr val="accent5"/>
                </a:solidFill>
                <a:latin typeface="+mn-lt"/>
              </a:rPr>
              <a:t>west coast 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+mn-lt"/>
              </a:rPr>
              <a:t>&lt;region: pacific&gt;”</a:t>
            </a:r>
          </a:p>
          <a:p>
            <a:pPr algn="l"/>
            <a:endParaRPr lang="en-US" b="1" dirty="0">
              <a:solidFill>
                <a:schemeClr val="accent6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r>
              <a:rPr lang="en-US" b="1" dirty="0"/>
              <a:t>Reference Detection: “Can you explain what exactly each color represents in </a:t>
            </a:r>
            <a:r>
              <a:rPr lang="en-US" b="1" u="sng" dirty="0">
                <a:solidFill>
                  <a:schemeClr val="accent5"/>
                </a:solidFill>
              </a:rPr>
              <a:t>this chart</a:t>
            </a:r>
            <a:r>
              <a:rPr lang="en-US" b="1" dirty="0"/>
              <a:t>?”</a:t>
            </a:r>
          </a:p>
          <a:p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7C5897-0085-E49F-9FEA-63C1178556D8}"/>
              </a:ext>
            </a:extLst>
          </p:cNvPr>
          <p:cNvCxnSpPr>
            <a:cxnSpLocks/>
          </p:cNvCxnSpPr>
          <p:nvPr/>
        </p:nvCxnSpPr>
        <p:spPr>
          <a:xfrm flipV="1">
            <a:off x="5278141" y="876300"/>
            <a:ext cx="1198859" cy="575435"/>
          </a:xfrm>
          <a:prstGeom prst="straightConnector1">
            <a:avLst/>
          </a:prstGeom>
          <a:ln w="635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C8E1D9-E599-7A25-9646-750FA541B915}"/>
              </a:ext>
            </a:extLst>
          </p:cNvPr>
          <p:cNvCxnSpPr>
            <a:cxnSpLocks/>
          </p:cNvCxnSpPr>
          <p:nvPr/>
        </p:nvCxnSpPr>
        <p:spPr>
          <a:xfrm>
            <a:off x="4599983" y="1918232"/>
            <a:ext cx="1877017" cy="720708"/>
          </a:xfrm>
          <a:prstGeom prst="straightConnector1">
            <a:avLst/>
          </a:prstGeom>
          <a:ln w="635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A8BF594-7850-8DA5-8D46-893F5644148C}"/>
              </a:ext>
            </a:extLst>
          </p:cNvPr>
          <p:cNvSpPr txBox="1"/>
          <p:nvPr/>
        </p:nvSpPr>
        <p:spPr>
          <a:xfrm>
            <a:off x="6477000" y="2602160"/>
            <a:ext cx="5511800" cy="34163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+mn-lt"/>
                <a:cs typeface="Times New Roman" panose="02020603050405020304" pitchFamily="18" charset="0"/>
              </a:rPr>
              <a:t>Intent Classification (CR, VIS, None)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DistilBERT</a:t>
            </a:r>
            <a:r>
              <a:rPr lang="en-US" sz="1800" dirty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 (focal loss)+ Prev3  (trained on </a:t>
            </a:r>
            <a:r>
              <a:rPr lang="en-US" sz="1800" dirty="0" err="1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ClarVis</a:t>
            </a:r>
            <a:r>
              <a:rPr lang="en-US" sz="1800" dirty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CR(75.0/73.1/74.0)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VIS (79.2/81.0/80.1)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None( 92.5/92.1/92.3)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  <a:latin typeface="+mn-lt"/>
                <a:cs typeface="Times New Roman" panose="02020603050405020304" pitchFamily="18" charset="0"/>
              </a:rPr>
              <a:t>Learned Lexicons for Visual Modality CR (CR-V)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Symbolic post-processing override for low confidence (Prob. &lt;0.55) Intent model prediction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394 CR-V phrases learned from training data: ≥3 occurrences and ≥55% CR-V association.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9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57952-8304-307E-336D-44AB4450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5DD817-222C-F64F-2A08-0CCCF1A1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6322" y="6356350"/>
            <a:ext cx="587477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27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185C72-879F-3D30-4B60-3C872F853028}"/>
              </a:ext>
            </a:extLst>
          </p:cNvPr>
          <p:cNvSpPr txBox="1">
            <a:spLocks/>
          </p:cNvSpPr>
          <p:nvPr/>
        </p:nvSpPr>
        <p:spPr>
          <a:xfrm>
            <a:off x="0" y="97936"/>
            <a:ext cx="5278141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/>
              <a:t>Back- End Components - 2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88F3EA-164A-E655-2DAD-9FB61D821B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44"/>
          <a:stretch>
            <a:fillRect/>
          </a:stretch>
        </p:blipFill>
        <p:spPr>
          <a:xfrm>
            <a:off x="203200" y="876300"/>
            <a:ext cx="5278141" cy="51054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28CE14-0229-151D-E576-49974A43339D}"/>
              </a:ext>
            </a:extLst>
          </p:cNvPr>
          <p:cNvCxnSpPr>
            <a:cxnSpLocks/>
          </p:cNvCxnSpPr>
          <p:nvPr/>
        </p:nvCxnSpPr>
        <p:spPr>
          <a:xfrm flipV="1">
            <a:off x="4079282" y="887873"/>
            <a:ext cx="2372318" cy="1795762"/>
          </a:xfrm>
          <a:prstGeom prst="straightConnector1">
            <a:avLst/>
          </a:prstGeom>
          <a:ln w="635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7B0698-31F1-5416-4116-CAC3F3825F39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013973" y="4312865"/>
            <a:ext cx="1120127" cy="87602"/>
          </a:xfrm>
          <a:prstGeom prst="straightConnector1">
            <a:avLst/>
          </a:prstGeom>
          <a:ln w="635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D6ECEEB-FEC1-A831-0F63-0868EC8DD334}"/>
              </a:ext>
            </a:extLst>
          </p:cNvPr>
          <p:cNvSpPr txBox="1"/>
          <p:nvPr/>
        </p:nvSpPr>
        <p:spPr>
          <a:xfrm>
            <a:off x="6451600" y="564707"/>
            <a:ext cx="5537200" cy="120032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VIS branch</a:t>
            </a:r>
            <a:endParaRPr lang="en-US" dirty="0"/>
          </a:p>
          <a:p>
            <a:r>
              <a:rPr lang="en-US" dirty="0"/>
              <a:t>Resolved semantic slots → </a:t>
            </a:r>
            <a:r>
              <a:rPr lang="en-US" b="1" dirty="0"/>
              <a:t>Chart type selection </a:t>
            </a:r>
          </a:p>
          <a:p>
            <a:r>
              <a:rPr lang="en-US" b="1" dirty="0"/>
              <a:t>→ SQL query construction → Vega-Lite spec generation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C915A6-BEC1-8139-8CFA-724F5DD9CDA9}"/>
              </a:ext>
            </a:extLst>
          </p:cNvPr>
          <p:cNvSpPr txBox="1"/>
          <p:nvPr/>
        </p:nvSpPr>
        <p:spPr>
          <a:xfrm>
            <a:off x="6134100" y="2604705"/>
            <a:ext cx="5854700" cy="341632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CR branch</a:t>
            </a:r>
          </a:p>
          <a:p>
            <a:pPr>
              <a:buNone/>
            </a:pPr>
            <a:r>
              <a:rPr lang="en-US" b="1" dirty="0"/>
              <a:t>Prompting strategy: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Structured evidence-grounded prompting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gpt-4o-mini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System prompt (fixed)</a:t>
            </a:r>
            <a:r>
              <a:rPr lang="en-US" dirty="0"/>
              <a:t> + </a:t>
            </a:r>
            <a:r>
              <a:rPr lang="en-US" b="1" dirty="0"/>
              <a:t>User prompt (dynamic runtime context)</a:t>
            </a:r>
            <a:endParaRPr lang="en-US" dirty="0"/>
          </a:p>
          <a:p>
            <a:pPr>
              <a:buNone/>
            </a:pPr>
            <a:r>
              <a:rPr lang="en-US" b="1" dirty="0"/>
              <a:t>Prompt: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System:</a:t>
            </a:r>
            <a:r>
              <a:rPr lang="en-US" dirty="0"/>
              <a:t> CR type (explanation / chart element meaning / comparison) → generate grounded answer from ordered chart/data evidence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User:</a:t>
            </a:r>
            <a:r>
              <a:rPr lang="en-US" dirty="0"/>
              <a:t> utterance + reference chart + recent turns + resolved slots + supporting facts/statistics</a:t>
            </a:r>
          </a:p>
        </p:txBody>
      </p:sp>
    </p:spTree>
    <p:extLst>
      <p:ext uri="{BB962C8B-B14F-4D97-AF65-F5344CB8AC3E}">
        <p14:creationId xmlns:p14="http://schemas.microsoft.com/office/powerpoint/2010/main" val="223569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C41D7-1289-3DAA-8C4F-92E59C0D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2F3FD20F-F3EA-D56B-1334-A9993E83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84AD32B-ED18-332E-93E0-E0BE9BDBD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7030574-BA42-0D82-6204-23958463A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4D1C26-486A-2B4F-A7BA-A7E4E1D76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1418EA-00C6-56B0-67F0-BCD8F065E027}"/>
              </a:ext>
            </a:extLst>
          </p:cNvPr>
          <p:cNvSpPr txBox="1">
            <a:spLocks/>
          </p:cNvSpPr>
          <p:nvPr/>
        </p:nvSpPr>
        <p:spPr>
          <a:xfrm>
            <a:off x="139700" y="128957"/>
            <a:ext cx="11925300" cy="131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A Clarification-Aware Conversational Assistant (CA) Pipeline for</a:t>
            </a:r>
          </a:p>
          <a:p>
            <a:r>
              <a:rPr lang="en-US" sz="3200" dirty="0">
                <a:solidFill>
                  <a:schemeClr val="bg1"/>
                </a:solidFill>
              </a:rPr>
              <a:t>Collaborative Data Exploration : User  Study Design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7D70F65-A9C4-D3AD-ED10-57080337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1192" y="6374546"/>
            <a:ext cx="555749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28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Google Shape;292;p21">
            <a:extLst>
              <a:ext uri="{FF2B5EF4-FFF2-40B4-BE49-F238E27FC236}">
                <a16:creationId xmlns:a16="http://schemas.microsoft.com/office/drawing/2014/main" id="{3979063A-D381-200E-AB35-3877F3F3AB4A}"/>
              </a:ext>
            </a:extLst>
          </p:cNvPr>
          <p:cNvSpPr/>
          <p:nvPr/>
        </p:nvSpPr>
        <p:spPr>
          <a:xfrm>
            <a:off x="275675" y="1655129"/>
            <a:ext cx="7640678" cy="8673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93;p21">
            <a:extLst>
              <a:ext uri="{FF2B5EF4-FFF2-40B4-BE49-F238E27FC236}">
                <a16:creationId xmlns:a16="http://schemas.microsoft.com/office/drawing/2014/main" id="{2CAAC2FB-AC93-3B09-2596-8CA467A18217}"/>
              </a:ext>
            </a:extLst>
          </p:cNvPr>
          <p:cNvSpPr/>
          <p:nvPr/>
        </p:nvSpPr>
        <p:spPr>
          <a:xfrm>
            <a:off x="275675" y="2601143"/>
            <a:ext cx="3609838" cy="41385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94;p21">
            <a:extLst>
              <a:ext uri="{FF2B5EF4-FFF2-40B4-BE49-F238E27FC236}">
                <a16:creationId xmlns:a16="http://schemas.microsoft.com/office/drawing/2014/main" id="{2AE11BCD-8010-3DBA-B0D2-4BE7C2AEC19E}"/>
              </a:ext>
            </a:extLst>
          </p:cNvPr>
          <p:cNvSpPr/>
          <p:nvPr/>
        </p:nvSpPr>
        <p:spPr>
          <a:xfrm>
            <a:off x="4025876" y="2597565"/>
            <a:ext cx="3869741" cy="31355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95;p21">
            <a:extLst>
              <a:ext uri="{FF2B5EF4-FFF2-40B4-BE49-F238E27FC236}">
                <a16:creationId xmlns:a16="http://schemas.microsoft.com/office/drawing/2014/main" id="{09E591F4-C75A-BFBF-9D4A-5E837249668A}"/>
              </a:ext>
            </a:extLst>
          </p:cNvPr>
          <p:cNvSpPr/>
          <p:nvPr/>
        </p:nvSpPr>
        <p:spPr>
          <a:xfrm>
            <a:off x="8031357" y="1639667"/>
            <a:ext cx="3599835" cy="4089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296;p21">
            <a:extLst>
              <a:ext uri="{FF2B5EF4-FFF2-40B4-BE49-F238E27FC236}">
                <a16:creationId xmlns:a16="http://schemas.microsoft.com/office/drawing/2014/main" id="{D07BAC89-CF61-2F00-973D-FE0226BFD06D}"/>
              </a:ext>
            </a:extLst>
          </p:cNvPr>
          <p:cNvSpPr txBox="1"/>
          <p:nvPr/>
        </p:nvSpPr>
        <p:spPr>
          <a:xfrm>
            <a:off x="320649" y="1723311"/>
            <a:ext cx="7640678" cy="86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Exploratory single-condition study:</a:t>
            </a:r>
          </a:p>
          <a:p>
            <a:r>
              <a:rPr lang="en-US" dirty="0">
                <a:solidFill>
                  <a:schemeClr val="bg1"/>
                </a:solidFill>
              </a:rPr>
              <a:t>Understand </a:t>
            </a:r>
            <a:r>
              <a:rPr lang="en-US" b="1" dirty="0">
                <a:solidFill>
                  <a:schemeClr val="bg1"/>
                </a:solidFill>
              </a:rPr>
              <a:t>how users used the clarification-aware CA in practice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Google Shape;298;p21">
            <a:extLst>
              <a:ext uri="{FF2B5EF4-FFF2-40B4-BE49-F238E27FC236}">
                <a16:creationId xmlns:a16="http://schemas.microsoft.com/office/drawing/2014/main" id="{D05F0D46-378A-0851-B85A-60035A468EA7}"/>
              </a:ext>
            </a:extLst>
          </p:cNvPr>
          <p:cNvSpPr txBox="1"/>
          <p:nvPr/>
        </p:nvSpPr>
        <p:spPr>
          <a:xfrm>
            <a:off x="8006301" y="1830526"/>
            <a:ext cx="3624891" cy="39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Participant instructions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19" name="Google Shape;299;p21">
            <a:extLst>
              <a:ext uri="{FF2B5EF4-FFF2-40B4-BE49-F238E27FC236}">
                <a16:creationId xmlns:a16="http://schemas.microsoft.com/office/drawing/2014/main" id="{B7686123-62E4-18C3-86D0-EFD254FF3AE6}"/>
              </a:ext>
            </a:extLst>
          </p:cNvPr>
          <p:cNvSpPr txBox="1"/>
          <p:nvPr/>
        </p:nvSpPr>
        <p:spPr>
          <a:xfrm>
            <a:off x="4035399" y="2572155"/>
            <a:ext cx="2287545" cy="520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Design choices</a:t>
            </a:r>
            <a:endParaRPr lang="en-US" sz="20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E46284-9773-61B6-B256-71C76F2DC01D}"/>
              </a:ext>
            </a:extLst>
          </p:cNvPr>
          <p:cNvSpPr txBox="1"/>
          <p:nvPr/>
        </p:nvSpPr>
        <p:spPr>
          <a:xfrm>
            <a:off x="4035398" y="2881337"/>
            <a:ext cx="38909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Encouraged CRs:  </a:t>
            </a:r>
            <a:r>
              <a:rPr lang="en-US" dirty="0">
                <a:solidFill>
                  <a:schemeClr val="bg1"/>
                </a:solidFill>
              </a:rPr>
              <a:t>framed as </a:t>
            </a:r>
            <a:r>
              <a:rPr lang="en-US" b="1" u="sng" dirty="0">
                <a:solidFill>
                  <a:schemeClr val="bg1"/>
                </a:solidFill>
              </a:rPr>
              <a:t>“questions about data visualizations”</a:t>
            </a:r>
            <a:endParaRPr lang="en-US" u="sng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Task structure: 5-min warm-up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b="1" dirty="0">
                <a:solidFill>
                  <a:schemeClr val="bg1"/>
                </a:solidFill>
              </a:rPr>
              <a:t>3 x15-min tasks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Open ended EDA tasks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Seed questions / examples: </a:t>
            </a:r>
            <a:r>
              <a:rPr lang="en-US" dirty="0">
                <a:solidFill>
                  <a:schemeClr val="bg1"/>
                </a:solidFill>
              </a:rPr>
              <a:t>To support visualization requests and visualization-related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DC1E7E-B000-403A-C96F-2A2521BBC390}"/>
              </a:ext>
            </a:extLst>
          </p:cNvPr>
          <p:cNvSpPr txBox="1"/>
          <p:nvPr/>
        </p:nvSpPr>
        <p:spPr>
          <a:xfrm>
            <a:off x="7789890" y="2387606"/>
            <a:ext cx="38413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Introduced  system as </a:t>
            </a:r>
            <a:r>
              <a:rPr lang="en-US" b="1" dirty="0">
                <a:solidFill>
                  <a:schemeClr val="bg1"/>
                </a:solidFill>
              </a:rPr>
              <a:t>research prototype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Work </a:t>
            </a:r>
            <a:r>
              <a:rPr lang="en-US" b="1" dirty="0">
                <a:solidFill>
                  <a:schemeClr val="bg1"/>
                </a:solidFill>
              </a:rPr>
              <a:t>collaboratively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 </a:t>
            </a:r>
            <a:r>
              <a:rPr lang="en-US" b="1" dirty="0">
                <a:solidFill>
                  <a:schemeClr val="bg1"/>
                </a:solidFill>
              </a:rPr>
              <a:t>charts + textual responses to visualization-related questions as evidence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Rely only on  </a:t>
            </a:r>
            <a:r>
              <a:rPr lang="en-US" b="1" dirty="0">
                <a:solidFill>
                  <a:schemeClr val="bg1"/>
                </a:solidFill>
              </a:rPr>
              <a:t>provided COVID-19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Speak clearly, stay task-focused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D4237-0803-6164-2512-73E986B979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57" b="10020"/>
          <a:stretch>
            <a:fillRect/>
          </a:stretch>
        </p:blipFill>
        <p:spPr>
          <a:xfrm>
            <a:off x="309595" y="4328160"/>
            <a:ext cx="3560783" cy="2392605"/>
          </a:xfrm>
          <a:prstGeom prst="rect">
            <a:avLst/>
          </a:prstGeom>
        </p:spPr>
      </p:pic>
      <p:sp>
        <p:nvSpPr>
          <p:cNvPr id="38" name="Google Shape;292;p21">
            <a:extLst>
              <a:ext uri="{FF2B5EF4-FFF2-40B4-BE49-F238E27FC236}">
                <a16:creationId xmlns:a16="http://schemas.microsoft.com/office/drawing/2014/main" id="{278473F5-513D-21FC-F327-3ED7CF333DD2}"/>
              </a:ext>
            </a:extLst>
          </p:cNvPr>
          <p:cNvSpPr/>
          <p:nvPr/>
        </p:nvSpPr>
        <p:spPr>
          <a:xfrm>
            <a:off x="4035398" y="5835280"/>
            <a:ext cx="7640678" cy="8937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296;p21">
            <a:extLst>
              <a:ext uri="{FF2B5EF4-FFF2-40B4-BE49-F238E27FC236}">
                <a16:creationId xmlns:a16="http://schemas.microsoft.com/office/drawing/2014/main" id="{BBAF2F00-E598-F75B-F5E2-A7D9F3DB8B11}"/>
              </a:ext>
            </a:extLst>
          </p:cNvPr>
          <p:cNvSpPr txBox="1"/>
          <p:nvPr/>
        </p:nvSpPr>
        <p:spPr>
          <a:xfrm>
            <a:off x="4087631" y="5953667"/>
            <a:ext cx="7640678" cy="63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All sessions were Audio, Video and Screen Recorded. </a:t>
            </a:r>
          </a:p>
          <a:p>
            <a:r>
              <a:rPr lang="en-US" dirty="0">
                <a:solidFill>
                  <a:schemeClr val="bg1"/>
                </a:solidFill>
              </a:rPr>
              <a:t>Session Logs from the code were also collected for analysis.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ECDF3C-4BBB-CFF6-34BB-DBC7099702C6}"/>
              </a:ext>
            </a:extLst>
          </p:cNvPr>
          <p:cNvSpPr txBox="1"/>
          <p:nvPr/>
        </p:nvSpPr>
        <p:spPr>
          <a:xfrm>
            <a:off x="305514" y="2572155"/>
            <a:ext cx="361535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38 participants </a:t>
            </a:r>
            <a:r>
              <a:rPr lang="en-US" sz="1600" b="1" dirty="0">
                <a:solidFill>
                  <a:schemeClr val="bg1"/>
                </a:solidFill>
                <a:sym typeface="Wingdings" pitchFamily="2" charset="2"/>
              </a:rPr>
              <a:t> 19 Groups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No overlap</a:t>
            </a:r>
            <a:r>
              <a:rPr lang="en-US" sz="1600" dirty="0">
                <a:solidFill>
                  <a:schemeClr val="bg1"/>
                </a:solidFill>
              </a:rPr>
              <a:t> with earlier user studies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Age </a:t>
            </a:r>
            <a:r>
              <a:rPr lang="en-US" sz="1600" b="1" dirty="0">
                <a:solidFill>
                  <a:schemeClr val="bg1"/>
                </a:solidFill>
              </a:rPr>
              <a:t>18–29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b="1" dirty="0">
                <a:solidFill>
                  <a:schemeClr val="bg1"/>
                </a:solidFill>
              </a:rPr>
              <a:t>M = 22.82, SD = 3.01</a:t>
            </a:r>
            <a:r>
              <a:rPr lang="en-US" sz="1600" dirty="0">
                <a:solidFill>
                  <a:schemeClr val="bg1"/>
                </a:solidFill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Mostly </a:t>
            </a:r>
            <a:r>
              <a:rPr lang="en-US" sz="1600" b="1" dirty="0">
                <a:solidFill>
                  <a:schemeClr val="bg1"/>
                </a:solidFill>
              </a:rPr>
              <a:t>computing-related majors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Prior visualization experience: </a:t>
            </a:r>
            <a:r>
              <a:rPr lang="en-US" sz="1600" b="1" dirty="0">
                <a:solidFill>
                  <a:schemeClr val="bg1"/>
                </a:solidFill>
              </a:rPr>
              <a:t>19 regular / 14 some / 5 none</a:t>
            </a:r>
            <a:endParaRPr lang="en-US" sz="1600" dirty="0">
              <a:solidFill>
                <a:schemeClr val="bg1"/>
              </a:solidFill>
            </a:endParaRPr>
          </a:p>
          <a:p>
            <a:pPr lvl="1"/>
            <a:endParaRPr lang="en-US" sz="16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99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/>
      <p:bldP spid="18" grpId="0"/>
      <p:bldP spid="19" grpId="0"/>
      <p:bldP spid="11" grpId="0"/>
      <p:bldP spid="9" grpId="0"/>
      <p:bldP spid="38" grpId="0" animBg="1"/>
      <p:bldP spid="39" grpId="0"/>
      <p:bldP spid="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C7E2D-19F3-A990-ED50-3F5EDF2DC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DE43C38-6DF4-61FB-6C86-2613792A6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F017B9-750D-7E1C-F495-F7C7503CB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BC6818-2125-B109-A4FA-DCCF747A4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47EDD8-FEAC-4A1F-8A9F-5FD1CA0B3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2AE2A1-B388-BCA4-C7FA-2256E01E9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4B63A5-E22C-F5BA-9DF1-4F7E41FA5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10DBDC-140F-D84E-7AC7-244B06FC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733AF-ABD0-FD3B-9B27-950B77C3A43B}"/>
              </a:ext>
            </a:extLst>
          </p:cNvPr>
          <p:cNvSpPr txBox="1"/>
          <p:nvPr/>
        </p:nvSpPr>
        <p:spPr>
          <a:xfrm>
            <a:off x="2026693" y="1030406"/>
            <a:ext cx="8147713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3B. Analysis of Data Collected from User Study (Study 2) Logs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2A3653-B1AF-CDB6-8F20-857DF787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55664"/>
            <a:ext cx="569976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756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BA20C6-6FD1-9995-6182-9E9DD5D0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7918" y="6420757"/>
            <a:ext cx="557981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30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94" name="Title 1">
            <a:extLst>
              <a:ext uri="{FF2B5EF4-FFF2-40B4-BE49-F238E27FC236}">
                <a16:creationId xmlns:a16="http://schemas.microsoft.com/office/drawing/2014/main" id="{879985CD-E128-E54B-E160-E1B79082B4FE}"/>
              </a:ext>
            </a:extLst>
          </p:cNvPr>
          <p:cNvSpPr txBox="1">
            <a:spLocks/>
          </p:cNvSpPr>
          <p:nvPr/>
        </p:nvSpPr>
        <p:spPr>
          <a:xfrm>
            <a:off x="0" y="107692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1"/>
                </a:solidFill>
              </a:rPr>
              <a:t>Analysis of Data Collected From the User Study : </a:t>
            </a:r>
            <a:r>
              <a:rPr lang="en-US" sz="3000" dirty="0"/>
              <a:t>Interaction Profile through CR &amp; VIS</a:t>
            </a:r>
          </a:p>
        </p:txBody>
      </p:sp>
      <p:graphicFrame>
        <p:nvGraphicFramePr>
          <p:cNvPr id="97" name="TextBox 8">
            <a:extLst>
              <a:ext uri="{FF2B5EF4-FFF2-40B4-BE49-F238E27FC236}">
                <a16:creationId xmlns:a16="http://schemas.microsoft.com/office/drawing/2014/main" id="{359BBDAE-2693-560D-B4CC-4436E63E6A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206242"/>
              </p:ext>
            </p:extLst>
          </p:nvPr>
        </p:nvGraphicFramePr>
        <p:xfrm>
          <a:off x="6329680" y="707767"/>
          <a:ext cx="5496700" cy="4659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9" name="Picture 98">
            <a:extLst>
              <a:ext uri="{FF2B5EF4-FFF2-40B4-BE49-F238E27FC236}">
                <a16:creationId xmlns:a16="http://schemas.microsoft.com/office/drawing/2014/main" id="{D9B2FC2E-C2FB-1AFB-C977-8DFD724B2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040" y="1532631"/>
            <a:ext cx="51816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8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7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8D6F6-2548-DE1C-C27B-4BAA3052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EBF0A5-A6BF-CF37-C87B-B3B0A2B3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74476" y="6356350"/>
            <a:ext cx="479323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31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94" name="Title 1">
            <a:extLst>
              <a:ext uri="{FF2B5EF4-FFF2-40B4-BE49-F238E27FC236}">
                <a16:creationId xmlns:a16="http://schemas.microsoft.com/office/drawing/2014/main" id="{D90A1102-DECD-9589-5985-5FC8C9056B44}"/>
              </a:ext>
            </a:extLst>
          </p:cNvPr>
          <p:cNvSpPr txBox="1">
            <a:spLocks/>
          </p:cNvSpPr>
          <p:nvPr/>
        </p:nvSpPr>
        <p:spPr>
          <a:xfrm>
            <a:off x="0" y="107692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1"/>
                </a:solidFill>
              </a:rPr>
              <a:t>Analysis of Data Collected From the User Study : </a:t>
            </a:r>
            <a:r>
              <a:rPr lang="en-US" sz="3000" dirty="0"/>
              <a:t>Interaction Profile through CR &amp; VIS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1940F7-CF4E-0DFC-D2E7-E6E7B8B96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767"/>
            <a:ext cx="7750510" cy="4543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46F217-17F9-105C-CA54-55D044DB0F5D}"/>
              </a:ext>
            </a:extLst>
          </p:cNvPr>
          <p:cNvSpPr txBox="1"/>
          <p:nvPr/>
        </p:nvSpPr>
        <p:spPr>
          <a:xfrm>
            <a:off x="7652176" y="948412"/>
            <a:ext cx="44509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Density patterns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Free turns:</a:t>
            </a:r>
            <a:r>
              <a:rPr lang="en-US" dirty="0"/>
              <a:t> spread more evenly across tasks ; </a:t>
            </a:r>
            <a:r>
              <a:rPr lang="en-US" b="1" dirty="0"/>
              <a:t>VIS</a:t>
            </a:r>
            <a:r>
              <a:rPr lang="en-US" dirty="0"/>
              <a:t> and </a:t>
            </a:r>
            <a:r>
              <a:rPr lang="en-US" b="1" dirty="0"/>
              <a:t>CR:</a:t>
            </a:r>
            <a:r>
              <a:rPr lang="en-US" dirty="0"/>
              <a:t> showed more localized peaks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Warm-up:</a:t>
            </a:r>
            <a:r>
              <a:rPr lang="en-US" dirty="0"/>
              <a:t> VIS spread across task; CR near the 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1:</a:t>
            </a:r>
            <a:r>
              <a:rPr lang="en-US" dirty="0"/>
              <a:t> </a:t>
            </a:r>
            <a:r>
              <a:rPr lang="en-US" b="1" dirty="0"/>
              <a:t>VIS → CR → VIS</a:t>
            </a:r>
            <a:r>
              <a:rPr lang="en-US" dirty="0"/>
              <a:t> pattern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2:</a:t>
            </a:r>
            <a:r>
              <a:rPr lang="en-US" dirty="0"/>
              <a:t> CR rose soon after an early VIS peak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Task 3:</a:t>
            </a:r>
            <a:r>
              <a:rPr lang="en-US" dirty="0"/>
              <a:t> CR appeared earlier, VIS later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6735C-9B20-CCC1-48E8-DA462BAAA386}"/>
              </a:ext>
            </a:extLst>
          </p:cNvPr>
          <p:cNvSpPr txBox="1"/>
          <p:nvPr/>
        </p:nvSpPr>
        <p:spPr>
          <a:xfrm>
            <a:off x="7750510" y="4015025"/>
            <a:ext cx="38976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followed CR responses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 → VIS:</a:t>
            </a:r>
            <a:r>
              <a:rPr lang="en-US" dirty="0"/>
              <a:t> </a:t>
            </a:r>
            <a:r>
              <a:rPr lang="en-US" b="1" dirty="0"/>
              <a:t>146 / 235 (62.13%)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 → CR:</a:t>
            </a:r>
            <a:r>
              <a:rPr lang="en-US" dirty="0"/>
              <a:t> </a:t>
            </a:r>
            <a:r>
              <a:rPr lang="en-US" b="1" dirty="0"/>
              <a:t>66 / 235 (28.09%)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 → Free:</a:t>
            </a:r>
            <a:r>
              <a:rPr lang="en-US" dirty="0"/>
              <a:t> </a:t>
            </a:r>
            <a:r>
              <a:rPr lang="en-US" b="1" dirty="0"/>
              <a:t>23 / 235 (9.79%)</a:t>
            </a:r>
            <a:r>
              <a:rPr lang="en-US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0D53D2-EAC4-817B-681E-9477D72F77AA}"/>
              </a:ext>
            </a:extLst>
          </p:cNvPr>
          <p:cNvSpPr txBox="1"/>
          <p:nvPr/>
        </p:nvSpPr>
        <p:spPr>
          <a:xfrm>
            <a:off x="463550" y="5510530"/>
            <a:ext cx="11264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CRs was </a:t>
            </a:r>
            <a:r>
              <a:rPr lang="en-US" b="1" dirty="0"/>
              <a:t>episodic and not the same across all tasks.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Emerged at </a:t>
            </a:r>
            <a:r>
              <a:rPr lang="en-US" b="1" dirty="0"/>
              <a:t>moments of uncertainty or interpretation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Clarification responses possibly helped users </a:t>
            </a:r>
            <a:r>
              <a:rPr lang="en-US" b="1" dirty="0"/>
              <a:t>return to visualization generation</a:t>
            </a:r>
            <a:r>
              <a:rPr lang="en-US" dirty="0"/>
              <a:t> rather than remain in repair</a:t>
            </a:r>
          </a:p>
        </p:txBody>
      </p:sp>
    </p:spTree>
    <p:extLst>
      <p:ext uri="{BB962C8B-B14F-4D97-AF65-F5344CB8AC3E}">
        <p14:creationId xmlns:p14="http://schemas.microsoft.com/office/powerpoint/2010/main" val="310836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FBF912-E8EB-8F5E-0550-5F445D96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4142" y="6356350"/>
            <a:ext cx="459658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32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75CFB97-EC96-4D71-F884-C6BAF792BDBF}"/>
              </a:ext>
            </a:extLst>
          </p:cNvPr>
          <p:cNvSpPr txBox="1">
            <a:spLocks/>
          </p:cNvSpPr>
          <p:nvPr/>
        </p:nvSpPr>
        <p:spPr>
          <a:xfrm>
            <a:off x="0" y="107692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1"/>
                </a:solidFill>
              </a:rPr>
              <a:t>Analysis of Data Collected From the User Study : </a:t>
            </a:r>
            <a:r>
              <a:rPr lang="en-US" sz="3000" dirty="0"/>
              <a:t>System’s Responses to CRs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73E20AB-FD73-134C-9077-035F3ED9C1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501681"/>
              </p:ext>
            </p:extLst>
          </p:nvPr>
        </p:nvGraphicFramePr>
        <p:xfrm>
          <a:off x="139700" y="707768"/>
          <a:ext cx="11772900" cy="5648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626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C7B976E8-C018-B541-AB81-F22C73A863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CE31075B-16F3-0443-961A-B812B6821A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AC753ED0-C34F-0247-A54B-9AE94BC002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7E9ED6F1-75D3-6E43-B96A-FA9BF9EFD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7291B35D-F84A-7C4E-B916-733EC0D260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180CA3CE-01F4-0F48-91C4-3D6CD628B3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D39B-8282-E208-A999-3AF3568C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36525"/>
            <a:ext cx="10515600" cy="1325563"/>
          </a:xfrm>
        </p:spPr>
        <p:txBody>
          <a:bodyPr/>
          <a:lstStyle/>
          <a:p>
            <a:r>
              <a:rPr lang="en-IT" dirty="0">
                <a:solidFill>
                  <a:srgbClr val="00B0F0"/>
                </a:solidFill>
              </a:rPr>
              <a:t>H</a:t>
            </a:r>
            <a:r>
              <a:rPr lang="en-GB" dirty="0">
                <a:solidFill>
                  <a:srgbClr val="00B0F0"/>
                </a:solidFill>
              </a:rPr>
              <a:t>u</a:t>
            </a:r>
            <a:r>
              <a:rPr lang="en-IT" dirty="0">
                <a:solidFill>
                  <a:srgbClr val="00B0F0"/>
                </a:solidFill>
              </a:rPr>
              <a:t>mans &amp; LLMs as judges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1D990-4D53-D3EB-0EA2-1FF1848D56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60680" y="1429385"/>
                <a:ext cx="3865880" cy="255333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T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 coders, 50 CRs: Cohen’s </a:t>
                </a:r>
                <a14:m>
                  <m:oMath xmlns:m="http://schemas.openxmlformats.org/officeDocument/2006/math">
                    <m:r>
                      <a:rPr lang="en-I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T" dirty="0"/>
              </a:p>
              <a:p>
                <a:pPr marL="0" indent="0">
                  <a:buNone/>
                </a:pPr>
                <a:endParaRPr lang="en-IT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01D990-4D53-D3EB-0EA2-1FF1848D56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60680" y="1429385"/>
                <a:ext cx="3865880" cy="2553335"/>
              </a:xfrm>
              <a:blipFill>
                <a:blip r:embed="rId2"/>
                <a:stretch>
                  <a:fillRect l="-2623" t="-297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59B1EE6-E293-1C13-2700-1BAB54F53D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7935225"/>
              </p:ext>
            </p:extLst>
          </p:nvPr>
        </p:nvGraphicFramePr>
        <p:xfrm>
          <a:off x="497840" y="2007444"/>
          <a:ext cx="3322320" cy="149500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509520">
                  <a:extLst>
                    <a:ext uri="{9D8B030D-6E8A-4147-A177-3AD203B41FA5}">
                      <a16:colId xmlns:a16="http://schemas.microsoft.com/office/drawing/2014/main" val="28604596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25693063"/>
                    </a:ext>
                  </a:extLst>
                </a:gridCol>
              </a:tblGrid>
              <a:tr h="217530">
                <a:tc>
                  <a:txBody>
                    <a:bodyPr/>
                    <a:lstStyle/>
                    <a:p>
                      <a:r>
                        <a:rPr lang="en-IT" b="0" dirty="0"/>
                        <a:t>Correctness</a:t>
                      </a:r>
                      <a:r>
                        <a:rPr lang="en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b="0" dirty="0"/>
                        <a:t>0.647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153775"/>
                  </a:ext>
                </a:extLst>
              </a:tr>
              <a:tr h="376416">
                <a:tc>
                  <a:txBody>
                    <a:bodyPr/>
                    <a:lstStyle/>
                    <a:p>
                      <a:r>
                        <a:rPr lang="en-IT" dirty="0"/>
                        <a:t>Groundedness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0.540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173822"/>
                  </a:ext>
                </a:extLst>
              </a:tr>
              <a:tr h="376416">
                <a:tc>
                  <a:txBody>
                    <a:bodyPr/>
                    <a:lstStyle/>
                    <a:p>
                      <a:r>
                        <a:rPr lang="en-IT" dirty="0"/>
                        <a:t>Helpfulness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0.637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128545"/>
                  </a:ext>
                </a:extLst>
              </a:tr>
              <a:tr h="376416">
                <a:tc>
                  <a:txBody>
                    <a:bodyPr/>
                    <a:lstStyle/>
                    <a:p>
                      <a:r>
                        <a:rPr lang="en-IT" dirty="0"/>
                        <a:t>Clarity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T" dirty="0"/>
                        <a:t>0.350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28641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2CF27-D40C-0EB4-E2B7-78DF2B98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FA9F-A6BF-DB4A-8056-ACB792CCB761}" type="slidenum">
              <a:rPr lang="en-US" smtClean="0"/>
              <a:t>33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38D270-83F7-75EA-B868-27BC61E3C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560" y="2519680"/>
            <a:ext cx="7772400" cy="13251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160912-DFCE-78CD-6BAB-2064158E1E21}"/>
                  </a:ext>
                </a:extLst>
              </p:cNvPr>
              <p:cNvSpPr txBox="1"/>
              <p:nvPr/>
            </p:nvSpPr>
            <p:spPr>
              <a:xfrm>
                <a:off x="5635779" y="1825625"/>
                <a:ext cx="59496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LLM agreement with human gold standard (</a:t>
                </a:r>
                <a14:m>
                  <m:oMath xmlns:m="http://schemas.openxmlformats.org/officeDocument/2006/math">
                    <m:r>
                      <a:rPr lang="en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T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160912-DFCE-78CD-6BAB-2064158E1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779" y="1825625"/>
                <a:ext cx="5949642" cy="461665"/>
              </a:xfrm>
              <a:prstGeom prst="rect">
                <a:avLst/>
              </a:prstGeom>
              <a:blipFill>
                <a:blip r:embed="rId4"/>
                <a:stretch>
                  <a:fillRect l="-1706" t="-8108" b="-32432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D6D70C9D-A033-415A-3124-05933059C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7720" y="4798799"/>
            <a:ext cx="7772400" cy="19023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A47705-2945-6D49-AC97-608D113D4CBA}"/>
              </a:ext>
            </a:extLst>
          </p:cNvPr>
          <p:cNvSpPr txBox="1"/>
          <p:nvPr/>
        </p:nvSpPr>
        <p:spPr>
          <a:xfrm>
            <a:off x="3380259" y="4284596"/>
            <a:ext cx="4039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dirty="0">
                <a:latin typeface="Calibri" panose="020F0502020204030204" pitchFamily="34" charset="0"/>
                <a:cs typeface="Calibri" panose="020F0502020204030204" pitchFamily="34" charset="0"/>
              </a:rPr>
              <a:t>Final Assessment of responses </a:t>
            </a:r>
          </a:p>
        </p:txBody>
      </p:sp>
    </p:spTree>
    <p:extLst>
      <p:ext uri="{BB962C8B-B14F-4D97-AF65-F5344CB8AC3E}">
        <p14:creationId xmlns:p14="http://schemas.microsoft.com/office/powerpoint/2010/main" val="251979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45BB4-3CAC-8881-AFF5-950EADDD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F4AC2E8-C20B-FCE3-FFD8-9EB828364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B0385A-D75C-5F67-0C65-3AC83FBB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965A0C-A291-B285-F5A0-944E625D4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012C92-D2F1-7154-CB0F-66F7084A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CE527A-1BEE-6DB1-A39C-0C77D8815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D8CBC1-5FA7-2EEF-E231-1599690E0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A9BA60-7893-6F4F-2264-D8572024F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283E4-956E-F8A9-12A7-9D4A2CFCA1AB}"/>
              </a:ext>
            </a:extLst>
          </p:cNvPr>
          <p:cNvSpPr txBox="1"/>
          <p:nvPr/>
        </p:nvSpPr>
        <p:spPr>
          <a:xfrm>
            <a:off x="530943" y="1030406"/>
            <a:ext cx="11173378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3D. Analysis of Data Collected from User Study (Study 2):</a:t>
            </a: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Post Study Questionnaire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7ACBCE-2564-94E2-80D0-A66F5654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2232" y="6455664"/>
            <a:ext cx="560144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34</a:t>
            </a:fld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52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1AB1B7-B7A5-610A-971E-863555D1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4245" y="6305550"/>
            <a:ext cx="534875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35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FC85C0-EE22-ACC8-4940-CBF895C4E3E4}"/>
              </a:ext>
            </a:extLst>
          </p:cNvPr>
          <p:cNvSpPr txBox="1">
            <a:spLocks/>
          </p:cNvSpPr>
          <p:nvPr/>
        </p:nvSpPr>
        <p:spPr>
          <a:xfrm>
            <a:off x="0" y="203200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900" dirty="0">
                <a:solidFill>
                  <a:schemeClr val="accent3"/>
                </a:solidFill>
              </a:rPr>
              <a:t>Post Study Questionnaire : </a:t>
            </a:r>
            <a:r>
              <a:rPr lang="en-US" sz="2900" dirty="0"/>
              <a:t>Chart Use, Visualization-Related Questions, and Perceived Usefulness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5840BA-0E0A-ABC9-673C-F0255EC17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02" r="17296"/>
          <a:stretch>
            <a:fillRect/>
          </a:stretch>
        </p:blipFill>
        <p:spPr>
          <a:xfrm>
            <a:off x="182881" y="1544783"/>
            <a:ext cx="4421455" cy="22860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94A855-3085-72D8-EC6D-B6EE24AFE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65" r="22548"/>
          <a:stretch>
            <a:fillRect/>
          </a:stretch>
        </p:blipFill>
        <p:spPr>
          <a:xfrm>
            <a:off x="7082992" y="1500409"/>
            <a:ext cx="4928616" cy="22860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C97A3A-80DD-A2A1-EE2A-73FB4643C3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501" r="12825"/>
          <a:stretch>
            <a:fillRect/>
          </a:stretch>
        </p:blipFill>
        <p:spPr>
          <a:xfrm>
            <a:off x="3484218" y="4511675"/>
            <a:ext cx="4708965" cy="22860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A4C3BF-7CD9-7E3C-0032-9E2ED4AD8345}"/>
              </a:ext>
            </a:extLst>
          </p:cNvPr>
          <p:cNvSpPr txBox="1"/>
          <p:nvPr/>
        </p:nvSpPr>
        <p:spPr>
          <a:xfrm>
            <a:off x="140603" y="850827"/>
            <a:ext cx="595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charts did you actively use as evidence </a:t>
            </a:r>
          </a:p>
          <a:p>
            <a:r>
              <a:rPr lang="en-US" dirty="0"/>
              <a:t>for your final answers? (Give an approximate for each task)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673D6-D0B8-22EB-B534-0C6B29C059FF}"/>
              </a:ext>
            </a:extLst>
          </p:cNvPr>
          <p:cNvSpPr txBox="1"/>
          <p:nvPr/>
        </p:nvSpPr>
        <p:spPr>
          <a:xfrm>
            <a:off x="7048500" y="841375"/>
            <a:ext cx="500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visualization-related questions did you ask? (Give an approximate for each task)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49826A-3E80-A961-C9DE-10BB2D913EF6}"/>
              </a:ext>
            </a:extLst>
          </p:cNvPr>
          <p:cNvSpPr txBox="1"/>
          <p:nvPr/>
        </p:nvSpPr>
        <p:spPr>
          <a:xfrm>
            <a:off x="3484218" y="3843192"/>
            <a:ext cx="4708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system’s textual responses to your questions were useful for task completion.</a:t>
            </a:r>
          </a:p>
        </p:txBody>
      </p:sp>
      <p:pic>
        <p:nvPicPr>
          <p:cNvPr id="20" name="Graphic 19" descr="Line arrow: Clockwise curve with solid fill">
            <a:extLst>
              <a:ext uri="{FF2B5EF4-FFF2-40B4-BE49-F238E27FC236}">
                <a16:creationId xmlns:a16="http://schemas.microsoft.com/office/drawing/2014/main" id="{6AC4A606-02B7-3FF4-F409-F074C2CA4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52596">
            <a:off x="2158854" y="3785075"/>
            <a:ext cx="1047365" cy="16634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E54602-4441-67A9-80EF-EAF87A0F465A}"/>
              </a:ext>
            </a:extLst>
          </p:cNvPr>
          <p:cNvSpPr txBox="1"/>
          <p:nvPr/>
        </p:nvSpPr>
        <p:spPr>
          <a:xfrm>
            <a:off x="876300" y="4749800"/>
            <a:ext cx="181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Significantly associated </a:t>
            </a:r>
          </a:p>
        </p:txBody>
      </p:sp>
    </p:spTree>
    <p:extLst>
      <p:ext uri="{BB962C8B-B14F-4D97-AF65-F5344CB8AC3E}">
        <p14:creationId xmlns:p14="http://schemas.microsoft.com/office/powerpoint/2010/main" val="145461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3C70-E79F-46FA-A647-23E98FFD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811E6-6D0E-3512-0079-7BA5AE18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742" y="6305550"/>
            <a:ext cx="505378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36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CAB352-811D-E889-849E-011852B9E97F}"/>
              </a:ext>
            </a:extLst>
          </p:cNvPr>
          <p:cNvSpPr txBox="1">
            <a:spLocks/>
          </p:cNvSpPr>
          <p:nvPr/>
        </p:nvSpPr>
        <p:spPr>
          <a:xfrm>
            <a:off x="91440" y="198913"/>
            <a:ext cx="12009120" cy="521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3"/>
                </a:solidFill>
              </a:rPr>
              <a:t>Post Study Questionnaire : </a:t>
            </a:r>
            <a:r>
              <a:rPr lang="en-US" sz="3200" dirty="0"/>
              <a:t>Participant-Reported Response Handling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8CDE9A-96ED-6AA5-31DE-5A1708D49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57" y="1224400"/>
            <a:ext cx="7772400" cy="517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81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A1C4FB-7D45-E225-DAF5-CC7C03EF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2904" y="6356349"/>
            <a:ext cx="567813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pPr/>
              <a:t>37</a:t>
            </a:fld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EB4F8-84D3-3582-3544-37B77491C54A}"/>
              </a:ext>
            </a:extLst>
          </p:cNvPr>
          <p:cNvSpPr txBox="1"/>
          <p:nvPr/>
        </p:nvSpPr>
        <p:spPr>
          <a:xfrm>
            <a:off x="157316" y="136526"/>
            <a:ext cx="11117826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Conclusion: </a:t>
            </a:r>
            <a:r>
              <a:rPr lang="en-US" sz="3000" dirty="0">
                <a:latin typeface="+mj-lt"/>
              </a:rPr>
              <a:t>Why This Research Direction Matters?</a:t>
            </a: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07076969-CDD1-2814-4561-04173B902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7081971"/>
              </p:ext>
            </p:extLst>
          </p:nvPr>
        </p:nvGraphicFramePr>
        <p:xfrm>
          <a:off x="71283" y="501652"/>
          <a:ext cx="11481621" cy="6219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557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FDD7E40-8C72-4439-A5E2-2AB5053845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5E94C05-57A9-4DB8-930F-DC2508D575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5FA7B09-98F6-4B6D-BDFF-8B98C36EBF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36456A7-89F8-4E64-B299-BD279433AE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9BE518F-0235-498B-9330-3BE31E4DE6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D5F66EA-68ED-450F-B39E-4AF377FEC9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00866A1-548D-4DBE-9702-8151F1D532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1178484-7122-489B-875E-0B4CE52F1E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87B171D-0774-498D-B8CF-680010A78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F5E70C6-5149-4676-97A2-B6F2D4CBB1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CD9E819-61CD-4BF2-B9C7-D7A33373C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BE07097-DFB1-451F-BA22-72E6E0879A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434CE56-1F3F-4C84-B2DC-A366EE4964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ADD0878-9EED-4339-857C-32B23423BB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99743C0-48D4-4CC7-98B6-6FB5CB50AB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one"/>
        </p:bldSub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C6D6F-4987-290C-A8C8-FA841C19ADC2}"/>
              </a:ext>
            </a:extLst>
          </p:cNvPr>
          <p:cNvSpPr txBox="1"/>
          <p:nvPr/>
        </p:nvSpPr>
        <p:spPr>
          <a:xfrm>
            <a:off x="838200" y="556995"/>
            <a:ext cx="10515600" cy="587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Conclusion: 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 Extensions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809D4A-88F4-898E-002F-89568796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6154" y="6356350"/>
            <a:ext cx="577645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38</a:t>
            </a:fld>
            <a:endParaRPr lang="en-US" dirty="0">
              <a:solidFill>
                <a:schemeClr val="accent5"/>
              </a:solidFill>
            </a:endParaRPr>
          </a:p>
        </p:txBody>
      </p:sp>
      <p:graphicFrame>
        <p:nvGraphicFramePr>
          <p:cNvPr id="10" name="TextBox 8">
            <a:extLst>
              <a:ext uri="{FF2B5EF4-FFF2-40B4-BE49-F238E27FC236}">
                <a16:creationId xmlns:a16="http://schemas.microsoft.com/office/drawing/2014/main" id="{C94BDA5B-6458-5EA2-C3F4-47C3C4BB13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1600481"/>
              </p:ext>
            </p:extLst>
          </p:nvPr>
        </p:nvGraphicFramePr>
        <p:xfrm>
          <a:off x="838199" y="1144588"/>
          <a:ext cx="10874829" cy="507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4452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C299D-1CCF-1B6E-CE54-96F9654D3588}"/>
              </a:ext>
            </a:extLst>
          </p:cNvPr>
          <p:cNvSpPr txBox="1"/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Appendix</a:t>
            </a:r>
          </a:p>
        </p:txBody>
      </p:sp>
      <p:sp>
        <p:nvSpPr>
          <p:cNvPr id="2" name="Slide Number Placeholder 28">
            <a:extLst>
              <a:ext uri="{FF2B5EF4-FFF2-40B4-BE49-F238E27FC236}">
                <a16:creationId xmlns:a16="http://schemas.microsoft.com/office/drawing/2014/main" id="{2EA77C31-3C39-D93F-DFB9-3BE5A702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2903" y="6374546"/>
            <a:ext cx="634038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39</a:t>
            </a:fld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5633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B1030-78A0-0CE0-DDFC-4EAB3DFFBDBD}"/>
              </a:ext>
            </a:extLst>
          </p:cNvPr>
          <p:cNvSpPr txBox="1">
            <a:spLocks/>
          </p:cNvSpPr>
          <p:nvPr/>
        </p:nvSpPr>
        <p:spPr>
          <a:xfrm>
            <a:off x="243831" y="337338"/>
            <a:ext cx="11376669" cy="804184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Natural Human-Human Conversations are Characterized by …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F7CDC-B17E-C007-F80D-6DF2641942AC}"/>
              </a:ext>
            </a:extLst>
          </p:cNvPr>
          <p:cNvSpPr txBox="1"/>
          <p:nvPr/>
        </p:nvSpPr>
        <p:spPr>
          <a:xfrm>
            <a:off x="9185010" y="3871258"/>
            <a:ext cx="1560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Ambiguous utterances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2FA755-3C68-9467-DD80-D28302914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917474"/>
              </p:ext>
            </p:extLst>
          </p:nvPr>
        </p:nvGraphicFramePr>
        <p:xfrm>
          <a:off x="1545782" y="1565906"/>
          <a:ext cx="6261889" cy="423222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857533">
                  <a:extLst>
                    <a:ext uri="{9D8B030D-6E8A-4147-A177-3AD203B41FA5}">
                      <a16:colId xmlns:a16="http://schemas.microsoft.com/office/drawing/2014/main" val="2337340710"/>
                    </a:ext>
                  </a:extLst>
                </a:gridCol>
                <a:gridCol w="5404356">
                  <a:extLst>
                    <a:ext uri="{9D8B030D-6E8A-4147-A177-3AD203B41FA5}">
                      <a16:colId xmlns:a16="http://schemas.microsoft.com/office/drawing/2014/main" val="1156740423"/>
                    </a:ext>
                  </a:extLst>
                </a:gridCol>
              </a:tblGrid>
              <a:tr h="50947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User 1: I think we can do Covid risk first, right?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1175319946"/>
                  </a:ext>
                </a:extLst>
              </a:tr>
              <a:tr h="37023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User 2: We have a very high Covid rank.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1209117307"/>
                  </a:ext>
                </a:extLst>
              </a:tr>
              <a:tr h="37023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5"/>
                          </a:solidFill>
                          <a:effectLst/>
                        </a:rPr>
                        <a:t>User 2: What do you think about it?</a:t>
                      </a:r>
                      <a:endParaRPr lang="en-US" sz="2000" dirty="0">
                        <a:solidFill>
                          <a:schemeClr val="accent5"/>
                        </a:solidFill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1721548648"/>
                  </a:ext>
                </a:extLst>
              </a:tr>
              <a:tr h="6700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User 1: Should we get a map of the county type first?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3234629839"/>
                  </a:ext>
                </a:extLst>
              </a:tr>
              <a:tr h="75101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5"/>
                          </a:solidFill>
                          <a:effectLst/>
                        </a:rPr>
                        <a:t>User 1: Actually, it doesn't say that, well, what is the ongoing problem right now in America?</a:t>
                      </a: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980768314"/>
                  </a:ext>
                </a:extLst>
              </a:tr>
              <a:tr h="37023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User 2: The first is poverty, right?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1270523013"/>
                  </a:ext>
                </a:extLst>
              </a:tr>
              <a:tr h="37023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User 2: So, I think, wait.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507144672"/>
                  </a:ext>
                </a:extLst>
              </a:tr>
              <a:tr h="81586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32668" marR="32668" marT="32668" marB="32668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5"/>
                          </a:solidFill>
                          <a:effectLst/>
                        </a:rPr>
                        <a:t>User 1: Well, I think we can do like Covid risk and then access to doctors and then...</a:t>
                      </a:r>
                      <a:endParaRPr lang="en-US" sz="2000" dirty="0">
                        <a:solidFill>
                          <a:schemeClr val="accent5"/>
                        </a:solidFill>
                        <a:effectLst/>
                        <a:latin typeface="+mn-lt"/>
                      </a:endParaRPr>
                    </a:p>
                  </a:txBody>
                  <a:tcPr marL="32668" marR="32668" marT="32668" marB="32668"/>
                </a:tc>
                <a:extLst>
                  <a:ext uri="{0D108BD9-81ED-4DB2-BD59-A6C34878D82A}">
                    <a16:rowId xmlns:a16="http://schemas.microsoft.com/office/drawing/2014/main" val="18944083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BF56B09-FA5A-5F8C-68CE-188614D52116}"/>
              </a:ext>
            </a:extLst>
          </p:cNvPr>
          <p:cNvSpPr txBox="1"/>
          <p:nvPr/>
        </p:nvSpPr>
        <p:spPr>
          <a:xfrm>
            <a:off x="8588166" y="2057597"/>
            <a:ext cx="28848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b="1" dirty="0">
                <a:solidFill>
                  <a:schemeClr val="accent5"/>
                </a:solidFill>
              </a:rPr>
              <a:t>References to prior queries </a:t>
            </a:r>
            <a:r>
              <a:rPr lang="en-US" sz="1800" b="1" dirty="0">
                <a:solidFill>
                  <a:schemeClr val="accent5"/>
                </a:solidFill>
                <a:sym typeface="Wingdings" pitchFamily="2" charset="2"/>
              </a:rPr>
              <a:t>to accommodate the contextual information</a:t>
            </a:r>
            <a:endParaRPr lang="en-US" sz="1800" b="1" dirty="0">
              <a:solidFill>
                <a:schemeClr val="accent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90153-C550-EBE9-5DCB-C1B58C361F14}"/>
              </a:ext>
            </a:extLst>
          </p:cNvPr>
          <p:cNvSpPr txBox="1"/>
          <p:nvPr/>
        </p:nvSpPr>
        <p:spPr>
          <a:xfrm>
            <a:off x="8604541" y="5368104"/>
            <a:ext cx="2570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b="1" dirty="0">
                <a:solidFill>
                  <a:schemeClr val="accent5"/>
                </a:solidFill>
              </a:rPr>
              <a:t>Incomplete queries</a:t>
            </a:r>
          </a:p>
        </p:txBody>
      </p:sp>
      <p:pic>
        <p:nvPicPr>
          <p:cNvPr id="28" name="Graphic 27" descr="Line arrow: Slight curve with solid fill">
            <a:extLst>
              <a:ext uri="{FF2B5EF4-FFF2-40B4-BE49-F238E27FC236}">
                <a16:creationId xmlns:a16="http://schemas.microsoft.com/office/drawing/2014/main" id="{0E2DBF56-91FC-2E88-7AAE-854369D8D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560710" y="2207544"/>
            <a:ext cx="1560989" cy="914400"/>
          </a:xfrm>
          <a:prstGeom prst="rect">
            <a:avLst/>
          </a:prstGeom>
        </p:spPr>
      </p:pic>
      <p:pic>
        <p:nvPicPr>
          <p:cNvPr id="31" name="Graphic 30" descr="Line arrow: Slight curve with solid fill">
            <a:extLst>
              <a:ext uri="{FF2B5EF4-FFF2-40B4-BE49-F238E27FC236}">
                <a16:creationId xmlns:a16="http://schemas.microsoft.com/office/drawing/2014/main" id="{5C02C23A-5E28-601E-85F2-A501748EE4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624021" y="3600075"/>
            <a:ext cx="1560989" cy="914400"/>
          </a:xfrm>
          <a:prstGeom prst="rect">
            <a:avLst/>
          </a:prstGeom>
        </p:spPr>
      </p:pic>
      <p:pic>
        <p:nvPicPr>
          <p:cNvPr id="32" name="Graphic 31" descr="Line arrow: Slight curve with solid fill">
            <a:extLst>
              <a:ext uri="{FF2B5EF4-FFF2-40B4-BE49-F238E27FC236}">
                <a16:creationId xmlns:a16="http://schemas.microsoft.com/office/drawing/2014/main" id="{1DAAAE4E-9C86-87FD-5889-98A49AE3EE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560709" y="4910904"/>
            <a:ext cx="1560989" cy="914400"/>
          </a:xfrm>
          <a:prstGeom prst="rect">
            <a:avLst/>
          </a:prstGeom>
        </p:spPr>
      </p:pic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F9EC6C2F-F1BD-A775-0711-F34EE165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500" y="6338099"/>
            <a:ext cx="331839" cy="365125"/>
          </a:xfrm>
        </p:spPr>
        <p:txBody>
          <a:bodyPr/>
          <a:lstStyle/>
          <a:p>
            <a:fld id="{ABE6FA9F-A6BF-DB4A-8056-ACB792CCB761}" type="slidenum">
              <a:rPr lang="en-US" sz="2000" b="1" smtClean="0">
                <a:solidFill>
                  <a:schemeClr val="accent5"/>
                </a:solidFill>
              </a:rPr>
              <a:t>40</a:t>
            </a:fld>
            <a:endParaRPr lang="en-US" sz="20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2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65FFB7A-460B-C040-A27A-827D7E8119DD}"/>
              </a:ext>
            </a:extLst>
          </p:cNvPr>
          <p:cNvSpPr txBox="1">
            <a:spLocks/>
          </p:cNvSpPr>
          <p:nvPr/>
        </p:nvSpPr>
        <p:spPr>
          <a:xfrm>
            <a:off x="-39626" y="37211"/>
            <a:ext cx="12192002" cy="15227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sz="4000" dirty="0">
                <a:solidFill>
                  <a:schemeClr val="bg1"/>
                </a:solidFill>
              </a:rPr>
              <a:t>To explore </a:t>
            </a:r>
            <a:r>
              <a:rPr lang="en-US" sz="4000" dirty="0">
                <a:solidFill>
                  <a:srgbClr val="FFC000"/>
                </a:solidFill>
              </a:rPr>
              <a:t>how</a:t>
            </a:r>
            <a:r>
              <a:rPr lang="en-US" sz="4000" dirty="0">
                <a:solidFill>
                  <a:schemeClr val="bg1"/>
                </a:solidFill>
              </a:rPr>
              <a:t> addressing the identified  challenges faced by users in Study 1 shape user interaction with an updated CA, I ask the following Research Questions..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1EC7F2-B2EF-24DF-3E61-F9A7AE0E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3406" y="6455664"/>
            <a:ext cx="628970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 sz="2000" b="1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41</a:t>
            </a:fld>
            <a:endParaRPr lang="en-US" sz="2000" b="1" dirty="0">
              <a:solidFill>
                <a:schemeClr val="accent5"/>
              </a:solidFill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522C772-2F1B-3ED8-4E50-85010E758A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6542328"/>
              </p:ext>
            </p:extLst>
          </p:nvPr>
        </p:nvGraphicFramePr>
        <p:xfrm>
          <a:off x="182880" y="1613166"/>
          <a:ext cx="11765279" cy="4826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521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2947131-8FBE-4239-84A2-86C51A62FE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CAE9A5-A3B6-427B-A2D5-EE800D9E32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667605-EC23-4BD8-8FF6-1B81795C4D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B21FA16-C662-4A2B-A0A2-C3EDEBDF4E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0420331-DF94-4867-935A-372D40921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7476E69-65DD-4C6A-9443-F2A85452C5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104F9E-7FF6-1249-96D1-167F0FC494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451C040-6A53-FF4F-82A0-14DB6A6E40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DD2E45F-EFA0-0A45-B267-86CEE5FBC2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B6E48AA-4AA7-7E40-BF93-026430A0F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A6A45F4-A6DF-744C-B42E-6EAEA58900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EC6CDC8-D41F-8E48-9D8E-9AAF399D76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7F5A8-8C5C-3311-6562-E5DECE0A7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3E1A4528-5377-E424-E4DE-2BD129B5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FE93EA8-0476-6326-6653-7F9C374AF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D47856-F919-8491-A754-019A9173C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1B64043-8068-DD3A-0E46-3CA80275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7DB04C-35A9-42CA-EEC3-6789715D3681}"/>
              </a:ext>
            </a:extLst>
          </p:cNvPr>
          <p:cNvSpPr txBox="1">
            <a:spLocks/>
          </p:cNvSpPr>
          <p:nvPr/>
        </p:nvSpPr>
        <p:spPr>
          <a:xfrm>
            <a:off x="139700" y="128957"/>
            <a:ext cx="11925300" cy="131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A Clarification-Aware Conversational Assistant (CA) Pipeline for</a:t>
            </a:r>
          </a:p>
          <a:p>
            <a:r>
              <a:rPr lang="en-US" sz="3200" dirty="0">
                <a:solidFill>
                  <a:schemeClr val="bg1"/>
                </a:solidFill>
              </a:rPr>
              <a:t>Collaborative Data Exploration – Sample Conversation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23A6FEEB-FF59-A84F-9871-DFFFDEAA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2903" y="6374546"/>
            <a:ext cx="634038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42</a:t>
            </a:fld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19F3A7-B2B5-2FE2-66D8-6AF89AB18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472" y="1776038"/>
            <a:ext cx="6125269" cy="3433483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E53CD4-FBDF-D1DD-BE5E-537B31785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868" y="4152373"/>
            <a:ext cx="4036666" cy="231239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6EB9646-36C8-F66B-FFB3-017E91E6F56E}"/>
              </a:ext>
            </a:extLst>
          </p:cNvPr>
          <p:cNvGraphicFramePr>
            <a:graphicFrameLocks noGrp="1"/>
          </p:cNvGraphicFramePr>
          <p:nvPr/>
        </p:nvGraphicFramePr>
        <p:xfrm>
          <a:off x="297996" y="1776038"/>
          <a:ext cx="4138723" cy="21767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094">
                  <a:extLst>
                    <a:ext uri="{9D8B030D-6E8A-4147-A177-3AD203B41FA5}">
                      <a16:colId xmlns:a16="http://schemas.microsoft.com/office/drawing/2014/main" val="1240143086"/>
                    </a:ext>
                  </a:extLst>
                </a:gridCol>
                <a:gridCol w="2845861">
                  <a:extLst>
                    <a:ext uri="{9D8B030D-6E8A-4147-A177-3AD203B41FA5}">
                      <a16:colId xmlns:a16="http://schemas.microsoft.com/office/drawing/2014/main" val="2983077633"/>
                    </a:ext>
                  </a:extLst>
                </a:gridCol>
                <a:gridCol w="579421">
                  <a:extLst>
                    <a:ext uri="{9D8B030D-6E8A-4147-A177-3AD203B41FA5}">
                      <a16:colId xmlns:a16="http://schemas.microsoft.com/office/drawing/2014/main" val="1507177285"/>
                    </a:ext>
                  </a:extLst>
                </a:gridCol>
                <a:gridCol w="449347">
                  <a:extLst>
                    <a:ext uri="{9D8B030D-6E8A-4147-A177-3AD203B41FA5}">
                      <a16:colId xmlns:a16="http://schemas.microsoft.com/office/drawing/2014/main" val="2524437439"/>
                    </a:ext>
                  </a:extLst>
                </a:gridCol>
              </a:tblGrid>
              <a:tr h="394111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Group 21 Warm Up Task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0006130"/>
                  </a:ext>
                </a:extLst>
              </a:tr>
              <a:tr h="394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+mn-lt"/>
                        </a:rPr>
                        <a:t>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Give me a bar chart for that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 VIS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871774"/>
                  </a:ext>
                </a:extLst>
              </a:tr>
              <a:tr h="394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+mn-lt"/>
                        </a:rPr>
                        <a:t>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by the region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 VIS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319883"/>
                  </a:ext>
                </a:extLst>
              </a:tr>
              <a:tr h="394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+mn-lt"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they are their white spaces in the map.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516574"/>
                  </a:ext>
                </a:extLst>
              </a:tr>
              <a:tr h="3941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  <a:latin typeface="+mn-lt"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Why are there white spaces in the map?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User1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 CR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86109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C978F2-DB90-5B20-38C9-E32CD52C7634}"/>
              </a:ext>
            </a:extLst>
          </p:cNvPr>
          <p:cNvCxnSpPr>
            <a:cxnSpLocks/>
          </p:cNvCxnSpPr>
          <p:nvPr/>
        </p:nvCxnSpPr>
        <p:spPr>
          <a:xfrm flipV="1">
            <a:off x="4436719" y="2667000"/>
            <a:ext cx="4262781" cy="114300"/>
          </a:xfrm>
          <a:prstGeom prst="straightConnector1">
            <a:avLst/>
          </a:prstGeom>
          <a:ln w="762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EE9ED4F-6A03-238A-A97D-C779DF38EDA7}"/>
              </a:ext>
            </a:extLst>
          </p:cNvPr>
          <p:cNvCxnSpPr>
            <a:cxnSpLocks/>
          </p:cNvCxnSpPr>
          <p:nvPr/>
        </p:nvCxnSpPr>
        <p:spPr>
          <a:xfrm flipV="1">
            <a:off x="4436718" y="3429000"/>
            <a:ext cx="1665632" cy="330200"/>
          </a:xfrm>
          <a:prstGeom prst="straightConnector1">
            <a:avLst/>
          </a:prstGeom>
          <a:ln w="762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8499F9F5-7B4E-108C-29D9-475A69F81022}"/>
              </a:ext>
            </a:extLst>
          </p:cNvPr>
          <p:cNvSpPr/>
          <p:nvPr/>
        </p:nvSpPr>
        <p:spPr>
          <a:xfrm>
            <a:off x="6096000" y="2781300"/>
            <a:ext cx="1536700" cy="1171481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6963E3-433D-6C9C-A265-EC8D68A2F6DF}"/>
              </a:ext>
            </a:extLst>
          </p:cNvPr>
          <p:cNvCxnSpPr>
            <a:stCxn id="24" idx="3"/>
          </p:cNvCxnSpPr>
          <p:nvPr/>
        </p:nvCxnSpPr>
        <p:spPr>
          <a:xfrm flipH="1">
            <a:off x="4673600" y="3781222"/>
            <a:ext cx="1647445" cy="104477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1139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50D40-937D-F553-475A-26FDE528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5219CBC9-A920-08CB-E39E-E0098361B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19210F2-A5DD-92E2-DF05-D0570EB23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B22ED1E-1E4E-2DDE-B492-B178F7874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B19DD6E-CF0E-39AE-F5E6-5FF51CAF9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737FC3-2C1E-7C23-92A7-8F2BC3624F6B}"/>
              </a:ext>
            </a:extLst>
          </p:cNvPr>
          <p:cNvSpPr txBox="1">
            <a:spLocks/>
          </p:cNvSpPr>
          <p:nvPr/>
        </p:nvSpPr>
        <p:spPr>
          <a:xfrm>
            <a:off x="139700" y="128957"/>
            <a:ext cx="11925300" cy="131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A Clarification-Aware Conversational Assistant (CA) Pipeline for</a:t>
            </a:r>
          </a:p>
          <a:p>
            <a:r>
              <a:rPr lang="en-US" sz="3200" dirty="0">
                <a:solidFill>
                  <a:schemeClr val="bg1"/>
                </a:solidFill>
              </a:rPr>
              <a:t>Collaborative Data Exploration : Charts Types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9A899CD-1EF3-74D1-F3BD-CC2859BC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1729" y="6374546"/>
            <a:ext cx="565212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43</a:t>
            </a:fld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1C3868-360B-16E7-298B-394D97DBD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76" y="4260257"/>
            <a:ext cx="2968771" cy="1848443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CBC947-5D44-C219-9D24-1D076D5B7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3415" y="4364327"/>
            <a:ext cx="2055869" cy="1744373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E5C4EA-913F-7EBE-7E00-DB35CEEC4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22" y="1705403"/>
            <a:ext cx="2947831" cy="2417838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25BA09-8016-06D9-5034-E87423532B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33" r="9667"/>
          <a:stretch>
            <a:fillRect/>
          </a:stretch>
        </p:blipFill>
        <p:spPr>
          <a:xfrm>
            <a:off x="3313415" y="1704912"/>
            <a:ext cx="2055869" cy="2530949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22" name="Right Brace 21">
            <a:extLst>
              <a:ext uri="{FF2B5EF4-FFF2-40B4-BE49-F238E27FC236}">
                <a16:creationId xmlns:a16="http://schemas.microsoft.com/office/drawing/2014/main" id="{4C5F18F0-5775-031B-FB20-FCC213083B5A}"/>
              </a:ext>
            </a:extLst>
          </p:cNvPr>
          <p:cNvSpPr/>
          <p:nvPr/>
        </p:nvSpPr>
        <p:spPr>
          <a:xfrm>
            <a:off x="5461000" y="1704912"/>
            <a:ext cx="406400" cy="440378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DEFC120-FD80-5C61-4836-9BD273D48C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7644"/>
          <a:stretch>
            <a:fillRect/>
          </a:stretch>
        </p:blipFill>
        <p:spPr>
          <a:xfrm>
            <a:off x="6306360" y="1575955"/>
            <a:ext cx="5278141" cy="51054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72AE5B-0CD0-7D7C-A5BF-60BCE195AAF5}"/>
              </a:ext>
            </a:extLst>
          </p:cNvPr>
          <p:cNvCxnSpPr>
            <a:cxnSpLocks/>
          </p:cNvCxnSpPr>
          <p:nvPr/>
        </p:nvCxnSpPr>
        <p:spPr>
          <a:xfrm flipH="1">
            <a:off x="5959116" y="2914322"/>
            <a:ext cx="2169741" cy="992484"/>
          </a:xfrm>
          <a:prstGeom prst="straightConnector1">
            <a:avLst/>
          </a:prstGeom>
          <a:ln w="63500">
            <a:solidFill>
              <a:schemeClr val="accent6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23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49DF58-78AC-73C8-9492-DC2EF581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7664" y="6356350"/>
            <a:ext cx="666135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44</a:t>
            </a:fld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5" name="Picture 4" descr="A table with text on it&#10;&#10;Description automatically generated">
            <a:extLst>
              <a:ext uri="{FF2B5EF4-FFF2-40B4-BE49-F238E27FC236}">
                <a16:creationId xmlns:a16="http://schemas.microsoft.com/office/drawing/2014/main" id="{39B31348-4140-A8C0-295B-B0CA455D7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80" y="1040022"/>
            <a:ext cx="6866361" cy="4056549"/>
          </a:xfrm>
          <a:prstGeom prst="rect">
            <a:avLst/>
          </a:prstGeom>
        </p:spPr>
      </p:pic>
      <p:pic>
        <p:nvPicPr>
          <p:cNvPr id="6" name="Picture 5" descr="A close-up of a graph&#10;&#10;Description automatically generated">
            <a:extLst>
              <a:ext uri="{FF2B5EF4-FFF2-40B4-BE49-F238E27FC236}">
                <a16:creationId xmlns:a16="http://schemas.microsoft.com/office/drawing/2014/main" id="{15D40440-AADD-8507-3D38-820AE56A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5" t="3298" r="76532" b="52623"/>
          <a:stretch/>
        </p:blipFill>
        <p:spPr>
          <a:xfrm>
            <a:off x="8917329" y="226891"/>
            <a:ext cx="2129742" cy="146529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7" name="Picture 6" descr="A close-up of a graph&#10;&#10;Description automatically generated">
            <a:extLst>
              <a:ext uri="{FF2B5EF4-FFF2-40B4-BE49-F238E27FC236}">
                <a16:creationId xmlns:a16="http://schemas.microsoft.com/office/drawing/2014/main" id="{4CDF7062-2F02-8D5F-6F63-AD03A66FEF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95" t="2845" r="23825" b="52476"/>
          <a:stretch/>
        </p:blipFill>
        <p:spPr>
          <a:xfrm>
            <a:off x="7820554" y="1785461"/>
            <a:ext cx="2338086" cy="146529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8" name="Picture 7" descr="A close-up of a graph&#10;&#10;Description automatically generated">
            <a:extLst>
              <a:ext uri="{FF2B5EF4-FFF2-40B4-BE49-F238E27FC236}">
                <a16:creationId xmlns:a16="http://schemas.microsoft.com/office/drawing/2014/main" id="{90FE7406-3B8E-F009-023E-7F59FE2BA8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3" t="51119" r="74003" b="1"/>
          <a:stretch/>
        </p:blipFill>
        <p:spPr>
          <a:xfrm>
            <a:off x="7488819" y="5114935"/>
            <a:ext cx="2338087" cy="16249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 descr="A close-up of a graph&#10;&#10;Description automatically generated">
            <a:extLst>
              <a:ext uri="{FF2B5EF4-FFF2-40B4-BE49-F238E27FC236}">
                <a16:creationId xmlns:a16="http://schemas.microsoft.com/office/drawing/2014/main" id="{5CBFDC2E-E4FC-2B2F-4FB6-7ACD73F9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48" t="52386" r="20923" b="3034"/>
          <a:stretch/>
        </p:blipFill>
        <p:spPr>
          <a:xfrm>
            <a:off x="8917329" y="3467377"/>
            <a:ext cx="2628176" cy="14620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Graphic 9" descr="Back with solid fill">
            <a:extLst>
              <a:ext uri="{FF2B5EF4-FFF2-40B4-BE49-F238E27FC236}">
                <a16:creationId xmlns:a16="http://schemas.microsoft.com/office/drawing/2014/main" id="{011CEB4A-D380-8406-731E-C8477C24F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5413" y="757026"/>
            <a:ext cx="1901916" cy="914400"/>
          </a:xfrm>
          <a:prstGeom prst="rect">
            <a:avLst/>
          </a:prstGeom>
        </p:spPr>
      </p:pic>
      <p:pic>
        <p:nvPicPr>
          <p:cNvPr id="11" name="Graphic 10" descr="Back with solid fill">
            <a:extLst>
              <a:ext uri="{FF2B5EF4-FFF2-40B4-BE49-F238E27FC236}">
                <a16:creationId xmlns:a16="http://schemas.microsoft.com/office/drawing/2014/main" id="{94F6A117-3E92-309F-6471-7C6803033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8922" y="2385824"/>
            <a:ext cx="1461632" cy="914400"/>
          </a:xfrm>
          <a:prstGeom prst="rect">
            <a:avLst/>
          </a:prstGeom>
        </p:spPr>
      </p:pic>
      <p:pic>
        <p:nvPicPr>
          <p:cNvPr id="12" name="Graphic 11" descr="Back with solid fill">
            <a:extLst>
              <a:ext uri="{FF2B5EF4-FFF2-40B4-BE49-F238E27FC236}">
                <a16:creationId xmlns:a16="http://schemas.microsoft.com/office/drawing/2014/main" id="{38AA3A16-A2D5-E744-42B2-7DE2F77F5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694254">
            <a:off x="6919036" y="3238767"/>
            <a:ext cx="2094670" cy="914400"/>
          </a:xfrm>
          <a:prstGeom prst="rect">
            <a:avLst/>
          </a:prstGeom>
        </p:spPr>
      </p:pic>
      <p:pic>
        <p:nvPicPr>
          <p:cNvPr id="13" name="Graphic 12" descr="Back with solid fill">
            <a:extLst>
              <a:ext uri="{FF2B5EF4-FFF2-40B4-BE49-F238E27FC236}">
                <a16:creationId xmlns:a16="http://schemas.microsoft.com/office/drawing/2014/main" id="{FBEE03A4-D6AD-B61E-970D-13E729688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91349">
            <a:off x="7012587" y="4230853"/>
            <a:ext cx="161593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1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B75EC4-EAB4-33A4-FADD-55BCAEE7484A}"/>
              </a:ext>
            </a:extLst>
          </p:cNvPr>
          <p:cNvSpPr txBox="1"/>
          <p:nvPr/>
        </p:nvSpPr>
        <p:spPr>
          <a:xfrm>
            <a:off x="76200" y="1029170"/>
            <a:ext cx="6446157" cy="20313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Why aggregate at the group-task level?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Tasks were completed collaboratively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group-task</a:t>
            </a:r>
            <a:r>
              <a:rPr lang="en-US" dirty="0"/>
              <a:t> as the unit of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coded final task conclusions were treated as indicators of progress toward a </a:t>
            </a:r>
            <a:r>
              <a:rPr lang="en-US" b="1" dirty="0"/>
              <a:t>task-closing interpretation</a:t>
            </a:r>
            <a:r>
              <a:rPr lang="en-US" dirty="0"/>
              <a:t>, not as correctness scores, because the EDA tasks were open-ended.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5D7763-9B48-12AB-A6AC-019FC7AEA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003253"/>
              </p:ext>
            </p:extLst>
          </p:nvPr>
        </p:nvGraphicFramePr>
        <p:xfrm>
          <a:off x="208643" y="3797505"/>
          <a:ext cx="5470676" cy="2176340"/>
        </p:xfrm>
        <a:graphic>
          <a:graphicData uri="http://schemas.openxmlformats.org/drawingml/2006/table">
            <a:tbl>
              <a:tblPr/>
              <a:tblGrid>
                <a:gridCol w="2735338">
                  <a:extLst>
                    <a:ext uri="{9D8B030D-6E8A-4147-A177-3AD203B41FA5}">
                      <a16:colId xmlns:a16="http://schemas.microsoft.com/office/drawing/2014/main" val="1558570133"/>
                    </a:ext>
                  </a:extLst>
                </a:gridCol>
                <a:gridCol w="2735338">
                  <a:extLst>
                    <a:ext uri="{9D8B030D-6E8A-4147-A177-3AD203B41FA5}">
                      <a16:colId xmlns:a16="http://schemas.microsoft.com/office/drawing/2014/main" val="1183331857"/>
                    </a:ext>
                  </a:extLst>
                </a:gridCol>
              </a:tblGrid>
              <a:tr h="352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Dimension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Participant-level 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16714"/>
                  </a:ext>
                </a:extLst>
              </a:tr>
              <a:tr h="608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lt"/>
                        </a:rPr>
                        <a:t>Conclusion presence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1 = no/weak, 2 = partial, 3 = clear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595950"/>
                  </a:ext>
                </a:extLst>
              </a:tr>
              <a:tr h="608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lt"/>
                        </a:rPr>
                        <a:t>Justification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1 = none, 2 = some, 3 = elaborated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331547"/>
                  </a:ext>
                </a:extLst>
              </a:tr>
              <a:tr h="608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+mn-lt"/>
                        </a:rPr>
                        <a:t>Evidence use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1 = none, 2 = any evidence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5613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D2945DD-DE61-3F6F-41F9-5C66DD029A63}"/>
              </a:ext>
            </a:extLst>
          </p:cNvPr>
          <p:cNvSpPr txBox="1"/>
          <p:nvPr/>
        </p:nvSpPr>
        <p:spPr>
          <a:xfrm>
            <a:off x="6522357" y="1029170"/>
            <a:ext cx="5593443" cy="203132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Aggregation rule:</a:t>
            </a:r>
            <a:br>
              <a:rPr lang="en-US" dirty="0"/>
            </a:br>
            <a:r>
              <a:rPr lang="en-US" dirty="0"/>
              <a:t>For each group-task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/>
              <a:t>higher score</a:t>
            </a:r>
            <a:r>
              <a:rPr lang="en-US" dirty="0"/>
              <a:t> across the two participants.</a:t>
            </a:r>
          </a:p>
          <a:p>
            <a:pPr>
              <a:buNone/>
            </a:pPr>
            <a:r>
              <a:rPr lang="en-US" b="1" dirty="0"/>
              <a:t>Why this rule?</a:t>
            </a:r>
            <a:br>
              <a:rPr lang="en-US" dirty="0"/>
            </a:br>
            <a:r>
              <a:rPr lang="en-US" dirty="0"/>
              <a:t>This captures whether a clear conclusion, justification, or use of evidence appeared anywhere in the group’s final interpretation.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877CDC-E404-913A-F9C8-A9C9FD43E6F3}"/>
              </a:ext>
            </a:extLst>
          </p:cNvPr>
          <p:cNvSpPr txBox="1"/>
          <p:nvPr/>
        </p:nvSpPr>
        <p:spPr>
          <a:xfrm>
            <a:off x="6522356" y="3665523"/>
            <a:ext cx="55691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Main task-progress takeaway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Warm-up, groups more often ended with recognizable conclusions, frequently accompanied by at least some justification and evidence use.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suggests that participants were generally able to work toward plausible task-closing interpretations once they moved beyond the initial orientation phase.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406E0-75C6-60AC-991C-B5E26D82C7A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09120" cy="9531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/>
              <a:t>Data Collected From the User Study: Open Ended Task Conclusion Analysis -</a:t>
            </a:r>
            <a:r>
              <a:rPr lang="en-US" sz="3200" b="1" dirty="0"/>
              <a:t> </a:t>
            </a:r>
            <a:r>
              <a:rPr lang="en-US" sz="3200" dirty="0"/>
              <a:t>Group-Task Aggregation </a:t>
            </a:r>
            <a:endParaRPr lang="en-US" sz="3000" dirty="0"/>
          </a:p>
        </p:txBody>
      </p:sp>
      <p:sp>
        <p:nvSpPr>
          <p:cNvPr id="3" name="Slide Number Placeholder 28">
            <a:extLst>
              <a:ext uri="{FF2B5EF4-FFF2-40B4-BE49-F238E27FC236}">
                <a16:creationId xmlns:a16="http://schemas.microsoft.com/office/drawing/2014/main" id="{26361979-127B-A6AB-6100-10B32631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2903" y="6374546"/>
            <a:ext cx="634038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45</a:t>
            </a:fld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420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A1B6-6BB0-B7FD-1B0E-94E862E4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8877C-009A-09C5-3FDB-FAEDE050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10" y="6356350"/>
            <a:ext cx="469490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46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94" name="Title 1">
            <a:extLst>
              <a:ext uri="{FF2B5EF4-FFF2-40B4-BE49-F238E27FC236}">
                <a16:creationId xmlns:a16="http://schemas.microsoft.com/office/drawing/2014/main" id="{3B9C7894-981A-FEAC-120B-ED2296C565FA}"/>
              </a:ext>
            </a:extLst>
          </p:cNvPr>
          <p:cNvSpPr txBox="1">
            <a:spLocks/>
          </p:cNvSpPr>
          <p:nvPr/>
        </p:nvSpPr>
        <p:spPr>
          <a:xfrm>
            <a:off x="0" y="107692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1"/>
                </a:solidFill>
              </a:rPr>
              <a:t>Analysis of Data Collected From the User Study : </a:t>
            </a:r>
            <a:r>
              <a:rPr lang="en-US" sz="3000" dirty="0"/>
              <a:t>Interaction Profile through CR &amp; VIS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93BA3-6CF8-2878-26E8-86CAE7761A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70"/>
          <a:stretch>
            <a:fillRect/>
          </a:stretch>
        </p:blipFill>
        <p:spPr>
          <a:xfrm>
            <a:off x="0" y="707767"/>
            <a:ext cx="7772400" cy="41520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4EF488-243F-E0C2-CDF4-4C777DA7FADE}"/>
              </a:ext>
            </a:extLst>
          </p:cNvPr>
          <p:cNvSpPr txBox="1"/>
          <p:nvPr/>
        </p:nvSpPr>
        <p:spPr>
          <a:xfrm>
            <a:off x="1188720" y="4859774"/>
            <a:ext cx="676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Within-group percentage distribution of CR-s across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34A22-7F5C-AE6C-0A62-635A342D0EEF}"/>
              </a:ext>
            </a:extLst>
          </p:cNvPr>
          <p:cNvSpPr txBox="1"/>
          <p:nvPr/>
        </p:nvSpPr>
        <p:spPr>
          <a:xfrm>
            <a:off x="7955280" y="1542296"/>
            <a:ext cx="37414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Warm-up:</a:t>
            </a:r>
            <a:r>
              <a:rPr lang="en-US" sz="2000" dirty="0"/>
              <a:t> smallest avg. CR share </a:t>
            </a:r>
            <a:r>
              <a:rPr lang="en-US" sz="2000" b="1" dirty="0"/>
              <a:t>12.21%  </a:t>
            </a:r>
            <a:r>
              <a:rPr lang="en-US" sz="2000" b="1" dirty="0">
                <a:sym typeface="Wingdings" pitchFamily="2" charset="2"/>
              </a:rPr>
              <a:t></a:t>
            </a:r>
            <a:r>
              <a:rPr lang="en-US" sz="2000" b="1" dirty="0"/>
              <a:t> exploration-heavy onboarding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Task 1:</a:t>
            </a:r>
            <a:r>
              <a:rPr lang="en-US" sz="2000" dirty="0"/>
              <a:t> </a:t>
            </a:r>
            <a:r>
              <a:rPr lang="en-US" sz="2000" b="1" dirty="0"/>
              <a:t>30.78%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Task 2:</a:t>
            </a:r>
            <a:r>
              <a:rPr lang="en-US" sz="2000" dirty="0"/>
              <a:t> </a:t>
            </a:r>
            <a:r>
              <a:rPr lang="en-US" sz="2000" b="1" dirty="0"/>
              <a:t>24.96%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Task 3:</a:t>
            </a:r>
            <a:r>
              <a:rPr lang="en-US" sz="2000" dirty="0"/>
              <a:t> largest avg. CR share </a:t>
            </a:r>
            <a:r>
              <a:rPr lang="en-US" sz="2000" b="1" dirty="0"/>
              <a:t>35.30%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B870D5-A523-01CD-C140-9E520FF5A6BE}"/>
              </a:ext>
            </a:extLst>
          </p:cNvPr>
          <p:cNvSpPr txBox="1"/>
          <p:nvPr/>
        </p:nvSpPr>
        <p:spPr>
          <a:xfrm>
            <a:off x="88900" y="5586909"/>
            <a:ext cx="11325224" cy="76944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/>
              <a:t>Task-level concentration shows where CRs became more prominent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the next step is to see how they unfolded within the interaction itself.</a:t>
            </a:r>
          </a:p>
        </p:txBody>
      </p:sp>
      <p:pic>
        <p:nvPicPr>
          <p:cNvPr id="13" name="Graphic 12" descr="Arrow: Slight curve with solid fill">
            <a:extLst>
              <a:ext uri="{FF2B5EF4-FFF2-40B4-BE49-F238E27FC236}">
                <a16:creationId xmlns:a16="http://schemas.microsoft.com/office/drawing/2014/main" id="{CB046DD6-0DB3-275C-56B5-3541001E1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4720" y="55144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9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16841-7095-986C-0619-860314BF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6D8A51A-B03E-C80D-C3EA-44056AF8E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2724A2-981A-76E0-3E1E-5472E1159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39251B-E24B-39DC-3442-F5CE29B3E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2D7CE9-D41F-1EA9-672E-B787D8012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A6D365-7926-1941-91F2-664ED915F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8AE1BF-011C-28DB-B936-0DB527025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0F6A9-7F55-1FC3-E358-68160D086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2C3D1-180D-9EC4-5C3C-B52EDDD1B123}"/>
              </a:ext>
            </a:extLst>
          </p:cNvPr>
          <p:cNvSpPr txBox="1"/>
          <p:nvPr/>
        </p:nvSpPr>
        <p:spPr>
          <a:xfrm>
            <a:off x="530943" y="1030406"/>
            <a:ext cx="11173378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3C. Analysis of Data Collected from User Study (Study 2) :</a:t>
            </a: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Open-ended EDA Task Conclusions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F0731-EE07-C703-4333-B81FB543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5084" y="6455664"/>
            <a:ext cx="727292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ABE6FA9F-A6BF-DB4A-8056-ACB792CCB761}" type="slidenum">
              <a:rPr lang="en-US">
                <a:solidFill>
                  <a:schemeClr val="accent5"/>
                </a:solidFill>
              </a:rPr>
              <a:pPr>
                <a:spcAft>
                  <a:spcPts val="600"/>
                </a:spcAft>
              </a:pPr>
              <a:t>47</a:t>
            </a:fld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8367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A9835F-4FCC-D9C3-BE67-A539A22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5986" y="6356350"/>
            <a:ext cx="567813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48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E52A235-2B07-2104-D3B5-53B9547223DE}"/>
              </a:ext>
            </a:extLst>
          </p:cNvPr>
          <p:cNvSpPr txBox="1">
            <a:spLocks/>
          </p:cNvSpPr>
          <p:nvPr/>
        </p:nvSpPr>
        <p:spPr>
          <a:xfrm>
            <a:off x="91440" y="136526"/>
            <a:ext cx="12009120" cy="7983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2"/>
                </a:solidFill>
              </a:rPr>
              <a:t>Open Ended Task Conclusion Analysis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AEB40AC-CA9A-8478-3304-87033C058A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213063"/>
              </p:ext>
            </p:extLst>
          </p:nvPr>
        </p:nvGraphicFramePr>
        <p:xfrm>
          <a:off x="6195886" y="1192872"/>
          <a:ext cx="5813234" cy="447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C6E63FB-1D07-1D96-A9B0-88A30A61AEA9}"/>
              </a:ext>
            </a:extLst>
          </p:cNvPr>
          <p:cNvSpPr txBox="1"/>
          <p:nvPr/>
        </p:nvSpPr>
        <p:spPr>
          <a:xfrm>
            <a:off x="103190" y="1064938"/>
            <a:ext cx="5901370" cy="203132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Each Participant’s articulated task-closing interpretations</a:t>
            </a:r>
            <a:r>
              <a:rPr lang="en-US" dirty="0"/>
              <a:t> were characterized along  </a:t>
            </a:r>
            <a:r>
              <a:rPr lang="en-US" b="1" dirty="0"/>
              <a:t>5</a:t>
            </a:r>
            <a:r>
              <a:rPr lang="en-US" dirty="0"/>
              <a:t> </a:t>
            </a:r>
            <a:r>
              <a:rPr lang="en-US" b="1" dirty="0"/>
              <a:t>dimensions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conclusion presence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coherence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justification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evidence use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uncertainty</a:t>
            </a:r>
            <a:r>
              <a:rPr lang="en-US" dirty="0"/>
              <a:t> 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2DD6C18-EF6B-F713-533B-6F4D3044B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404931"/>
              </p:ext>
            </p:extLst>
          </p:nvPr>
        </p:nvGraphicFramePr>
        <p:xfrm>
          <a:off x="103190" y="3761737"/>
          <a:ext cx="5901369" cy="2296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123">
                  <a:extLst>
                    <a:ext uri="{9D8B030D-6E8A-4147-A177-3AD203B41FA5}">
                      <a16:colId xmlns:a16="http://schemas.microsoft.com/office/drawing/2014/main" val="730936722"/>
                    </a:ext>
                  </a:extLst>
                </a:gridCol>
                <a:gridCol w="1967123">
                  <a:extLst>
                    <a:ext uri="{9D8B030D-6E8A-4147-A177-3AD203B41FA5}">
                      <a16:colId xmlns:a16="http://schemas.microsoft.com/office/drawing/2014/main" val="400787402"/>
                    </a:ext>
                  </a:extLst>
                </a:gridCol>
                <a:gridCol w="1967123">
                  <a:extLst>
                    <a:ext uri="{9D8B030D-6E8A-4147-A177-3AD203B41FA5}">
                      <a16:colId xmlns:a16="http://schemas.microsoft.com/office/drawing/2014/main" val="681542371"/>
                    </a:ext>
                  </a:extLst>
                </a:gridCol>
              </a:tblGrid>
              <a:tr h="55617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Task-wise Pattern (%participants in task conclusion categories)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387201"/>
                  </a:ext>
                </a:extLst>
              </a:tr>
              <a:tr h="319802">
                <a:tc>
                  <a:txBody>
                    <a:bodyPr/>
                    <a:lstStyle/>
                    <a:p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Warm-Up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Tasks 1-3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0052277"/>
                  </a:ext>
                </a:extLst>
              </a:tr>
              <a:tr h="476234">
                <a:tc>
                  <a:txBody>
                    <a:bodyPr/>
                    <a:lstStyle/>
                    <a:p>
                      <a:r>
                        <a:rPr lang="en-US" sz="1700" b="0" dirty="0"/>
                        <a:t>Clear conclusions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36.8%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64.7–68.4%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1814025"/>
                  </a:ext>
                </a:extLst>
              </a:tr>
              <a:tr h="319802">
                <a:tc>
                  <a:txBody>
                    <a:bodyPr/>
                    <a:lstStyle/>
                    <a:p>
                      <a:r>
                        <a:rPr lang="en-US" sz="1700" dirty="0"/>
                        <a:t>Any justification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36.8%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57.9–70.6%</a:t>
                      </a:r>
                      <a:r>
                        <a:rPr lang="en-US" sz="1700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5893677"/>
                  </a:ext>
                </a:extLst>
              </a:tr>
              <a:tr h="509341">
                <a:tc>
                  <a:txBody>
                    <a:bodyPr/>
                    <a:lstStyle/>
                    <a:p>
                      <a:r>
                        <a:rPr lang="en-US" sz="1700" dirty="0"/>
                        <a:t>Any Evidence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dirty="0"/>
                        <a:t>47.4%</a:t>
                      </a:r>
                      <a:r>
                        <a:rPr lang="en-US" sz="1700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55.3–79.4%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4377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3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F910834D-9381-3C4C-99B1-41CB865D8D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98316FDD-F610-B94A-A1A7-66A6D15FCC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D7BA3DC1-5983-1743-AC04-D2260D7DA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8B806CD4-4E8E-4C4B-9221-8DE5C7F7B7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600CC1FE-0476-AA48-A992-7313045926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07E7544F-108A-8549-8E1C-708C287C6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D9F983D2-ED7D-1D46-B661-262143D954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B44CB25B-C1C8-354A-988C-69F52FD03A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38345AF6-04C0-324E-867E-EABEF583D8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89ED7FF8-9266-604D-B3A0-18B74A0049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AD680B81-B189-1545-956A-B5EDE429E9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9529B883-AB02-8543-BA80-1BAABD1971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Sub>
          <a:bldDgm bld="one"/>
        </p:bldSub>
      </p:bldGraphic>
      <p:bldP spid="1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B452-9ACD-6EF5-E3C9-E59929C9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9A08CA-4B8F-4B14-FDEC-0CAF18DE6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4812" y="6356350"/>
            <a:ext cx="498987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49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DD931BF-7DD7-7C81-0EEE-3B241628DB16}"/>
              </a:ext>
            </a:extLst>
          </p:cNvPr>
          <p:cNvSpPr txBox="1">
            <a:spLocks/>
          </p:cNvSpPr>
          <p:nvPr/>
        </p:nvSpPr>
        <p:spPr>
          <a:xfrm>
            <a:off x="0" y="136525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2"/>
                </a:solidFill>
              </a:rPr>
              <a:t>Open Ended Task Conclusion Analysis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4694DAC-9410-C74D-6036-72FB01E60D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2804590"/>
              </p:ext>
            </p:extLst>
          </p:nvPr>
        </p:nvGraphicFramePr>
        <p:xfrm>
          <a:off x="259081" y="1156469"/>
          <a:ext cx="11826239" cy="5199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4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8770CED-A715-4544-9B6E-A9BCA429C0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493B607-4F05-A04A-8202-6E31761798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81F1E6E-27AF-AB4B-8B47-6FC66A4919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BD162AF-E899-424B-ADF9-CDA3E67DD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2EAAC36-EC09-9940-BA9B-D8A667850D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82E793B-FAAC-D54D-855D-F7C7D3B552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783E035-5E16-9C44-9243-DD96DD096D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DC0F9D1-E3C2-FD44-91EC-152DBAC5E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B0CD01D-45C3-5B40-8AD3-05BEB60E34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ECC5E6-FD22-8A64-B867-8FFB4A05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56900" y="6356350"/>
            <a:ext cx="596900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50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2A577-50C0-5D94-63E3-9130B93DC13F}"/>
              </a:ext>
            </a:extLst>
          </p:cNvPr>
          <p:cNvSpPr txBox="1"/>
          <p:nvPr/>
        </p:nvSpPr>
        <p:spPr>
          <a:xfrm>
            <a:off x="1057274" y="1122610"/>
            <a:ext cx="5686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How was the variable derived?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55A7E-921C-691D-B8E0-D7E3D47AD177}"/>
              </a:ext>
            </a:extLst>
          </p:cNvPr>
          <p:cNvSpPr txBox="1"/>
          <p:nvPr/>
        </p:nvSpPr>
        <p:spPr>
          <a:xfrm>
            <a:off x="127000" y="108635"/>
            <a:ext cx="119761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900" dirty="0">
                <a:solidFill>
                  <a:schemeClr val="accent3"/>
                </a:solidFill>
                <a:latin typeface="+mj-lt"/>
              </a:rPr>
              <a:t>Post Study Questionnaire: </a:t>
            </a:r>
            <a:r>
              <a:rPr lang="en-US" sz="2900" dirty="0">
                <a:latin typeface="+mj-lt"/>
              </a:rPr>
              <a:t>Participant-Reported Response Handling: Group-Level Response Difficulty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Diagram 18">
                <a:extLst>
                  <a:ext uri="{FF2B5EF4-FFF2-40B4-BE49-F238E27FC236}">
                    <a16:creationId xmlns:a16="http://schemas.microsoft.com/office/drawing/2014/main" id="{DDD96ECB-9CA2-6887-D607-A5BD03B9840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49156503"/>
                  </p:ext>
                </p:extLst>
              </p:nvPr>
            </p:nvGraphicFramePr>
            <p:xfrm>
              <a:off x="323850" y="1584673"/>
              <a:ext cx="7302500" cy="258532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9" name="Diagram 18">
                <a:extLst>
                  <a:ext uri="{FF2B5EF4-FFF2-40B4-BE49-F238E27FC236}">
                    <a16:creationId xmlns:a16="http://schemas.microsoft.com/office/drawing/2014/main" id="{DDD96ECB-9CA2-6887-D607-A5BD03B9840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49156503"/>
                  </p:ext>
                </p:extLst>
              </p:nvPr>
            </p:nvGraphicFramePr>
            <p:xfrm>
              <a:off x="323850" y="1584673"/>
              <a:ext cx="7302500" cy="258532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CF3421A-BB35-46C6-4A24-41B2854A95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6144790"/>
              </p:ext>
            </p:extLst>
          </p:nvPr>
        </p:nvGraphicFramePr>
        <p:xfrm>
          <a:off x="8445500" y="1030020"/>
          <a:ext cx="3683000" cy="5262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E547B4E-7F7C-9134-7065-55C2CF4F14FD}"/>
              </a:ext>
            </a:extLst>
          </p:cNvPr>
          <p:cNvSpPr txBox="1"/>
          <p:nvPr/>
        </p:nvSpPr>
        <p:spPr>
          <a:xfrm>
            <a:off x="8420100" y="658585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Group 1:</a:t>
            </a:r>
          </a:p>
        </p:txBody>
      </p:sp>
      <p:pic>
        <p:nvPicPr>
          <p:cNvPr id="15" name="Graphic 14" descr="Badge 1 with solid fill">
            <a:extLst>
              <a:ext uri="{FF2B5EF4-FFF2-40B4-BE49-F238E27FC236}">
                <a16:creationId xmlns:a16="http://schemas.microsoft.com/office/drawing/2014/main" id="{1A9F3FFC-8ACE-4AE3-6C83-D93C1D26B3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66300" y="1354505"/>
            <a:ext cx="660400" cy="660400"/>
          </a:xfrm>
          <a:prstGeom prst="rect">
            <a:avLst/>
          </a:prstGeom>
        </p:spPr>
      </p:pic>
      <p:pic>
        <p:nvPicPr>
          <p:cNvPr id="16" name="Graphic 15" descr="Badge 1 with solid fill">
            <a:extLst>
              <a:ext uri="{FF2B5EF4-FFF2-40B4-BE49-F238E27FC236}">
                <a16:creationId xmlns:a16="http://schemas.microsoft.com/office/drawing/2014/main" id="{080F12BB-8B23-4D74-66E4-3E03C3ED6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96500" y="2705100"/>
            <a:ext cx="660400" cy="660400"/>
          </a:xfrm>
          <a:prstGeom prst="rect">
            <a:avLst/>
          </a:prstGeom>
        </p:spPr>
      </p:pic>
      <p:pic>
        <p:nvPicPr>
          <p:cNvPr id="18" name="Graphic 17" descr="Harvey Balls 0% with solid fill">
            <a:extLst>
              <a:ext uri="{FF2B5EF4-FFF2-40B4-BE49-F238E27FC236}">
                <a16:creationId xmlns:a16="http://schemas.microsoft.com/office/drawing/2014/main" id="{99BF63B0-77B1-8896-DBB3-C557792750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96500" y="4169996"/>
            <a:ext cx="463550" cy="546100"/>
          </a:xfrm>
          <a:prstGeom prst="rect">
            <a:avLst/>
          </a:prstGeom>
        </p:spPr>
      </p:pic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385A5C44-36A9-AF05-769C-892DF2E29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7114163"/>
              </p:ext>
            </p:extLst>
          </p:nvPr>
        </p:nvGraphicFramePr>
        <p:xfrm>
          <a:off x="152400" y="3939827"/>
          <a:ext cx="8458200" cy="258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</p:spTree>
    <p:extLst>
      <p:ext uri="{BB962C8B-B14F-4D97-AF65-F5344CB8AC3E}">
        <p14:creationId xmlns:p14="http://schemas.microsoft.com/office/powerpoint/2010/main" val="342386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6BC20D49-B8E2-FE4E-B086-994BDF8BA3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1B3B5C60-1A0B-EE49-A4E6-856EF5FDDD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1B4D9D71-0894-2843-9264-D217A85DBE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792BD8C7-4CDC-1340-9DE6-B31087735B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2577F957-A4DD-7049-AEA8-4E039C7DC4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968EF434-350A-AF4E-89B6-26BE7F1891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037A1F03-B255-C84A-89DA-22E634E0D0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19" grpId="0">
        <p:bldAsOne/>
      </p:bldGraphic>
      <p:bldGraphic spid="11" grpId="0">
        <p:bldAsOne/>
      </p:bldGraphic>
      <p:bldP spid="13" grpId="0"/>
      <p:bldGraphic spid="22" grpId="0">
        <p:bldSub>
          <a:bldDgm bld="one"/>
        </p:bldSub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173D5-BC5A-FFBE-7573-9E529DC0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E6B5B-F37C-E196-39A7-274A9CB2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599" y="6305550"/>
            <a:ext cx="477521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51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F89EE0-4F8C-37EC-AECC-B8CD52327EC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3"/>
                </a:solidFill>
              </a:rPr>
              <a:t>Post Study Questionnaire: </a:t>
            </a:r>
            <a:r>
              <a:rPr lang="en-US" sz="3200" dirty="0"/>
              <a:t>Participant-Reported Response Handling</a:t>
            </a:r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C40DA-643E-6846-87BF-40A09D70B721}"/>
              </a:ext>
            </a:extLst>
          </p:cNvPr>
          <p:cNvSpPr txBox="1"/>
          <p:nvPr/>
        </p:nvSpPr>
        <p:spPr>
          <a:xfrm>
            <a:off x="403225" y="600075"/>
            <a:ext cx="55276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Were there times when the system produced a text response to your question but you did not know what it was referring to?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93746-9825-715F-3574-2930BBA3A0F5}"/>
              </a:ext>
            </a:extLst>
          </p:cNvPr>
          <p:cNvSpPr txBox="1"/>
          <p:nvPr/>
        </p:nvSpPr>
        <p:spPr>
          <a:xfrm>
            <a:off x="6026150" y="600075"/>
            <a:ext cx="6165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Were there times when the system produced a text response</a:t>
            </a:r>
          </a:p>
          <a:p>
            <a:r>
              <a:rPr lang="en-US" dirty="0"/>
              <a:t>when you had not expected that response?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D948EC-8293-573D-D619-5A3D2178442F}"/>
              </a:ext>
            </a:extLst>
          </p:cNvPr>
          <p:cNvSpPr txBox="1"/>
          <p:nvPr/>
        </p:nvSpPr>
        <p:spPr>
          <a:xfrm>
            <a:off x="3832225" y="3869129"/>
            <a:ext cx="54006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Were there times when you needed to restate the question multiple times before moving forward?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D6804A-5475-4D9A-73DE-9F17B5B9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97" r="27189"/>
          <a:stretch>
            <a:fillRect/>
          </a:stretch>
        </p:blipFill>
        <p:spPr>
          <a:xfrm>
            <a:off x="7004846" y="1523405"/>
            <a:ext cx="4241846" cy="2187068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F71829-FDE3-9D14-B288-45711BD50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19" r="18100"/>
          <a:stretch>
            <a:fillRect/>
          </a:stretch>
        </p:blipFill>
        <p:spPr>
          <a:xfrm>
            <a:off x="4200525" y="4633803"/>
            <a:ext cx="4029075" cy="2024928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A7A070-5B96-6F76-1617-BD90BEF1A5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941" r="22957"/>
          <a:stretch>
            <a:fillRect/>
          </a:stretch>
        </p:blipFill>
        <p:spPr>
          <a:xfrm>
            <a:off x="877093" y="1523405"/>
            <a:ext cx="4310063" cy="2187068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DD946A8-1224-5F05-3C8D-E4D5FF80FE43}"/>
              </a:ext>
            </a:extLst>
          </p:cNvPr>
          <p:cNvSpPr txBox="1"/>
          <p:nvPr/>
        </p:nvSpPr>
        <p:spPr>
          <a:xfrm>
            <a:off x="379400" y="3976066"/>
            <a:ext cx="2619375" cy="120032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referential clarity</a:t>
            </a:r>
            <a:r>
              <a:rPr lang="en-US" b="1" dirty="0">
                <a:sym typeface="Wingdings" pitchFamily="2" charset="2"/>
              </a:rPr>
              <a:t></a:t>
            </a:r>
            <a:r>
              <a:rPr lang="en-US" dirty="0"/>
              <a:t> whether the response made sense after it was produced</a:t>
            </a:r>
          </a:p>
        </p:txBody>
      </p:sp>
      <p:pic>
        <p:nvPicPr>
          <p:cNvPr id="27" name="Graphic 26" descr="Arrow: Clockwise curve with solid fill">
            <a:extLst>
              <a:ext uri="{FF2B5EF4-FFF2-40B4-BE49-F238E27FC236}">
                <a16:creationId xmlns:a16="http://schemas.microsoft.com/office/drawing/2014/main" id="{54579D80-3AA9-6367-6D03-283CBCE60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369" y="3268964"/>
            <a:ext cx="914400" cy="82381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FC80601-1932-EDB3-FC00-7FCDD0BE659F}"/>
              </a:ext>
            </a:extLst>
          </p:cNvPr>
          <p:cNvSpPr txBox="1"/>
          <p:nvPr/>
        </p:nvSpPr>
        <p:spPr>
          <a:xfrm>
            <a:off x="9125769" y="4092780"/>
            <a:ext cx="2883351" cy="147732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expectation match / mismatch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what users thought the system should do and what it actually produced</a:t>
            </a:r>
          </a:p>
        </p:txBody>
      </p:sp>
      <p:pic>
        <p:nvPicPr>
          <p:cNvPr id="32" name="Graphic 31" descr="Arrow: Counter-clockwise curve with solid fill">
            <a:extLst>
              <a:ext uri="{FF2B5EF4-FFF2-40B4-BE49-F238E27FC236}">
                <a16:creationId xmlns:a16="http://schemas.microsoft.com/office/drawing/2014/main" id="{FE019307-8177-0D04-00B5-DC18BA2DEF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98200" y="3277894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604F4FE-169F-C201-60BE-EBA34333D3A6}"/>
              </a:ext>
            </a:extLst>
          </p:cNvPr>
          <p:cNvSpPr txBox="1"/>
          <p:nvPr/>
        </p:nvSpPr>
        <p:spPr>
          <a:xfrm>
            <a:off x="660401" y="5505765"/>
            <a:ext cx="2714624" cy="120032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repair / reformulation indicator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participants had trouble with the response</a:t>
            </a:r>
          </a:p>
        </p:txBody>
      </p:sp>
      <p:pic>
        <p:nvPicPr>
          <p:cNvPr id="36" name="Graphic 35" descr="Arrow: Slight curve with solid fill">
            <a:extLst>
              <a:ext uri="{FF2B5EF4-FFF2-40B4-BE49-F238E27FC236}">
                <a16:creationId xmlns:a16="http://schemas.microsoft.com/office/drawing/2014/main" id="{2CA28885-4801-7F56-20CF-AE0C6D9287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5025" y="55989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2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25" grpId="0" animBg="1"/>
      <p:bldP spid="29" grpId="0" animBg="1"/>
      <p:bldP spid="3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8A3C3E-77C6-2C57-E578-7B7D7EDC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4980" y="6356350"/>
            <a:ext cx="508819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52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B43915-9D18-D77A-9AF7-6A6EB9C7513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3"/>
                </a:solidFill>
              </a:rPr>
              <a:t>Post Study Questionnaire: </a:t>
            </a:r>
            <a:r>
              <a:rPr lang="en-US" sz="3000" dirty="0"/>
              <a:t>Open Ended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77A8C-1581-E9FE-689D-5249395222B2}"/>
              </a:ext>
            </a:extLst>
          </p:cNvPr>
          <p:cNvSpPr txBox="1"/>
          <p:nvPr/>
        </p:nvSpPr>
        <p:spPr>
          <a:xfrm>
            <a:off x="508000" y="600075"/>
            <a:ext cx="112521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Reflexive thematic analysis: strategy and chart 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was your </a:t>
            </a:r>
            <a:r>
              <a:rPr lang="en-US" b="1" dirty="0"/>
              <a:t>overall strategy for completing the tasks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</a:t>
            </a:r>
            <a:r>
              <a:rPr lang="en-US" b="1" dirty="0"/>
              <a:t>kind of charts did you request </a:t>
            </a:r>
            <a:r>
              <a:rPr lang="en-US" dirty="0"/>
              <a:t>the most and why?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63057-AC44-EE15-6A05-68F26270E080}"/>
              </a:ext>
            </a:extLst>
          </p:cNvPr>
          <p:cNvSpPr txBox="1"/>
          <p:nvPr/>
        </p:nvSpPr>
        <p:spPr>
          <a:xfrm>
            <a:off x="3152775" y="1865015"/>
            <a:ext cx="616585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Theme 1: Iterative visual sense-making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DE0D14-3F62-183E-9A6E-FD554BBA7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761457"/>
              </p:ext>
            </p:extLst>
          </p:nvPr>
        </p:nvGraphicFramePr>
        <p:xfrm>
          <a:off x="1524000" y="2374348"/>
          <a:ext cx="9423402" cy="2744784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452666">
                  <a:extLst>
                    <a:ext uri="{9D8B030D-6E8A-4147-A177-3AD203B41FA5}">
                      <a16:colId xmlns:a16="http://schemas.microsoft.com/office/drawing/2014/main" val="2203339406"/>
                    </a:ext>
                  </a:extLst>
                </a:gridCol>
                <a:gridCol w="1523235">
                  <a:extLst>
                    <a:ext uri="{9D8B030D-6E8A-4147-A177-3AD203B41FA5}">
                      <a16:colId xmlns:a16="http://schemas.microsoft.com/office/drawing/2014/main" val="4259019613"/>
                    </a:ext>
                  </a:extLst>
                </a:gridCol>
                <a:gridCol w="5447501">
                  <a:extLst>
                    <a:ext uri="{9D8B030D-6E8A-4147-A177-3AD203B41FA5}">
                      <a16:colId xmlns:a16="http://schemas.microsoft.com/office/drawing/2014/main" val="3383622941"/>
                    </a:ext>
                  </a:extLst>
                </a:gridCol>
              </a:tblGrid>
              <a:tr h="332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Participants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Example quotes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897242"/>
                  </a:ext>
                </a:extLst>
              </a:tr>
              <a:tr h="104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Task decomposition and stepwise exploration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13 / 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“Starting with a basic chart and then asking questions further” (G2-U1)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749646"/>
                  </a:ext>
                </a:extLst>
              </a:tr>
              <a:tr h="1329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Strategy refinement based on visual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25 / 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“..try plotting common attributes and then find a common relation in the end between the plots you have generated” (G13-U2)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7088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86A958-22E2-243C-E693-BBBBABD18C51}"/>
              </a:ext>
            </a:extLst>
          </p:cNvPr>
          <p:cNvSpPr txBox="1"/>
          <p:nvPr/>
        </p:nvSpPr>
        <p:spPr>
          <a:xfrm>
            <a:off x="1524000" y="5433020"/>
            <a:ext cx="9423401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Takeaway:</a:t>
            </a:r>
          </a:p>
          <a:p>
            <a:r>
              <a:rPr lang="en-US" dirty="0"/>
              <a:t> Understanding was built gradually through successive visualizations, interpretation, and revision rather than through a single system response</a:t>
            </a:r>
          </a:p>
        </p:txBody>
      </p:sp>
    </p:spTree>
    <p:extLst>
      <p:ext uri="{BB962C8B-B14F-4D97-AF65-F5344CB8AC3E}">
        <p14:creationId xmlns:p14="http://schemas.microsoft.com/office/powerpoint/2010/main" val="5817069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CD7A-B36E-82AC-B4FA-039223A3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359227-806C-42A2-CA2B-6948F530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484" y="6356350"/>
            <a:ext cx="538316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53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B3F1BA-464E-7CBD-2C48-8509D898C57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3"/>
                </a:solidFill>
              </a:rPr>
              <a:t>Post Study Questionnaire : </a:t>
            </a:r>
            <a:r>
              <a:rPr lang="en-US" sz="3000" dirty="0"/>
              <a:t>Open Ended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0B36D-FF14-444B-A208-4E009BF37367}"/>
              </a:ext>
            </a:extLst>
          </p:cNvPr>
          <p:cNvSpPr txBox="1"/>
          <p:nvPr/>
        </p:nvSpPr>
        <p:spPr>
          <a:xfrm>
            <a:off x="508000" y="600075"/>
            <a:ext cx="112521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Reflexive thematic analysis: strategy and chart 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was your </a:t>
            </a:r>
            <a:r>
              <a:rPr lang="en-US" b="1" dirty="0"/>
              <a:t>overall strategy for completing the tasks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</a:t>
            </a:r>
            <a:r>
              <a:rPr lang="en-US" b="1" dirty="0"/>
              <a:t>kind of charts did you request </a:t>
            </a:r>
            <a:r>
              <a:rPr lang="en-US" dirty="0"/>
              <a:t>the most and why?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60501-50BD-CEDA-8281-72CF357A3F8A}"/>
              </a:ext>
            </a:extLst>
          </p:cNvPr>
          <p:cNvSpPr txBox="1"/>
          <p:nvPr/>
        </p:nvSpPr>
        <p:spPr>
          <a:xfrm>
            <a:off x="3152775" y="1865015"/>
            <a:ext cx="616585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Theme 2: Chart interpretability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CA1D84-6AED-9450-4697-74FD171AC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983237"/>
              </p:ext>
            </p:extLst>
          </p:nvPr>
        </p:nvGraphicFramePr>
        <p:xfrm>
          <a:off x="1524000" y="2374348"/>
          <a:ext cx="9423402" cy="2744784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452666">
                  <a:extLst>
                    <a:ext uri="{9D8B030D-6E8A-4147-A177-3AD203B41FA5}">
                      <a16:colId xmlns:a16="http://schemas.microsoft.com/office/drawing/2014/main" val="2203339406"/>
                    </a:ext>
                  </a:extLst>
                </a:gridCol>
                <a:gridCol w="1523235">
                  <a:extLst>
                    <a:ext uri="{9D8B030D-6E8A-4147-A177-3AD203B41FA5}">
                      <a16:colId xmlns:a16="http://schemas.microsoft.com/office/drawing/2014/main" val="4259019613"/>
                    </a:ext>
                  </a:extLst>
                </a:gridCol>
                <a:gridCol w="5447501">
                  <a:extLst>
                    <a:ext uri="{9D8B030D-6E8A-4147-A177-3AD203B41FA5}">
                      <a16:colId xmlns:a16="http://schemas.microsoft.com/office/drawing/2014/main" val="3383622941"/>
                    </a:ext>
                  </a:extLst>
                </a:gridCol>
              </a:tblGrid>
              <a:tr h="332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Participants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Example quotes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897242"/>
                  </a:ext>
                </a:extLst>
              </a:tr>
              <a:tr h="104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Preference for relationship-revealing charts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15 / 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“Heat maps made sense to use for most of the questions to see if they correlate” (G1-U2)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749646"/>
                  </a:ext>
                </a:extLst>
              </a:tr>
              <a:tr h="1329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Preference for visually straightforward charts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16 / 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“bar chart and as it is easy to find the maxima/minima at a glance” (G11-U2)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70882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D044E6C-9EC8-324D-D3D0-F7FB536B5654}"/>
              </a:ext>
            </a:extLst>
          </p:cNvPr>
          <p:cNvSpPr txBox="1"/>
          <p:nvPr/>
        </p:nvSpPr>
        <p:spPr>
          <a:xfrm>
            <a:off x="1524000" y="5433020"/>
            <a:ext cx="9423401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Takeaway:</a:t>
            </a:r>
          </a:p>
          <a:p>
            <a:r>
              <a:rPr lang="en-US" dirty="0"/>
              <a:t> Participants favored charts that supported quick pattern recognition and were easy to interpret.</a:t>
            </a:r>
          </a:p>
        </p:txBody>
      </p:sp>
    </p:spTree>
    <p:extLst>
      <p:ext uri="{BB962C8B-B14F-4D97-AF65-F5344CB8AC3E}">
        <p14:creationId xmlns:p14="http://schemas.microsoft.com/office/powerpoint/2010/main" val="22083305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04D7-1137-3C30-23C3-48F81317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DDD15B-BE7F-93EE-F0EA-0F819971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1475" y="6321425"/>
            <a:ext cx="577645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54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114E1D-A881-7B24-9F7A-6940E0B738B2}"/>
              </a:ext>
            </a:extLst>
          </p:cNvPr>
          <p:cNvSpPr txBox="1">
            <a:spLocks/>
          </p:cNvSpPr>
          <p:nvPr/>
        </p:nvSpPr>
        <p:spPr>
          <a:xfrm>
            <a:off x="0" y="-63500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3"/>
                </a:solidFill>
              </a:rPr>
              <a:t>Post Study Questionnaire : </a:t>
            </a:r>
            <a:r>
              <a:rPr lang="en-US" sz="3000" dirty="0"/>
              <a:t>Open Ended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61689-0E02-1D69-AAB3-C2AD77DF0ECF}"/>
              </a:ext>
            </a:extLst>
          </p:cNvPr>
          <p:cNvSpPr txBox="1"/>
          <p:nvPr/>
        </p:nvSpPr>
        <p:spPr>
          <a:xfrm>
            <a:off x="0" y="536575"/>
            <a:ext cx="1219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Reflexive thematic analysis: response uptake and system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Think about a visualization-related question you asked and the system’s response. What did you do after the system responded?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did you think the system was using to answer your question about the visualization?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E41CD-E7F9-011F-FCB6-85D2B03873D3}"/>
              </a:ext>
            </a:extLst>
          </p:cNvPr>
          <p:cNvSpPr txBox="1"/>
          <p:nvPr/>
        </p:nvSpPr>
        <p:spPr>
          <a:xfrm>
            <a:off x="3152775" y="1865015"/>
            <a:ext cx="616585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Theme 3: Uptake of responses to clarification requests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DA1A28C-3A96-59D2-0B4B-DAEB7595D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154243"/>
              </p:ext>
            </p:extLst>
          </p:nvPr>
        </p:nvGraphicFramePr>
        <p:xfrm>
          <a:off x="1524000" y="2374348"/>
          <a:ext cx="9423402" cy="2943860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452666">
                  <a:extLst>
                    <a:ext uri="{9D8B030D-6E8A-4147-A177-3AD203B41FA5}">
                      <a16:colId xmlns:a16="http://schemas.microsoft.com/office/drawing/2014/main" val="2203339406"/>
                    </a:ext>
                  </a:extLst>
                </a:gridCol>
                <a:gridCol w="1523235">
                  <a:extLst>
                    <a:ext uri="{9D8B030D-6E8A-4147-A177-3AD203B41FA5}">
                      <a16:colId xmlns:a16="http://schemas.microsoft.com/office/drawing/2014/main" val="4259019613"/>
                    </a:ext>
                  </a:extLst>
                </a:gridCol>
                <a:gridCol w="5447501">
                  <a:extLst>
                    <a:ext uri="{9D8B030D-6E8A-4147-A177-3AD203B41FA5}">
                      <a16:colId xmlns:a16="http://schemas.microsoft.com/office/drawing/2014/main" val="3383622941"/>
                    </a:ext>
                  </a:extLst>
                </a:gridCol>
              </a:tblGrid>
              <a:tr h="332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Participants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Example quotes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897242"/>
                  </a:ext>
                </a:extLst>
              </a:tr>
              <a:tr h="752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Verification of 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15 / 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“We confirmed our observation with the system's response and got an explanation of the highest and lowest counts for each visualization” (G1-U1)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74964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Extension of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14 / 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“note down the extreme data points and try to correlate it with other data points from other data charts” (G6-U2)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70882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Repair or selective uptake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0" dirty="0"/>
                        <a:t>9/38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“I  disregarded some of them. I used it as my answer for one” (G20-U1).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8183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B4D8E8F-3A91-68D0-4A56-F9719B3437E8}"/>
              </a:ext>
            </a:extLst>
          </p:cNvPr>
          <p:cNvSpPr txBox="1"/>
          <p:nvPr/>
        </p:nvSpPr>
        <p:spPr>
          <a:xfrm>
            <a:off x="1524001" y="5701311"/>
            <a:ext cx="9423401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Takeaway:</a:t>
            </a:r>
          </a:p>
          <a:p>
            <a:r>
              <a:rPr lang="en-US" dirty="0"/>
              <a:t> Responses  to clarification requests were actively taken up as part of the data analysis process</a:t>
            </a:r>
          </a:p>
        </p:txBody>
      </p:sp>
    </p:spTree>
    <p:extLst>
      <p:ext uri="{BB962C8B-B14F-4D97-AF65-F5344CB8AC3E}">
        <p14:creationId xmlns:p14="http://schemas.microsoft.com/office/powerpoint/2010/main" val="27060898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DA4E-F6BB-06CE-9EB6-B10353D8C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00A500-64D7-9D58-9D1F-C5A16F9C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5405" y="6321425"/>
            <a:ext cx="518652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55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6B784F-584B-D833-0161-43E00649733C}"/>
              </a:ext>
            </a:extLst>
          </p:cNvPr>
          <p:cNvSpPr txBox="1">
            <a:spLocks/>
          </p:cNvSpPr>
          <p:nvPr/>
        </p:nvSpPr>
        <p:spPr>
          <a:xfrm>
            <a:off x="0" y="-63500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3"/>
                </a:solidFill>
              </a:rPr>
              <a:t>Post Study Questionnaire: </a:t>
            </a:r>
            <a:r>
              <a:rPr lang="en-US" sz="3000" dirty="0"/>
              <a:t>Open Ended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D243BD-B4AB-8B94-0C60-3A9DCEC2F267}"/>
              </a:ext>
            </a:extLst>
          </p:cNvPr>
          <p:cNvSpPr txBox="1"/>
          <p:nvPr/>
        </p:nvSpPr>
        <p:spPr>
          <a:xfrm>
            <a:off x="0" y="536575"/>
            <a:ext cx="1219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Reflexive thematic analysis: response uptake and system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Think about a visualization-related question you asked and the system’s response. What did you do after the system responded?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did you think the system was using to answer your question about the visualization?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972BE-A140-F7F9-80C5-1650E9097FF2}"/>
              </a:ext>
            </a:extLst>
          </p:cNvPr>
          <p:cNvSpPr txBox="1"/>
          <p:nvPr/>
        </p:nvSpPr>
        <p:spPr>
          <a:xfrm>
            <a:off x="1524000" y="1865015"/>
            <a:ext cx="942340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Theme 4: Participant interpretation of how the system answered questions.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39CBBF-0423-041F-C029-4FAB15A2D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2229"/>
              </p:ext>
            </p:extLst>
          </p:nvPr>
        </p:nvGraphicFramePr>
        <p:xfrm>
          <a:off x="1524000" y="2374348"/>
          <a:ext cx="9423402" cy="2781852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452666">
                  <a:extLst>
                    <a:ext uri="{9D8B030D-6E8A-4147-A177-3AD203B41FA5}">
                      <a16:colId xmlns:a16="http://schemas.microsoft.com/office/drawing/2014/main" val="2203339406"/>
                    </a:ext>
                  </a:extLst>
                </a:gridCol>
                <a:gridCol w="1523235">
                  <a:extLst>
                    <a:ext uri="{9D8B030D-6E8A-4147-A177-3AD203B41FA5}">
                      <a16:colId xmlns:a16="http://schemas.microsoft.com/office/drawing/2014/main" val="4259019613"/>
                    </a:ext>
                  </a:extLst>
                </a:gridCol>
                <a:gridCol w="5447501">
                  <a:extLst>
                    <a:ext uri="{9D8B030D-6E8A-4147-A177-3AD203B41FA5}">
                      <a16:colId xmlns:a16="http://schemas.microsoft.com/office/drawing/2014/main" val="3383622941"/>
                    </a:ext>
                  </a:extLst>
                </a:gridCol>
              </a:tblGrid>
              <a:tr h="332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Participants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 quotes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897242"/>
                  </a:ext>
                </a:extLst>
              </a:tr>
              <a:tr h="752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Data-grounded explanations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21 / 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 “The data base” (G12-U2),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“data it uses to generate the chart” (G14-U2)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749646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Process-oriented explanations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14 / 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“Keywords from the speech and data and codes used to create the chart” (G12-U1).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70882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Broad AI-based or uncertain explanations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9/38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“Machine learning? I’m not sure, AI is a black box”(G10-U1)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18183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E80BAD5-1AB5-4D40-B5A1-307BE31A3B05}"/>
              </a:ext>
            </a:extLst>
          </p:cNvPr>
          <p:cNvSpPr txBox="1"/>
          <p:nvPr/>
        </p:nvSpPr>
        <p:spPr>
          <a:xfrm>
            <a:off x="1524001" y="5701311"/>
            <a:ext cx="9423401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/>
              <a:t> Takeaway:</a:t>
            </a:r>
          </a:p>
          <a:p>
            <a:r>
              <a:rPr lang="en-US" dirty="0"/>
              <a:t> Participants generally understood the system as being grounded the dataset and generated visualizations, while also associating it with broader AI or language processing mechanisms</a:t>
            </a:r>
          </a:p>
        </p:txBody>
      </p:sp>
    </p:spTree>
    <p:extLst>
      <p:ext uri="{BB962C8B-B14F-4D97-AF65-F5344CB8AC3E}">
        <p14:creationId xmlns:p14="http://schemas.microsoft.com/office/powerpoint/2010/main" val="14951696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96C997-DED7-F2D2-F788-1520FDA3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5148" y="6356350"/>
            <a:ext cx="518652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56</a:t>
            </a:fld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Google Shape;1209;p40">
            <a:extLst>
              <a:ext uri="{FF2B5EF4-FFF2-40B4-BE49-F238E27FC236}">
                <a16:creationId xmlns:a16="http://schemas.microsoft.com/office/drawing/2014/main" id="{92F4CB43-6239-43A3-7260-9BBA8DCBED0C}"/>
              </a:ext>
            </a:extLst>
          </p:cNvPr>
          <p:cNvSpPr/>
          <p:nvPr/>
        </p:nvSpPr>
        <p:spPr>
          <a:xfrm>
            <a:off x="4495794" y="1357648"/>
            <a:ext cx="33" cy="34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210;p40">
            <a:extLst>
              <a:ext uri="{FF2B5EF4-FFF2-40B4-BE49-F238E27FC236}">
                <a16:creationId xmlns:a16="http://schemas.microsoft.com/office/drawing/2014/main" id="{24FD3960-03A1-FC11-F452-2841A9756D8D}"/>
              </a:ext>
            </a:extLst>
          </p:cNvPr>
          <p:cNvSpPr txBox="1"/>
          <p:nvPr/>
        </p:nvSpPr>
        <p:spPr>
          <a:xfrm>
            <a:off x="3782413" y="3086239"/>
            <a:ext cx="1426781" cy="588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bg1"/>
                </a:solidFill>
                <a:ea typeface="Fira Sans Extra Condensed Medium"/>
                <a:cs typeface="Fira Sans Extra Condensed Medium"/>
                <a:sym typeface="Fira Sans Extra Condensed Medium"/>
              </a:rPr>
              <a:t>RQ4</a:t>
            </a:r>
            <a:endParaRPr sz="3000" b="1" dirty="0">
              <a:solidFill>
                <a:schemeClr val="bg1"/>
              </a:solidFill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" name="Google Shape;1211;p40">
            <a:extLst>
              <a:ext uri="{FF2B5EF4-FFF2-40B4-BE49-F238E27FC236}">
                <a16:creationId xmlns:a16="http://schemas.microsoft.com/office/drawing/2014/main" id="{C02C49F6-E499-47DD-AB47-F28F43BA2C9E}"/>
              </a:ext>
            </a:extLst>
          </p:cNvPr>
          <p:cNvSpPr txBox="1"/>
          <p:nvPr/>
        </p:nvSpPr>
        <p:spPr>
          <a:xfrm>
            <a:off x="2950359" y="5223530"/>
            <a:ext cx="3027421" cy="157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</a:t>
            </a:r>
            <a:r>
              <a:rPr lang="en-US" sz="1600" b="1" dirty="0"/>
              <a:t>estating CR </a:t>
            </a:r>
            <a:r>
              <a:rPr lang="en-US" sz="1600" b="1" dirty="0">
                <a:sym typeface="Wingdings" pitchFamily="2" charset="2"/>
              </a:rPr>
              <a:t> Most Common</a:t>
            </a:r>
            <a:br>
              <a:rPr lang="en-US" sz="1600" dirty="0">
                <a:sym typeface="Wingdings" pitchFamily="2" charset="2"/>
              </a:rPr>
            </a:br>
            <a:r>
              <a:rPr lang="en-US" sz="1600" dirty="0">
                <a:sym typeface="Wingdings" pitchFamily="2" charset="2"/>
              </a:rPr>
              <a:t>H</a:t>
            </a:r>
            <a:r>
              <a:rPr lang="en-US" sz="1600" dirty="0"/>
              <a:t>igh-freq. reports of unclear/unexpected responses were less common</a:t>
            </a: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" name="Google Shape;1212;p40">
            <a:extLst>
              <a:ext uri="{FF2B5EF4-FFF2-40B4-BE49-F238E27FC236}">
                <a16:creationId xmlns:a16="http://schemas.microsoft.com/office/drawing/2014/main" id="{5017B09C-7532-41BC-C07C-059507CC0161}"/>
              </a:ext>
            </a:extLst>
          </p:cNvPr>
          <p:cNvSpPr txBox="1"/>
          <p:nvPr/>
        </p:nvSpPr>
        <p:spPr>
          <a:xfrm>
            <a:off x="6598591" y="2386988"/>
            <a:ext cx="2480088" cy="97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Temporal Flow:</a:t>
            </a:r>
            <a:b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</a:b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CRs woven into ongoing EDA  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 depending on how exploration unfolded</a:t>
            </a: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" name="Google Shape;1214;p40">
            <a:extLst>
              <a:ext uri="{FF2B5EF4-FFF2-40B4-BE49-F238E27FC236}">
                <a16:creationId xmlns:a16="http://schemas.microsoft.com/office/drawing/2014/main" id="{0F45C085-9EED-24E1-5D47-F8AE775729CB}"/>
              </a:ext>
            </a:extLst>
          </p:cNvPr>
          <p:cNvSpPr txBox="1"/>
          <p:nvPr/>
        </p:nvSpPr>
        <p:spPr>
          <a:xfrm>
            <a:off x="125986" y="2462080"/>
            <a:ext cx="2480088" cy="1781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Task Progress:</a:t>
            </a:r>
            <a:b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</a:br>
            <a:r>
              <a:rPr lang="en-US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participants could work toward plausible task closing interpretations, esp. in the main tasks</a:t>
            </a: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" name="Google Shape;1217;p40">
            <a:extLst>
              <a:ext uri="{FF2B5EF4-FFF2-40B4-BE49-F238E27FC236}">
                <a16:creationId xmlns:a16="http://schemas.microsoft.com/office/drawing/2014/main" id="{9A8275D0-A54D-6E2A-3890-F2D8A8F9C20F}"/>
              </a:ext>
            </a:extLst>
          </p:cNvPr>
          <p:cNvSpPr txBox="1"/>
          <p:nvPr/>
        </p:nvSpPr>
        <p:spPr>
          <a:xfrm>
            <a:off x="3658628" y="492585"/>
            <a:ext cx="1802739" cy="982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CR-VIS Interaction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:</a:t>
            </a:r>
            <a:b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</a:b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Visual 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 Primary</a:t>
            </a:r>
            <a:b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</a:b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CRs  Support</a:t>
            </a:r>
            <a:endParaRPr lang="en"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" name="Google Shape;1218;p40">
            <a:extLst>
              <a:ext uri="{FF2B5EF4-FFF2-40B4-BE49-F238E27FC236}">
                <a16:creationId xmlns:a16="http://schemas.microsoft.com/office/drawing/2014/main" id="{ED93492B-B6E1-FBD0-024A-A1C78D90A142}"/>
              </a:ext>
            </a:extLst>
          </p:cNvPr>
          <p:cNvSpPr txBox="1"/>
          <p:nvPr/>
        </p:nvSpPr>
        <p:spPr>
          <a:xfrm>
            <a:off x="5727734" y="638083"/>
            <a:ext cx="2480088" cy="97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600" b="1" dirty="0"/>
              <a:t>Task-wise patterns:</a:t>
            </a:r>
            <a:br>
              <a:rPr lang="en-US" sz="1600" b="1" dirty="0"/>
            </a:br>
            <a:r>
              <a:rPr lang="en-US" sz="1600" dirty="0"/>
              <a:t>CRs appeared Less in Warm Ups compared to Tasks 1,2 &amp;3</a:t>
            </a: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4" name="Google Shape;1220;p40">
            <a:extLst>
              <a:ext uri="{FF2B5EF4-FFF2-40B4-BE49-F238E27FC236}">
                <a16:creationId xmlns:a16="http://schemas.microsoft.com/office/drawing/2014/main" id="{28DAF723-7899-8E52-AF0F-A694F2D22B29}"/>
              </a:ext>
            </a:extLst>
          </p:cNvPr>
          <p:cNvSpPr txBox="1"/>
          <p:nvPr/>
        </p:nvSpPr>
        <p:spPr>
          <a:xfrm>
            <a:off x="697801" y="694737"/>
            <a:ext cx="2480088" cy="204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Task Conclusions and CR quality and quantity could not be related 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</a:t>
            </a:r>
          </a:p>
          <a:p>
            <a:pPr algn="r"/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CR Responses were </a:t>
            </a:r>
            <a:r>
              <a:rPr lang="en-US" sz="16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used as </a:t>
            </a:r>
            <a:r>
              <a:rPr lang="en-US" sz="1600" dirty="0"/>
              <a:t>local processes of verification, repair, and sense-making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" name="Google Shape;1222;p40">
            <a:extLst>
              <a:ext uri="{FF2B5EF4-FFF2-40B4-BE49-F238E27FC236}">
                <a16:creationId xmlns:a16="http://schemas.microsoft.com/office/drawing/2014/main" id="{536322D6-6743-648A-4FE5-DDD39162FE56}"/>
              </a:ext>
            </a:extLst>
          </p:cNvPr>
          <p:cNvSpPr txBox="1"/>
          <p:nvPr/>
        </p:nvSpPr>
        <p:spPr>
          <a:xfrm>
            <a:off x="5977780" y="4292546"/>
            <a:ext cx="3010615" cy="1255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After CR Continuation:</a:t>
            </a:r>
            <a:b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</a:br>
            <a:r>
              <a:rPr lang="en-US" sz="1600" dirty="0"/>
              <a:t>CR→VIS was the most common next step suggesting responses helped users return to data exploration 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</a:t>
            </a: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" name="Google Shape;1224;p40">
            <a:extLst>
              <a:ext uri="{FF2B5EF4-FFF2-40B4-BE49-F238E27FC236}">
                <a16:creationId xmlns:a16="http://schemas.microsoft.com/office/drawing/2014/main" id="{52A003E9-A0D5-5CD6-F728-C9167DD427D9}"/>
              </a:ext>
            </a:extLst>
          </p:cNvPr>
          <p:cNvSpPr txBox="1"/>
          <p:nvPr/>
        </p:nvSpPr>
        <p:spPr>
          <a:xfrm>
            <a:off x="575848" y="4414380"/>
            <a:ext cx="2480088" cy="18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Uptake of CR Responses:</a:t>
            </a:r>
            <a:b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</a:br>
            <a:r>
              <a:rPr lang="en-US" sz="1600" dirty="0"/>
              <a:t>most often used for verification, followed by repair-oriented and mixed uptake</a:t>
            </a:r>
          </a:p>
        </p:txBody>
      </p:sp>
      <p:grpSp>
        <p:nvGrpSpPr>
          <p:cNvPr id="19" name="Google Shape;1225;p40">
            <a:extLst>
              <a:ext uri="{FF2B5EF4-FFF2-40B4-BE49-F238E27FC236}">
                <a16:creationId xmlns:a16="http://schemas.microsoft.com/office/drawing/2014/main" id="{F793DE35-83EA-9E4B-65CF-59483A1D05D3}"/>
              </a:ext>
            </a:extLst>
          </p:cNvPr>
          <p:cNvGrpSpPr/>
          <p:nvPr/>
        </p:nvGrpSpPr>
        <p:grpSpPr>
          <a:xfrm>
            <a:off x="3831584" y="1276771"/>
            <a:ext cx="1344835" cy="1297278"/>
            <a:chOff x="4062822" y="1217950"/>
            <a:chExt cx="1021930" cy="947381"/>
          </a:xfrm>
        </p:grpSpPr>
        <p:sp>
          <p:nvSpPr>
            <p:cNvPr id="20" name="Google Shape;1226;p40">
              <a:extLst>
                <a:ext uri="{FF2B5EF4-FFF2-40B4-BE49-F238E27FC236}">
                  <a16:creationId xmlns:a16="http://schemas.microsoft.com/office/drawing/2014/main" id="{D4150CAB-3879-A2A7-5E47-AAE8D77CDCD8}"/>
                </a:ext>
              </a:extLst>
            </p:cNvPr>
            <p:cNvSpPr/>
            <p:nvPr/>
          </p:nvSpPr>
          <p:spPr>
            <a:xfrm>
              <a:off x="4062822" y="1622841"/>
              <a:ext cx="1021930" cy="542490"/>
            </a:xfrm>
            <a:custGeom>
              <a:avLst/>
              <a:gdLst/>
              <a:ahLst/>
              <a:cxnLst/>
              <a:rect l="l" t="t" r="r" b="b"/>
              <a:pathLst>
                <a:path w="46007" h="24420" extrusionOk="0">
                  <a:moveTo>
                    <a:pt x="11550" y="17550"/>
                  </a:moveTo>
                  <a:cubicBezTo>
                    <a:pt x="11550" y="16479"/>
                    <a:pt x="10704" y="15609"/>
                    <a:pt x="9669" y="15609"/>
                  </a:cubicBezTo>
                  <a:cubicBezTo>
                    <a:pt x="9657" y="15609"/>
                    <a:pt x="9633" y="15609"/>
                    <a:pt x="9621" y="15609"/>
                  </a:cubicBezTo>
                  <a:cubicBezTo>
                    <a:pt x="9180" y="15621"/>
                    <a:pt x="8752" y="15717"/>
                    <a:pt x="8418" y="15800"/>
                  </a:cubicBezTo>
                  <a:cubicBezTo>
                    <a:pt x="8287" y="15824"/>
                    <a:pt x="8168" y="15859"/>
                    <a:pt x="8049" y="15895"/>
                  </a:cubicBezTo>
                  <a:cubicBezTo>
                    <a:pt x="7847" y="15955"/>
                    <a:pt x="7537" y="16074"/>
                    <a:pt x="7335" y="16169"/>
                  </a:cubicBezTo>
                  <a:cubicBezTo>
                    <a:pt x="6930" y="16359"/>
                    <a:pt x="6573" y="16562"/>
                    <a:pt x="6240" y="16776"/>
                  </a:cubicBezTo>
                  <a:cubicBezTo>
                    <a:pt x="6228" y="16788"/>
                    <a:pt x="6216" y="16788"/>
                    <a:pt x="6204" y="16800"/>
                  </a:cubicBezTo>
                  <a:cubicBezTo>
                    <a:pt x="5894" y="17026"/>
                    <a:pt x="5585" y="17276"/>
                    <a:pt x="5287" y="17538"/>
                  </a:cubicBezTo>
                  <a:cubicBezTo>
                    <a:pt x="5216" y="17610"/>
                    <a:pt x="5132" y="17669"/>
                    <a:pt x="5049" y="17729"/>
                  </a:cubicBezTo>
                  <a:cubicBezTo>
                    <a:pt x="5037" y="17729"/>
                    <a:pt x="5025" y="17741"/>
                    <a:pt x="5013" y="17752"/>
                  </a:cubicBezTo>
                  <a:cubicBezTo>
                    <a:pt x="4930" y="17824"/>
                    <a:pt x="4847" y="17872"/>
                    <a:pt x="4763" y="17919"/>
                  </a:cubicBezTo>
                  <a:cubicBezTo>
                    <a:pt x="4596" y="18026"/>
                    <a:pt x="4430" y="18098"/>
                    <a:pt x="4251" y="18145"/>
                  </a:cubicBezTo>
                  <a:cubicBezTo>
                    <a:pt x="4239" y="18145"/>
                    <a:pt x="4227" y="18145"/>
                    <a:pt x="4215" y="18157"/>
                  </a:cubicBezTo>
                  <a:cubicBezTo>
                    <a:pt x="4025" y="18217"/>
                    <a:pt x="3823" y="18241"/>
                    <a:pt x="3608" y="18241"/>
                  </a:cubicBezTo>
                  <a:lnTo>
                    <a:pt x="3608" y="18241"/>
                  </a:lnTo>
                  <a:cubicBezTo>
                    <a:pt x="3251" y="18241"/>
                    <a:pt x="2882" y="18169"/>
                    <a:pt x="2513" y="18014"/>
                  </a:cubicBezTo>
                  <a:cubicBezTo>
                    <a:pt x="1858" y="17741"/>
                    <a:pt x="1298" y="17276"/>
                    <a:pt x="882" y="16645"/>
                  </a:cubicBezTo>
                  <a:cubicBezTo>
                    <a:pt x="667" y="16336"/>
                    <a:pt x="489" y="16002"/>
                    <a:pt x="358" y="15645"/>
                  </a:cubicBezTo>
                  <a:cubicBezTo>
                    <a:pt x="334" y="15609"/>
                    <a:pt x="322" y="15586"/>
                    <a:pt x="310" y="15550"/>
                  </a:cubicBezTo>
                  <a:cubicBezTo>
                    <a:pt x="298" y="15538"/>
                    <a:pt x="298" y="15538"/>
                    <a:pt x="298" y="15526"/>
                  </a:cubicBezTo>
                  <a:cubicBezTo>
                    <a:pt x="286" y="15490"/>
                    <a:pt x="286" y="15455"/>
                    <a:pt x="275" y="15419"/>
                  </a:cubicBezTo>
                  <a:cubicBezTo>
                    <a:pt x="13" y="14621"/>
                    <a:pt x="1" y="13788"/>
                    <a:pt x="215" y="13014"/>
                  </a:cubicBezTo>
                  <a:cubicBezTo>
                    <a:pt x="382" y="12442"/>
                    <a:pt x="691" y="11918"/>
                    <a:pt x="1132" y="11430"/>
                  </a:cubicBezTo>
                  <a:cubicBezTo>
                    <a:pt x="1310" y="11240"/>
                    <a:pt x="1513" y="11073"/>
                    <a:pt x="1846" y="10871"/>
                  </a:cubicBezTo>
                  <a:cubicBezTo>
                    <a:pt x="2156" y="10692"/>
                    <a:pt x="2418" y="10573"/>
                    <a:pt x="2668" y="10502"/>
                  </a:cubicBezTo>
                  <a:cubicBezTo>
                    <a:pt x="2942" y="10430"/>
                    <a:pt x="3227" y="10383"/>
                    <a:pt x="3501" y="10371"/>
                  </a:cubicBezTo>
                  <a:cubicBezTo>
                    <a:pt x="3537" y="10371"/>
                    <a:pt x="3584" y="10371"/>
                    <a:pt x="3632" y="10371"/>
                  </a:cubicBezTo>
                  <a:lnTo>
                    <a:pt x="3704" y="10371"/>
                  </a:lnTo>
                  <a:cubicBezTo>
                    <a:pt x="3763" y="10371"/>
                    <a:pt x="3823" y="10383"/>
                    <a:pt x="3882" y="10383"/>
                  </a:cubicBezTo>
                  <a:cubicBezTo>
                    <a:pt x="4001" y="10394"/>
                    <a:pt x="4132" y="10418"/>
                    <a:pt x="4251" y="10454"/>
                  </a:cubicBezTo>
                  <a:cubicBezTo>
                    <a:pt x="4692" y="10561"/>
                    <a:pt x="5120" y="10656"/>
                    <a:pt x="5537" y="10716"/>
                  </a:cubicBezTo>
                  <a:cubicBezTo>
                    <a:pt x="6037" y="10811"/>
                    <a:pt x="6442" y="10883"/>
                    <a:pt x="6835" y="10918"/>
                  </a:cubicBezTo>
                  <a:cubicBezTo>
                    <a:pt x="6966" y="10942"/>
                    <a:pt x="7097" y="10954"/>
                    <a:pt x="7240" y="10954"/>
                  </a:cubicBezTo>
                  <a:cubicBezTo>
                    <a:pt x="7311" y="10966"/>
                    <a:pt x="7394" y="10966"/>
                    <a:pt x="7466" y="10978"/>
                  </a:cubicBezTo>
                  <a:cubicBezTo>
                    <a:pt x="7680" y="11002"/>
                    <a:pt x="7906" y="11014"/>
                    <a:pt x="8121" y="11025"/>
                  </a:cubicBezTo>
                  <a:cubicBezTo>
                    <a:pt x="8228" y="11037"/>
                    <a:pt x="8347" y="11037"/>
                    <a:pt x="8466" y="11037"/>
                  </a:cubicBezTo>
                  <a:lnTo>
                    <a:pt x="8549" y="11037"/>
                  </a:lnTo>
                  <a:cubicBezTo>
                    <a:pt x="8740" y="11037"/>
                    <a:pt x="8930" y="11037"/>
                    <a:pt x="9121" y="11025"/>
                  </a:cubicBezTo>
                  <a:cubicBezTo>
                    <a:pt x="9216" y="11025"/>
                    <a:pt x="9323" y="11025"/>
                    <a:pt x="9419" y="11025"/>
                  </a:cubicBezTo>
                  <a:cubicBezTo>
                    <a:pt x="10609" y="10978"/>
                    <a:pt x="11550" y="9978"/>
                    <a:pt x="11550" y="8787"/>
                  </a:cubicBezTo>
                  <a:lnTo>
                    <a:pt x="11550" y="750"/>
                  </a:lnTo>
                  <a:cubicBezTo>
                    <a:pt x="13967" y="393"/>
                    <a:pt x="16229" y="143"/>
                    <a:pt x="18289" y="12"/>
                  </a:cubicBezTo>
                  <a:lnTo>
                    <a:pt x="18289" y="12"/>
                  </a:lnTo>
                  <a:cubicBezTo>
                    <a:pt x="18372" y="12"/>
                    <a:pt x="18420" y="48"/>
                    <a:pt x="18432" y="84"/>
                  </a:cubicBezTo>
                  <a:cubicBezTo>
                    <a:pt x="18467" y="131"/>
                    <a:pt x="18479" y="179"/>
                    <a:pt x="18455" y="238"/>
                  </a:cubicBezTo>
                  <a:cubicBezTo>
                    <a:pt x="18360" y="512"/>
                    <a:pt x="18241" y="810"/>
                    <a:pt x="18110" y="1096"/>
                  </a:cubicBezTo>
                  <a:cubicBezTo>
                    <a:pt x="17789" y="1798"/>
                    <a:pt x="17646" y="2560"/>
                    <a:pt x="17681" y="3346"/>
                  </a:cubicBezTo>
                  <a:cubicBezTo>
                    <a:pt x="17681" y="3346"/>
                    <a:pt x="17681" y="3346"/>
                    <a:pt x="17681" y="3358"/>
                  </a:cubicBezTo>
                  <a:cubicBezTo>
                    <a:pt x="17789" y="5632"/>
                    <a:pt x="19336" y="7573"/>
                    <a:pt x="21527" y="8192"/>
                  </a:cubicBezTo>
                  <a:cubicBezTo>
                    <a:pt x="22003" y="8323"/>
                    <a:pt x="22480" y="8406"/>
                    <a:pt x="22968" y="8418"/>
                  </a:cubicBezTo>
                  <a:cubicBezTo>
                    <a:pt x="22980" y="8418"/>
                    <a:pt x="23015" y="8418"/>
                    <a:pt x="23027" y="8418"/>
                  </a:cubicBezTo>
                  <a:cubicBezTo>
                    <a:pt x="23516" y="8406"/>
                    <a:pt x="24004" y="8323"/>
                    <a:pt x="24468" y="8192"/>
                  </a:cubicBezTo>
                  <a:cubicBezTo>
                    <a:pt x="26659" y="7573"/>
                    <a:pt x="28207" y="5632"/>
                    <a:pt x="28314" y="3370"/>
                  </a:cubicBezTo>
                  <a:cubicBezTo>
                    <a:pt x="28314" y="3358"/>
                    <a:pt x="28326" y="3346"/>
                    <a:pt x="28326" y="3346"/>
                  </a:cubicBezTo>
                  <a:cubicBezTo>
                    <a:pt x="28349" y="2560"/>
                    <a:pt x="28207" y="1798"/>
                    <a:pt x="27885" y="1096"/>
                  </a:cubicBezTo>
                  <a:cubicBezTo>
                    <a:pt x="27766" y="798"/>
                    <a:pt x="27647" y="512"/>
                    <a:pt x="27540" y="238"/>
                  </a:cubicBezTo>
                  <a:cubicBezTo>
                    <a:pt x="27528" y="179"/>
                    <a:pt x="27528" y="131"/>
                    <a:pt x="27564" y="84"/>
                  </a:cubicBezTo>
                  <a:cubicBezTo>
                    <a:pt x="27587" y="48"/>
                    <a:pt x="27623" y="0"/>
                    <a:pt x="27707" y="0"/>
                  </a:cubicBezTo>
                  <a:cubicBezTo>
                    <a:pt x="29778" y="143"/>
                    <a:pt x="32040" y="393"/>
                    <a:pt x="34445" y="750"/>
                  </a:cubicBezTo>
                  <a:lnTo>
                    <a:pt x="34445" y="8787"/>
                  </a:lnTo>
                  <a:cubicBezTo>
                    <a:pt x="34445" y="9978"/>
                    <a:pt x="35398" y="10978"/>
                    <a:pt x="36553" y="11014"/>
                  </a:cubicBezTo>
                  <a:cubicBezTo>
                    <a:pt x="36684" y="11025"/>
                    <a:pt x="36779" y="11025"/>
                    <a:pt x="36886" y="11025"/>
                  </a:cubicBezTo>
                  <a:cubicBezTo>
                    <a:pt x="37077" y="11037"/>
                    <a:pt x="37255" y="11037"/>
                    <a:pt x="37446" y="11037"/>
                  </a:cubicBezTo>
                  <a:cubicBezTo>
                    <a:pt x="37601" y="11037"/>
                    <a:pt x="37743" y="11037"/>
                    <a:pt x="37886" y="11025"/>
                  </a:cubicBezTo>
                  <a:cubicBezTo>
                    <a:pt x="38101" y="11014"/>
                    <a:pt x="38327" y="11002"/>
                    <a:pt x="38541" y="10978"/>
                  </a:cubicBezTo>
                  <a:cubicBezTo>
                    <a:pt x="38613" y="10966"/>
                    <a:pt x="38684" y="10966"/>
                    <a:pt x="38756" y="10954"/>
                  </a:cubicBezTo>
                  <a:cubicBezTo>
                    <a:pt x="38898" y="10954"/>
                    <a:pt x="39041" y="10942"/>
                    <a:pt x="39172" y="10918"/>
                  </a:cubicBezTo>
                  <a:cubicBezTo>
                    <a:pt x="39553" y="10883"/>
                    <a:pt x="39970" y="10811"/>
                    <a:pt x="40458" y="10716"/>
                  </a:cubicBezTo>
                  <a:cubicBezTo>
                    <a:pt x="40875" y="10656"/>
                    <a:pt x="41303" y="10561"/>
                    <a:pt x="41756" y="10454"/>
                  </a:cubicBezTo>
                  <a:cubicBezTo>
                    <a:pt x="41875" y="10418"/>
                    <a:pt x="41994" y="10394"/>
                    <a:pt x="42125" y="10383"/>
                  </a:cubicBezTo>
                  <a:cubicBezTo>
                    <a:pt x="42208" y="10371"/>
                    <a:pt x="42292" y="10371"/>
                    <a:pt x="42375" y="10371"/>
                  </a:cubicBezTo>
                  <a:cubicBezTo>
                    <a:pt x="42411" y="10371"/>
                    <a:pt x="42458" y="10371"/>
                    <a:pt x="42506" y="10371"/>
                  </a:cubicBezTo>
                  <a:cubicBezTo>
                    <a:pt x="42780" y="10383"/>
                    <a:pt x="43054" y="10430"/>
                    <a:pt x="43339" y="10502"/>
                  </a:cubicBezTo>
                  <a:cubicBezTo>
                    <a:pt x="43578" y="10561"/>
                    <a:pt x="43851" y="10692"/>
                    <a:pt x="44173" y="10883"/>
                  </a:cubicBezTo>
                  <a:cubicBezTo>
                    <a:pt x="44482" y="11073"/>
                    <a:pt x="44697" y="11240"/>
                    <a:pt x="44863" y="11430"/>
                  </a:cubicBezTo>
                  <a:cubicBezTo>
                    <a:pt x="45316" y="11918"/>
                    <a:pt x="45614" y="12442"/>
                    <a:pt x="45780" y="13002"/>
                  </a:cubicBezTo>
                  <a:cubicBezTo>
                    <a:pt x="46006" y="13788"/>
                    <a:pt x="45983" y="14621"/>
                    <a:pt x="45733" y="15419"/>
                  </a:cubicBezTo>
                  <a:cubicBezTo>
                    <a:pt x="45721" y="15455"/>
                    <a:pt x="45709" y="15490"/>
                    <a:pt x="45697" y="15526"/>
                  </a:cubicBezTo>
                  <a:cubicBezTo>
                    <a:pt x="45697" y="15538"/>
                    <a:pt x="45697" y="15538"/>
                    <a:pt x="45697" y="15550"/>
                  </a:cubicBezTo>
                  <a:cubicBezTo>
                    <a:pt x="45673" y="15586"/>
                    <a:pt x="45661" y="15609"/>
                    <a:pt x="45649" y="15645"/>
                  </a:cubicBezTo>
                  <a:cubicBezTo>
                    <a:pt x="45518" y="16002"/>
                    <a:pt x="45340" y="16336"/>
                    <a:pt x="45125" y="16645"/>
                  </a:cubicBezTo>
                  <a:cubicBezTo>
                    <a:pt x="44697" y="17276"/>
                    <a:pt x="44137" y="17741"/>
                    <a:pt x="43470" y="18026"/>
                  </a:cubicBezTo>
                  <a:cubicBezTo>
                    <a:pt x="43113" y="18169"/>
                    <a:pt x="42756" y="18241"/>
                    <a:pt x="42411" y="18241"/>
                  </a:cubicBezTo>
                  <a:cubicBezTo>
                    <a:pt x="42196" y="18241"/>
                    <a:pt x="41982" y="18217"/>
                    <a:pt x="41792" y="18157"/>
                  </a:cubicBezTo>
                  <a:cubicBezTo>
                    <a:pt x="41768" y="18145"/>
                    <a:pt x="41756" y="18145"/>
                    <a:pt x="41744" y="18145"/>
                  </a:cubicBezTo>
                  <a:cubicBezTo>
                    <a:pt x="41577" y="18098"/>
                    <a:pt x="41399" y="18026"/>
                    <a:pt x="41232" y="17919"/>
                  </a:cubicBezTo>
                  <a:cubicBezTo>
                    <a:pt x="41149" y="17872"/>
                    <a:pt x="41077" y="17824"/>
                    <a:pt x="40982" y="17752"/>
                  </a:cubicBezTo>
                  <a:cubicBezTo>
                    <a:pt x="40970" y="17741"/>
                    <a:pt x="40958" y="17729"/>
                    <a:pt x="40946" y="17729"/>
                  </a:cubicBezTo>
                  <a:cubicBezTo>
                    <a:pt x="40875" y="17669"/>
                    <a:pt x="40791" y="17610"/>
                    <a:pt x="40708" y="17538"/>
                  </a:cubicBezTo>
                  <a:cubicBezTo>
                    <a:pt x="40422" y="17276"/>
                    <a:pt x="40113" y="17026"/>
                    <a:pt x="39791" y="16800"/>
                  </a:cubicBezTo>
                  <a:cubicBezTo>
                    <a:pt x="39791" y="16788"/>
                    <a:pt x="39779" y="16788"/>
                    <a:pt x="39768" y="16776"/>
                  </a:cubicBezTo>
                  <a:cubicBezTo>
                    <a:pt x="39434" y="16562"/>
                    <a:pt x="39077" y="16359"/>
                    <a:pt x="38672" y="16169"/>
                  </a:cubicBezTo>
                  <a:cubicBezTo>
                    <a:pt x="38458" y="16074"/>
                    <a:pt x="38148" y="15955"/>
                    <a:pt x="37946" y="15895"/>
                  </a:cubicBezTo>
                  <a:cubicBezTo>
                    <a:pt x="37827" y="15859"/>
                    <a:pt x="37720" y="15824"/>
                    <a:pt x="37601" y="15800"/>
                  </a:cubicBezTo>
                  <a:cubicBezTo>
                    <a:pt x="37243" y="15717"/>
                    <a:pt x="36827" y="15621"/>
                    <a:pt x="36374" y="15609"/>
                  </a:cubicBezTo>
                  <a:cubicBezTo>
                    <a:pt x="36374" y="15609"/>
                    <a:pt x="36339" y="15609"/>
                    <a:pt x="36339" y="15609"/>
                  </a:cubicBezTo>
                  <a:cubicBezTo>
                    <a:pt x="35303" y="15609"/>
                    <a:pt x="34445" y="16479"/>
                    <a:pt x="34445" y="17550"/>
                  </a:cubicBezTo>
                  <a:lnTo>
                    <a:pt x="34445" y="24420"/>
                  </a:lnTo>
                  <a:cubicBezTo>
                    <a:pt x="32707" y="23706"/>
                    <a:pt x="30457" y="23075"/>
                    <a:pt x="27171" y="22896"/>
                  </a:cubicBezTo>
                  <a:cubicBezTo>
                    <a:pt x="27016" y="22884"/>
                    <a:pt x="26945" y="22801"/>
                    <a:pt x="26909" y="22741"/>
                  </a:cubicBezTo>
                  <a:cubicBezTo>
                    <a:pt x="26873" y="22694"/>
                    <a:pt x="26825" y="22586"/>
                    <a:pt x="26885" y="22455"/>
                  </a:cubicBezTo>
                  <a:cubicBezTo>
                    <a:pt x="26956" y="22289"/>
                    <a:pt x="27028" y="22110"/>
                    <a:pt x="27123" y="21920"/>
                  </a:cubicBezTo>
                  <a:cubicBezTo>
                    <a:pt x="27421" y="21241"/>
                    <a:pt x="27599" y="20527"/>
                    <a:pt x="27623" y="19777"/>
                  </a:cubicBezTo>
                  <a:cubicBezTo>
                    <a:pt x="27718" y="18145"/>
                    <a:pt x="27254" y="16693"/>
                    <a:pt x="26313" y="15705"/>
                  </a:cubicBezTo>
                  <a:cubicBezTo>
                    <a:pt x="25492" y="14835"/>
                    <a:pt x="24349" y="14371"/>
                    <a:pt x="23004" y="14371"/>
                  </a:cubicBezTo>
                  <a:cubicBezTo>
                    <a:pt x="21658" y="14371"/>
                    <a:pt x="20515" y="14835"/>
                    <a:pt x="19682" y="15705"/>
                  </a:cubicBezTo>
                  <a:cubicBezTo>
                    <a:pt x="18753" y="16693"/>
                    <a:pt x="18289" y="18145"/>
                    <a:pt x="18372" y="19788"/>
                  </a:cubicBezTo>
                  <a:cubicBezTo>
                    <a:pt x="18408" y="20527"/>
                    <a:pt x="18574" y="21241"/>
                    <a:pt x="18884" y="21920"/>
                  </a:cubicBezTo>
                  <a:cubicBezTo>
                    <a:pt x="18967" y="22110"/>
                    <a:pt x="19051" y="22289"/>
                    <a:pt x="19122" y="22455"/>
                  </a:cubicBezTo>
                  <a:cubicBezTo>
                    <a:pt x="19170" y="22586"/>
                    <a:pt x="19122" y="22694"/>
                    <a:pt x="19098" y="22741"/>
                  </a:cubicBezTo>
                  <a:cubicBezTo>
                    <a:pt x="19063" y="22801"/>
                    <a:pt x="18979" y="22884"/>
                    <a:pt x="18824" y="22896"/>
                  </a:cubicBezTo>
                  <a:cubicBezTo>
                    <a:pt x="15550" y="23075"/>
                    <a:pt x="13288" y="23706"/>
                    <a:pt x="11550" y="24420"/>
                  </a:cubicBezTo>
                  <a:lnTo>
                    <a:pt x="11550" y="1755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27;p40">
              <a:extLst>
                <a:ext uri="{FF2B5EF4-FFF2-40B4-BE49-F238E27FC236}">
                  <a16:creationId xmlns:a16="http://schemas.microsoft.com/office/drawing/2014/main" id="{E8476055-B414-1091-3576-3D12388AF7BD}"/>
                </a:ext>
              </a:extLst>
            </p:cNvPr>
            <p:cNvSpPr/>
            <p:nvPr/>
          </p:nvSpPr>
          <p:spPr>
            <a:xfrm>
              <a:off x="4565700" y="1217950"/>
              <a:ext cx="16200" cy="606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1228;p40">
            <a:extLst>
              <a:ext uri="{FF2B5EF4-FFF2-40B4-BE49-F238E27FC236}">
                <a16:creationId xmlns:a16="http://schemas.microsoft.com/office/drawing/2014/main" id="{1D12F3BE-9CE6-8064-4AED-F4D4B889081E}"/>
              </a:ext>
            </a:extLst>
          </p:cNvPr>
          <p:cNvGrpSpPr/>
          <p:nvPr/>
        </p:nvGrpSpPr>
        <p:grpSpPr>
          <a:xfrm>
            <a:off x="4889634" y="1537333"/>
            <a:ext cx="993654" cy="1510853"/>
            <a:chOff x="4866826" y="1408234"/>
            <a:chExt cx="755070" cy="1103351"/>
          </a:xfrm>
        </p:grpSpPr>
        <p:sp>
          <p:nvSpPr>
            <p:cNvPr id="23" name="Google Shape;1229;p40">
              <a:extLst>
                <a:ext uri="{FF2B5EF4-FFF2-40B4-BE49-F238E27FC236}">
                  <a16:creationId xmlns:a16="http://schemas.microsoft.com/office/drawing/2014/main" id="{1D0BFC2D-3BD5-9446-5898-0C8196DD36E4}"/>
                </a:ext>
              </a:extLst>
            </p:cNvPr>
            <p:cNvSpPr/>
            <p:nvPr/>
          </p:nvSpPr>
          <p:spPr>
            <a:xfrm>
              <a:off x="4866826" y="1511487"/>
              <a:ext cx="755070" cy="1000097"/>
            </a:xfrm>
            <a:custGeom>
              <a:avLst/>
              <a:gdLst/>
              <a:ahLst/>
              <a:cxnLst/>
              <a:rect l="l" t="t" r="r" b="b"/>
              <a:pathLst>
                <a:path w="33993" h="45019" extrusionOk="0">
                  <a:moveTo>
                    <a:pt x="7299" y="45018"/>
                  </a:moveTo>
                  <a:cubicBezTo>
                    <a:pt x="7228" y="45018"/>
                    <a:pt x="7156" y="45018"/>
                    <a:pt x="7085" y="45018"/>
                  </a:cubicBezTo>
                  <a:cubicBezTo>
                    <a:pt x="5751" y="44959"/>
                    <a:pt x="4180" y="44149"/>
                    <a:pt x="2989" y="42899"/>
                  </a:cubicBezTo>
                  <a:cubicBezTo>
                    <a:pt x="2620" y="42506"/>
                    <a:pt x="2310" y="42089"/>
                    <a:pt x="2060" y="41649"/>
                  </a:cubicBezTo>
                  <a:cubicBezTo>
                    <a:pt x="1858" y="41256"/>
                    <a:pt x="1691" y="40851"/>
                    <a:pt x="1608" y="40446"/>
                  </a:cubicBezTo>
                  <a:cubicBezTo>
                    <a:pt x="1525" y="40089"/>
                    <a:pt x="1501" y="39756"/>
                    <a:pt x="1548" y="39458"/>
                  </a:cubicBezTo>
                  <a:cubicBezTo>
                    <a:pt x="1584" y="39196"/>
                    <a:pt x="1668" y="38958"/>
                    <a:pt x="1799" y="38767"/>
                  </a:cubicBezTo>
                  <a:cubicBezTo>
                    <a:pt x="1965" y="38529"/>
                    <a:pt x="2203" y="38363"/>
                    <a:pt x="2525" y="38255"/>
                  </a:cubicBezTo>
                  <a:cubicBezTo>
                    <a:pt x="3156" y="38053"/>
                    <a:pt x="3739" y="37767"/>
                    <a:pt x="4251" y="37410"/>
                  </a:cubicBezTo>
                  <a:cubicBezTo>
                    <a:pt x="4680" y="37112"/>
                    <a:pt x="4966" y="36601"/>
                    <a:pt x="5025" y="35993"/>
                  </a:cubicBezTo>
                  <a:cubicBezTo>
                    <a:pt x="5120" y="35160"/>
                    <a:pt x="4823" y="34195"/>
                    <a:pt x="4311" y="33624"/>
                  </a:cubicBezTo>
                  <a:cubicBezTo>
                    <a:pt x="2965" y="32160"/>
                    <a:pt x="1132" y="30814"/>
                    <a:pt x="1" y="30219"/>
                  </a:cubicBezTo>
                  <a:lnTo>
                    <a:pt x="1" y="22563"/>
                  </a:lnTo>
                  <a:cubicBezTo>
                    <a:pt x="1" y="22468"/>
                    <a:pt x="72" y="22373"/>
                    <a:pt x="144" y="22373"/>
                  </a:cubicBezTo>
                  <a:cubicBezTo>
                    <a:pt x="417" y="22373"/>
                    <a:pt x="715" y="22444"/>
                    <a:pt x="1001" y="22504"/>
                  </a:cubicBezTo>
                  <a:cubicBezTo>
                    <a:pt x="1072" y="22527"/>
                    <a:pt x="1167" y="22551"/>
                    <a:pt x="1251" y="22575"/>
                  </a:cubicBezTo>
                  <a:cubicBezTo>
                    <a:pt x="1382" y="22611"/>
                    <a:pt x="1608" y="22706"/>
                    <a:pt x="1739" y="22765"/>
                  </a:cubicBezTo>
                  <a:cubicBezTo>
                    <a:pt x="2060" y="22908"/>
                    <a:pt x="2346" y="23063"/>
                    <a:pt x="2596" y="23242"/>
                  </a:cubicBezTo>
                  <a:cubicBezTo>
                    <a:pt x="2858" y="23420"/>
                    <a:pt x="3108" y="23623"/>
                    <a:pt x="3346" y="23849"/>
                  </a:cubicBezTo>
                  <a:cubicBezTo>
                    <a:pt x="3477" y="23956"/>
                    <a:pt x="3608" y="24063"/>
                    <a:pt x="3739" y="24159"/>
                  </a:cubicBezTo>
                  <a:cubicBezTo>
                    <a:pt x="3882" y="24266"/>
                    <a:pt x="4013" y="24349"/>
                    <a:pt x="4144" y="24432"/>
                  </a:cubicBezTo>
                  <a:cubicBezTo>
                    <a:pt x="4442" y="24611"/>
                    <a:pt x="4763" y="24754"/>
                    <a:pt x="5097" y="24837"/>
                  </a:cubicBezTo>
                  <a:cubicBezTo>
                    <a:pt x="5454" y="24944"/>
                    <a:pt x="5835" y="25004"/>
                    <a:pt x="6216" y="25004"/>
                  </a:cubicBezTo>
                  <a:cubicBezTo>
                    <a:pt x="6787" y="25004"/>
                    <a:pt x="7359" y="24885"/>
                    <a:pt x="7942" y="24647"/>
                  </a:cubicBezTo>
                  <a:cubicBezTo>
                    <a:pt x="8954" y="24218"/>
                    <a:pt x="9752" y="23539"/>
                    <a:pt x="10371" y="22646"/>
                  </a:cubicBezTo>
                  <a:cubicBezTo>
                    <a:pt x="10597" y="22313"/>
                    <a:pt x="10788" y="21956"/>
                    <a:pt x="10954" y="21599"/>
                  </a:cubicBezTo>
                  <a:cubicBezTo>
                    <a:pt x="10978" y="21563"/>
                    <a:pt x="10990" y="21527"/>
                    <a:pt x="11014" y="21480"/>
                  </a:cubicBezTo>
                  <a:cubicBezTo>
                    <a:pt x="11109" y="21241"/>
                    <a:pt x="11193" y="21003"/>
                    <a:pt x="11264" y="20753"/>
                  </a:cubicBezTo>
                  <a:cubicBezTo>
                    <a:pt x="11276" y="20718"/>
                    <a:pt x="11288" y="20670"/>
                    <a:pt x="11288" y="20622"/>
                  </a:cubicBezTo>
                  <a:cubicBezTo>
                    <a:pt x="11562" y="19598"/>
                    <a:pt x="11550" y="18539"/>
                    <a:pt x="11264" y="17539"/>
                  </a:cubicBezTo>
                  <a:cubicBezTo>
                    <a:pt x="11026" y="16705"/>
                    <a:pt x="10585" y="15943"/>
                    <a:pt x="9954" y="15265"/>
                  </a:cubicBezTo>
                  <a:cubicBezTo>
                    <a:pt x="9597" y="14872"/>
                    <a:pt x="9204" y="14598"/>
                    <a:pt x="8895" y="14407"/>
                  </a:cubicBezTo>
                  <a:cubicBezTo>
                    <a:pt x="8406" y="14122"/>
                    <a:pt x="8002" y="13943"/>
                    <a:pt x="7597" y="13824"/>
                  </a:cubicBezTo>
                  <a:cubicBezTo>
                    <a:pt x="7192" y="13717"/>
                    <a:pt x="6775" y="13657"/>
                    <a:pt x="6371" y="13645"/>
                  </a:cubicBezTo>
                  <a:cubicBezTo>
                    <a:pt x="6299" y="13645"/>
                    <a:pt x="6240" y="13645"/>
                    <a:pt x="6180" y="13645"/>
                  </a:cubicBezTo>
                  <a:cubicBezTo>
                    <a:pt x="6037" y="13645"/>
                    <a:pt x="5894" y="13645"/>
                    <a:pt x="5751" y="13657"/>
                  </a:cubicBezTo>
                  <a:cubicBezTo>
                    <a:pt x="5751" y="13657"/>
                    <a:pt x="5739" y="13657"/>
                    <a:pt x="5728" y="13657"/>
                  </a:cubicBezTo>
                  <a:cubicBezTo>
                    <a:pt x="5525" y="13693"/>
                    <a:pt x="5335" y="13729"/>
                    <a:pt x="5132" y="13776"/>
                  </a:cubicBezTo>
                  <a:cubicBezTo>
                    <a:pt x="4739" y="13872"/>
                    <a:pt x="4346" y="13955"/>
                    <a:pt x="3977" y="14014"/>
                  </a:cubicBezTo>
                  <a:cubicBezTo>
                    <a:pt x="3965" y="14014"/>
                    <a:pt x="3954" y="14014"/>
                    <a:pt x="3942" y="14014"/>
                  </a:cubicBezTo>
                  <a:cubicBezTo>
                    <a:pt x="3489" y="14110"/>
                    <a:pt x="3120" y="14169"/>
                    <a:pt x="2787" y="14205"/>
                  </a:cubicBezTo>
                  <a:cubicBezTo>
                    <a:pt x="2656" y="14217"/>
                    <a:pt x="2549" y="14229"/>
                    <a:pt x="2430" y="14229"/>
                  </a:cubicBezTo>
                  <a:cubicBezTo>
                    <a:pt x="2346" y="14241"/>
                    <a:pt x="2263" y="14253"/>
                    <a:pt x="2180" y="14253"/>
                  </a:cubicBezTo>
                  <a:cubicBezTo>
                    <a:pt x="1977" y="14276"/>
                    <a:pt x="1787" y="14288"/>
                    <a:pt x="1596" y="14300"/>
                  </a:cubicBezTo>
                  <a:cubicBezTo>
                    <a:pt x="1477" y="14300"/>
                    <a:pt x="1370" y="14312"/>
                    <a:pt x="1251" y="14312"/>
                  </a:cubicBezTo>
                  <a:cubicBezTo>
                    <a:pt x="1084" y="14312"/>
                    <a:pt x="917" y="14300"/>
                    <a:pt x="739" y="14300"/>
                  </a:cubicBezTo>
                  <a:cubicBezTo>
                    <a:pt x="632" y="14288"/>
                    <a:pt x="525" y="14288"/>
                    <a:pt x="417" y="14288"/>
                  </a:cubicBezTo>
                  <a:cubicBezTo>
                    <a:pt x="191" y="14276"/>
                    <a:pt x="1" y="14050"/>
                    <a:pt x="1" y="13800"/>
                  </a:cubicBezTo>
                  <a:lnTo>
                    <a:pt x="1" y="6025"/>
                  </a:lnTo>
                  <a:cubicBezTo>
                    <a:pt x="2668" y="6418"/>
                    <a:pt x="6037" y="6954"/>
                    <a:pt x="13169" y="10514"/>
                  </a:cubicBezTo>
                  <a:cubicBezTo>
                    <a:pt x="13693" y="10776"/>
                    <a:pt x="14264" y="10919"/>
                    <a:pt x="14848" y="10919"/>
                  </a:cubicBezTo>
                  <a:cubicBezTo>
                    <a:pt x="15169" y="10919"/>
                    <a:pt x="15491" y="10871"/>
                    <a:pt x="15800" y="10788"/>
                  </a:cubicBezTo>
                  <a:cubicBezTo>
                    <a:pt x="16693" y="10585"/>
                    <a:pt x="17384" y="10002"/>
                    <a:pt x="17705" y="9192"/>
                  </a:cubicBezTo>
                  <a:cubicBezTo>
                    <a:pt x="18039" y="8311"/>
                    <a:pt x="18241" y="7359"/>
                    <a:pt x="18289" y="6359"/>
                  </a:cubicBezTo>
                  <a:cubicBezTo>
                    <a:pt x="18324" y="5382"/>
                    <a:pt x="18229" y="4358"/>
                    <a:pt x="17979" y="3323"/>
                  </a:cubicBezTo>
                  <a:cubicBezTo>
                    <a:pt x="17836" y="2704"/>
                    <a:pt x="17848" y="2144"/>
                    <a:pt x="18015" y="1656"/>
                  </a:cubicBezTo>
                  <a:cubicBezTo>
                    <a:pt x="18193" y="1132"/>
                    <a:pt x="18539" y="727"/>
                    <a:pt x="19051" y="429"/>
                  </a:cubicBezTo>
                  <a:cubicBezTo>
                    <a:pt x="19336" y="275"/>
                    <a:pt x="19646" y="156"/>
                    <a:pt x="19956" y="96"/>
                  </a:cubicBezTo>
                  <a:cubicBezTo>
                    <a:pt x="20265" y="25"/>
                    <a:pt x="20587" y="1"/>
                    <a:pt x="20944" y="1"/>
                  </a:cubicBezTo>
                  <a:cubicBezTo>
                    <a:pt x="21003" y="1"/>
                    <a:pt x="21063" y="1"/>
                    <a:pt x="21134" y="1"/>
                  </a:cubicBezTo>
                  <a:cubicBezTo>
                    <a:pt x="23027" y="37"/>
                    <a:pt x="25182" y="1096"/>
                    <a:pt x="26885" y="2823"/>
                  </a:cubicBezTo>
                  <a:cubicBezTo>
                    <a:pt x="27397" y="3358"/>
                    <a:pt x="27849" y="3930"/>
                    <a:pt x="28195" y="4525"/>
                  </a:cubicBezTo>
                  <a:cubicBezTo>
                    <a:pt x="28504" y="5085"/>
                    <a:pt x="28742" y="5656"/>
                    <a:pt x="28873" y="6216"/>
                  </a:cubicBezTo>
                  <a:cubicBezTo>
                    <a:pt x="28992" y="6740"/>
                    <a:pt x="29028" y="7216"/>
                    <a:pt x="28980" y="7656"/>
                  </a:cubicBezTo>
                  <a:cubicBezTo>
                    <a:pt x="28933" y="8061"/>
                    <a:pt x="28802" y="8418"/>
                    <a:pt x="28599" y="8716"/>
                  </a:cubicBezTo>
                  <a:cubicBezTo>
                    <a:pt x="28599" y="8728"/>
                    <a:pt x="28599" y="8728"/>
                    <a:pt x="28599" y="8728"/>
                  </a:cubicBezTo>
                  <a:cubicBezTo>
                    <a:pt x="28338" y="9109"/>
                    <a:pt x="27980" y="9383"/>
                    <a:pt x="27480" y="9550"/>
                  </a:cubicBezTo>
                  <a:cubicBezTo>
                    <a:pt x="25611" y="10204"/>
                    <a:pt x="24123" y="11383"/>
                    <a:pt x="23170" y="12967"/>
                  </a:cubicBezTo>
                  <a:cubicBezTo>
                    <a:pt x="22754" y="13669"/>
                    <a:pt x="22682" y="14574"/>
                    <a:pt x="22968" y="15515"/>
                  </a:cubicBezTo>
                  <a:cubicBezTo>
                    <a:pt x="23087" y="15931"/>
                    <a:pt x="23277" y="16336"/>
                    <a:pt x="23527" y="16717"/>
                  </a:cubicBezTo>
                  <a:cubicBezTo>
                    <a:pt x="23766" y="17098"/>
                    <a:pt x="24075" y="17467"/>
                    <a:pt x="24420" y="17789"/>
                  </a:cubicBezTo>
                  <a:cubicBezTo>
                    <a:pt x="25563" y="18801"/>
                    <a:pt x="26730" y="20003"/>
                    <a:pt x="28111" y="21551"/>
                  </a:cubicBezTo>
                  <a:cubicBezTo>
                    <a:pt x="29469" y="23170"/>
                    <a:pt x="30481" y="24492"/>
                    <a:pt x="31350" y="25802"/>
                  </a:cubicBezTo>
                  <a:cubicBezTo>
                    <a:pt x="31862" y="26516"/>
                    <a:pt x="32326" y="27290"/>
                    <a:pt x="32779" y="28028"/>
                  </a:cubicBezTo>
                  <a:lnTo>
                    <a:pt x="32933" y="28278"/>
                  </a:lnTo>
                  <a:cubicBezTo>
                    <a:pt x="33100" y="28552"/>
                    <a:pt x="33255" y="28838"/>
                    <a:pt x="33422" y="29135"/>
                  </a:cubicBezTo>
                  <a:cubicBezTo>
                    <a:pt x="33493" y="29266"/>
                    <a:pt x="33576" y="29409"/>
                    <a:pt x="33648" y="29552"/>
                  </a:cubicBezTo>
                  <a:cubicBezTo>
                    <a:pt x="33648" y="29552"/>
                    <a:pt x="33933" y="30064"/>
                    <a:pt x="33993" y="30159"/>
                  </a:cubicBezTo>
                  <a:lnTo>
                    <a:pt x="28433" y="33945"/>
                  </a:lnTo>
                  <a:cubicBezTo>
                    <a:pt x="28302" y="34029"/>
                    <a:pt x="28159" y="34076"/>
                    <a:pt x="28004" y="34076"/>
                  </a:cubicBezTo>
                  <a:cubicBezTo>
                    <a:pt x="27897" y="34076"/>
                    <a:pt x="27778" y="34053"/>
                    <a:pt x="27659" y="34017"/>
                  </a:cubicBezTo>
                  <a:cubicBezTo>
                    <a:pt x="27349" y="33910"/>
                    <a:pt x="27064" y="33660"/>
                    <a:pt x="26837" y="33291"/>
                  </a:cubicBezTo>
                  <a:cubicBezTo>
                    <a:pt x="26528" y="32767"/>
                    <a:pt x="26230" y="32207"/>
                    <a:pt x="25956" y="31612"/>
                  </a:cubicBezTo>
                  <a:cubicBezTo>
                    <a:pt x="25790" y="31195"/>
                    <a:pt x="25730" y="30612"/>
                    <a:pt x="25659" y="29993"/>
                  </a:cubicBezTo>
                  <a:cubicBezTo>
                    <a:pt x="25516" y="28600"/>
                    <a:pt x="25349" y="26873"/>
                    <a:pt x="23789" y="25409"/>
                  </a:cubicBezTo>
                  <a:cubicBezTo>
                    <a:pt x="22849" y="24516"/>
                    <a:pt x="21753" y="24075"/>
                    <a:pt x="20527" y="24075"/>
                  </a:cubicBezTo>
                  <a:cubicBezTo>
                    <a:pt x="19420" y="24075"/>
                    <a:pt x="18467" y="24444"/>
                    <a:pt x="17872" y="24766"/>
                  </a:cubicBezTo>
                  <a:cubicBezTo>
                    <a:pt x="17693" y="24849"/>
                    <a:pt x="17527" y="24944"/>
                    <a:pt x="17360" y="25063"/>
                  </a:cubicBezTo>
                  <a:lnTo>
                    <a:pt x="17312" y="25099"/>
                  </a:lnTo>
                  <a:cubicBezTo>
                    <a:pt x="17300" y="25111"/>
                    <a:pt x="17277" y="25123"/>
                    <a:pt x="17265" y="25135"/>
                  </a:cubicBezTo>
                  <a:cubicBezTo>
                    <a:pt x="17181" y="25194"/>
                    <a:pt x="17110" y="25242"/>
                    <a:pt x="17039" y="25302"/>
                  </a:cubicBezTo>
                  <a:cubicBezTo>
                    <a:pt x="16372" y="25861"/>
                    <a:pt x="15836" y="26587"/>
                    <a:pt x="15467" y="27457"/>
                  </a:cubicBezTo>
                  <a:cubicBezTo>
                    <a:pt x="15157" y="28183"/>
                    <a:pt x="14967" y="29004"/>
                    <a:pt x="14919" y="29862"/>
                  </a:cubicBezTo>
                  <a:cubicBezTo>
                    <a:pt x="14907" y="30278"/>
                    <a:pt x="14919" y="30683"/>
                    <a:pt x="14967" y="31064"/>
                  </a:cubicBezTo>
                  <a:cubicBezTo>
                    <a:pt x="14991" y="31267"/>
                    <a:pt x="15026" y="31457"/>
                    <a:pt x="15062" y="31648"/>
                  </a:cubicBezTo>
                  <a:cubicBezTo>
                    <a:pt x="15098" y="31826"/>
                    <a:pt x="15145" y="32017"/>
                    <a:pt x="15205" y="32183"/>
                  </a:cubicBezTo>
                  <a:cubicBezTo>
                    <a:pt x="15312" y="32576"/>
                    <a:pt x="15467" y="32933"/>
                    <a:pt x="15657" y="33255"/>
                  </a:cubicBezTo>
                  <a:cubicBezTo>
                    <a:pt x="15800" y="33529"/>
                    <a:pt x="16015" y="33874"/>
                    <a:pt x="16312" y="34195"/>
                  </a:cubicBezTo>
                  <a:cubicBezTo>
                    <a:pt x="16848" y="34755"/>
                    <a:pt x="17396" y="35136"/>
                    <a:pt x="17979" y="35350"/>
                  </a:cubicBezTo>
                  <a:cubicBezTo>
                    <a:pt x="18813" y="35696"/>
                    <a:pt x="19991" y="36398"/>
                    <a:pt x="20777" y="37755"/>
                  </a:cubicBezTo>
                  <a:cubicBezTo>
                    <a:pt x="20932" y="38005"/>
                    <a:pt x="20968" y="38339"/>
                    <a:pt x="20884" y="38660"/>
                  </a:cubicBezTo>
                  <a:cubicBezTo>
                    <a:pt x="20813" y="38970"/>
                    <a:pt x="20598" y="39268"/>
                    <a:pt x="20313" y="39458"/>
                  </a:cubicBezTo>
                  <a:lnTo>
                    <a:pt x="14907" y="43137"/>
                  </a:lnTo>
                  <a:cubicBezTo>
                    <a:pt x="14848" y="43030"/>
                    <a:pt x="14788" y="42911"/>
                    <a:pt x="14705" y="42792"/>
                  </a:cubicBezTo>
                  <a:cubicBezTo>
                    <a:pt x="14645" y="42685"/>
                    <a:pt x="14574" y="42577"/>
                    <a:pt x="14502" y="42458"/>
                  </a:cubicBezTo>
                  <a:cubicBezTo>
                    <a:pt x="14348" y="42208"/>
                    <a:pt x="14181" y="41946"/>
                    <a:pt x="14002" y="41684"/>
                  </a:cubicBezTo>
                  <a:cubicBezTo>
                    <a:pt x="13562" y="41018"/>
                    <a:pt x="13074" y="40422"/>
                    <a:pt x="12597" y="39839"/>
                  </a:cubicBezTo>
                  <a:lnTo>
                    <a:pt x="12526" y="39744"/>
                  </a:lnTo>
                  <a:cubicBezTo>
                    <a:pt x="12514" y="39732"/>
                    <a:pt x="12502" y="39720"/>
                    <a:pt x="12490" y="39708"/>
                  </a:cubicBezTo>
                  <a:cubicBezTo>
                    <a:pt x="12347" y="39553"/>
                    <a:pt x="12193" y="39387"/>
                    <a:pt x="12050" y="39232"/>
                  </a:cubicBezTo>
                  <a:cubicBezTo>
                    <a:pt x="11716" y="38875"/>
                    <a:pt x="11276" y="38672"/>
                    <a:pt x="10812" y="38672"/>
                  </a:cubicBezTo>
                  <a:cubicBezTo>
                    <a:pt x="9883" y="38672"/>
                    <a:pt x="9133" y="39422"/>
                    <a:pt x="9049" y="40411"/>
                  </a:cubicBezTo>
                  <a:cubicBezTo>
                    <a:pt x="9049" y="40446"/>
                    <a:pt x="9038" y="40506"/>
                    <a:pt x="9038" y="40553"/>
                  </a:cubicBezTo>
                  <a:cubicBezTo>
                    <a:pt x="8990" y="41292"/>
                    <a:pt x="9061" y="42077"/>
                    <a:pt x="9228" y="42875"/>
                  </a:cubicBezTo>
                  <a:cubicBezTo>
                    <a:pt x="9323" y="43292"/>
                    <a:pt x="9311" y="43661"/>
                    <a:pt x="9192" y="43982"/>
                  </a:cubicBezTo>
                  <a:cubicBezTo>
                    <a:pt x="9073" y="44316"/>
                    <a:pt x="8847" y="44578"/>
                    <a:pt x="8514" y="44756"/>
                  </a:cubicBezTo>
                  <a:cubicBezTo>
                    <a:pt x="8323" y="44852"/>
                    <a:pt x="8121" y="44935"/>
                    <a:pt x="7906" y="44971"/>
                  </a:cubicBezTo>
                  <a:cubicBezTo>
                    <a:pt x="7716" y="45006"/>
                    <a:pt x="7514" y="45018"/>
                    <a:pt x="7299" y="45018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0;p40">
              <a:extLst>
                <a:ext uri="{FF2B5EF4-FFF2-40B4-BE49-F238E27FC236}">
                  <a16:creationId xmlns:a16="http://schemas.microsoft.com/office/drawing/2014/main" id="{BC1257EE-CC5F-0BC9-D673-B947511F1C40}"/>
                </a:ext>
              </a:extLst>
            </p:cNvPr>
            <p:cNvSpPr/>
            <p:nvPr/>
          </p:nvSpPr>
          <p:spPr>
            <a:xfrm rot="1792560">
              <a:off x="5414555" y="1382761"/>
              <a:ext cx="16261" cy="44124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1231;p40">
            <a:extLst>
              <a:ext uri="{FF2B5EF4-FFF2-40B4-BE49-F238E27FC236}">
                <a16:creationId xmlns:a16="http://schemas.microsoft.com/office/drawing/2014/main" id="{949A2B68-D0FE-3198-7259-5B64D6E0403A}"/>
              </a:ext>
            </a:extLst>
          </p:cNvPr>
          <p:cNvGrpSpPr/>
          <p:nvPr/>
        </p:nvGrpSpPr>
        <p:grpSpPr>
          <a:xfrm>
            <a:off x="5349042" y="2463870"/>
            <a:ext cx="1048977" cy="1833029"/>
            <a:chOff x="5215927" y="2084869"/>
            <a:chExt cx="797110" cy="1338631"/>
          </a:xfrm>
        </p:grpSpPr>
        <p:sp>
          <p:nvSpPr>
            <p:cNvPr id="26" name="Google Shape;1232;p40">
              <a:extLst>
                <a:ext uri="{FF2B5EF4-FFF2-40B4-BE49-F238E27FC236}">
                  <a16:creationId xmlns:a16="http://schemas.microsoft.com/office/drawing/2014/main" id="{D0BEB0A9-CC8A-E32F-2882-F62994356B86}"/>
                </a:ext>
              </a:extLst>
            </p:cNvPr>
            <p:cNvSpPr/>
            <p:nvPr/>
          </p:nvSpPr>
          <p:spPr>
            <a:xfrm>
              <a:off x="5215927" y="2084869"/>
              <a:ext cx="538231" cy="1338631"/>
            </a:xfrm>
            <a:custGeom>
              <a:avLst/>
              <a:gdLst/>
              <a:ahLst/>
              <a:cxnLst/>
              <a:rect l="l" t="t" r="r" b="b"/>
              <a:pathLst>
                <a:path w="24231" h="60258" extrusionOk="0">
                  <a:moveTo>
                    <a:pt x="4811" y="60258"/>
                  </a:moveTo>
                  <a:cubicBezTo>
                    <a:pt x="4025" y="60258"/>
                    <a:pt x="3311" y="59948"/>
                    <a:pt x="2954" y="59770"/>
                  </a:cubicBezTo>
                  <a:cubicBezTo>
                    <a:pt x="2835" y="59698"/>
                    <a:pt x="2739" y="59651"/>
                    <a:pt x="2644" y="59591"/>
                  </a:cubicBezTo>
                  <a:cubicBezTo>
                    <a:pt x="2632" y="59579"/>
                    <a:pt x="2620" y="59567"/>
                    <a:pt x="2608" y="59555"/>
                  </a:cubicBezTo>
                  <a:cubicBezTo>
                    <a:pt x="2549" y="59520"/>
                    <a:pt x="2501" y="59484"/>
                    <a:pt x="2454" y="59436"/>
                  </a:cubicBezTo>
                  <a:cubicBezTo>
                    <a:pt x="1977" y="59043"/>
                    <a:pt x="1608" y="58543"/>
                    <a:pt x="1358" y="57936"/>
                  </a:cubicBezTo>
                  <a:cubicBezTo>
                    <a:pt x="1120" y="57388"/>
                    <a:pt x="989" y="56781"/>
                    <a:pt x="953" y="56115"/>
                  </a:cubicBezTo>
                  <a:cubicBezTo>
                    <a:pt x="930" y="55817"/>
                    <a:pt x="942" y="55507"/>
                    <a:pt x="977" y="55222"/>
                  </a:cubicBezTo>
                  <a:cubicBezTo>
                    <a:pt x="1001" y="55079"/>
                    <a:pt x="1025" y="54948"/>
                    <a:pt x="1049" y="54817"/>
                  </a:cubicBezTo>
                  <a:cubicBezTo>
                    <a:pt x="1084" y="54638"/>
                    <a:pt x="1120" y="54507"/>
                    <a:pt x="1156" y="54388"/>
                  </a:cubicBezTo>
                  <a:cubicBezTo>
                    <a:pt x="1227" y="54126"/>
                    <a:pt x="1334" y="53888"/>
                    <a:pt x="1453" y="53686"/>
                  </a:cubicBezTo>
                  <a:cubicBezTo>
                    <a:pt x="1561" y="53483"/>
                    <a:pt x="1704" y="53245"/>
                    <a:pt x="1870" y="53067"/>
                  </a:cubicBezTo>
                  <a:cubicBezTo>
                    <a:pt x="2204" y="52721"/>
                    <a:pt x="2537" y="52483"/>
                    <a:pt x="2882" y="52352"/>
                  </a:cubicBezTo>
                  <a:cubicBezTo>
                    <a:pt x="4478" y="51697"/>
                    <a:pt x="5752" y="50602"/>
                    <a:pt x="6573" y="49197"/>
                  </a:cubicBezTo>
                  <a:cubicBezTo>
                    <a:pt x="6942" y="48578"/>
                    <a:pt x="7049" y="47768"/>
                    <a:pt x="6859" y="46994"/>
                  </a:cubicBezTo>
                  <a:cubicBezTo>
                    <a:pt x="6680" y="46268"/>
                    <a:pt x="6216" y="45601"/>
                    <a:pt x="5573" y="45173"/>
                  </a:cubicBezTo>
                  <a:lnTo>
                    <a:pt x="1" y="41375"/>
                  </a:lnTo>
                  <a:cubicBezTo>
                    <a:pt x="1084" y="39065"/>
                    <a:pt x="1799" y="36565"/>
                    <a:pt x="2096" y="34040"/>
                  </a:cubicBezTo>
                  <a:cubicBezTo>
                    <a:pt x="2501" y="34195"/>
                    <a:pt x="2894" y="34362"/>
                    <a:pt x="3263" y="34552"/>
                  </a:cubicBezTo>
                  <a:cubicBezTo>
                    <a:pt x="3894" y="34874"/>
                    <a:pt x="4561" y="35088"/>
                    <a:pt x="5240" y="35183"/>
                  </a:cubicBezTo>
                  <a:cubicBezTo>
                    <a:pt x="5514" y="35231"/>
                    <a:pt x="5775" y="35243"/>
                    <a:pt x="6037" y="35243"/>
                  </a:cubicBezTo>
                  <a:cubicBezTo>
                    <a:pt x="6573" y="35243"/>
                    <a:pt x="7085" y="35171"/>
                    <a:pt x="7573" y="35005"/>
                  </a:cubicBezTo>
                  <a:cubicBezTo>
                    <a:pt x="8288" y="34779"/>
                    <a:pt x="10669" y="33755"/>
                    <a:pt x="11002" y="30207"/>
                  </a:cubicBezTo>
                  <a:cubicBezTo>
                    <a:pt x="11002" y="30159"/>
                    <a:pt x="11002" y="30099"/>
                    <a:pt x="11002" y="30052"/>
                  </a:cubicBezTo>
                  <a:cubicBezTo>
                    <a:pt x="10669" y="26516"/>
                    <a:pt x="8288" y="25480"/>
                    <a:pt x="7561" y="25254"/>
                  </a:cubicBezTo>
                  <a:cubicBezTo>
                    <a:pt x="7085" y="25099"/>
                    <a:pt x="6573" y="25015"/>
                    <a:pt x="6037" y="25015"/>
                  </a:cubicBezTo>
                  <a:cubicBezTo>
                    <a:pt x="5775" y="25015"/>
                    <a:pt x="5514" y="25039"/>
                    <a:pt x="5240" y="25075"/>
                  </a:cubicBezTo>
                  <a:cubicBezTo>
                    <a:pt x="4561" y="25170"/>
                    <a:pt x="3894" y="25385"/>
                    <a:pt x="3263" y="25706"/>
                  </a:cubicBezTo>
                  <a:cubicBezTo>
                    <a:pt x="2894" y="25897"/>
                    <a:pt x="2513" y="26063"/>
                    <a:pt x="2096" y="26218"/>
                  </a:cubicBezTo>
                  <a:cubicBezTo>
                    <a:pt x="1799" y="23694"/>
                    <a:pt x="1084" y="21194"/>
                    <a:pt x="1" y="18884"/>
                  </a:cubicBezTo>
                  <a:lnTo>
                    <a:pt x="5573" y="15098"/>
                  </a:lnTo>
                  <a:cubicBezTo>
                    <a:pt x="6216" y="14657"/>
                    <a:pt x="6680" y="13990"/>
                    <a:pt x="6859" y="13264"/>
                  </a:cubicBezTo>
                  <a:cubicBezTo>
                    <a:pt x="7049" y="12490"/>
                    <a:pt x="6942" y="11680"/>
                    <a:pt x="6561" y="11049"/>
                  </a:cubicBezTo>
                  <a:cubicBezTo>
                    <a:pt x="5752" y="9656"/>
                    <a:pt x="4478" y="8573"/>
                    <a:pt x="2906" y="7918"/>
                  </a:cubicBezTo>
                  <a:cubicBezTo>
                    <a:pt x="2537" y="7787"/>
                    <a:pt x="2204" y="7549"/>
                    <a:pt x="1870" y="7192"/>
                  </a:cubicBezTo>
                  <a:cubicBezTo>
                    <a:pt x="1704" y="7013"/>
                    <a:pt x="1561" y="6775"/>
                    <a:pt x="1453" y="6585"/>
                  </a:cubicBezTo>
                  <a:cubicBezTo>
                    <a:pt x="1334" y="6370"/>
                    <a:pt x="1227" y="6132"/>
                    <a:pt x="1156" y="5882"/>
                  </a:cubicBezTo>
                  <a:cubicBezTo>
                    <a:pt x="1120" y="5751"/>
                    <a:pt x="1084" y="5620"/>
                    <a:pt x="1061" y="5465"/>
                  </a:cubicBezTo>
                  <a:cubicBezTo>
                    <a:pt x="1025" y="5323"/>
                    <a:pt x="1001" y="5180"/>
                    <a:pt x="977" y="5037"/>
                  </a:cubicBezTo>
                  <a:cubicBezTo>
                    <a:pt x="942" y="4751"/>
                    <a:pt x="930" y="4453"/>
                    <a:pt x="953" y="4144"/>
                  </a:cubicBezTo>
                  <a:cubicBezTo>
                    <a:pt x="989" y="3489"/>
                    <a:pt x="1120" y="2870"/>
                    <a:pt x="1358" y="2322"/>
                  </a:cubicBezTo>
                  <a:cubicBezTo>
                    <a:pt x="1620" y="1715"/>
                    <a:pt x="1977" y="1215"/>
                    <a:pt x="2442" y="822"/>
                  </a:cubicBezTo>
                  <a:cubicBezTo>
                    <a:pt x="2501" y="786"/>
                    <a:pt x="2561" y="739"/>
                    <a:pt x="2608" y="703"/>
                  </a:cubicBezTo>
                  <a:cubicBezTo>
                    <a:pt x="2620" y="691"/>
                    <a:pt x="2632" y="691"/>
                    <a:pt x="2644" y="679"/>
                  </a:cubicBezTo>
                  <a:cubicBezTo>
                    <a:pt x="2739" y="608"/>
                    <a:pt x="2835" y="560"/>
                    <a:pt x="2942" y="512"/>
                  </a:cubicBezTo>
                  <a:cubicBezTo>
                    <a:pt x="3311" y="310"/>
                    <a:pt x="4025" y="0"/>
                    <a:pt x="4811" y="0"/>
                  </a:cubicBezTo>
                  <a:cubicBezTo>
                    <a:pt x="5585" y="0"/>
                    <a:pt x="6264" y="286"/>
                    <a:pt x="6871" y="858"/>
                  </a:cubicBezTo>
                  <a:cubicBezTo>
                    <a:pt x="7954" y="1882"/>
                    <a:pt x="8085" y="3084"/>
                    <a:pt x="8216" y="4358"/>
                  </a:cubicBezTo>
                  <a:cubicBezTo>
                    <a:pt x="8288" y="5120"/>
                    <a:pt x="8359" y="5835"/>
                    <a:pt x="8645" y="6501"/>
                  </a:cubicBezTo>
                  <a:cubicBezTo>
                    <a:pt x="8645" y="6513"/>
                    <a:pt x="8657" y="6513"/>
                    <a:pt x="8657" y="6525"/>
                  </a:cubicBezTo>
                  <a:cubicBezTo>
                    <a:pt x="8954" y="7168"/>
                    <a:pt x="9288" y="7787"/>
                    <a:pt x="9621" y="8371"/>
                  </a:cubicBezTo>
                  <a:cubicBezTo>
                    <a:pt x="10074" y="9121"/>
                    <a:pt x="10693" y="9633"/>
                    <a:pt x="11419" y="9859"/>
                  </a:cubicBezTo>
                  <a:cubicBezTo>
                    <a:pt x="11717" y="9954"/>
                    <a:pt x="12002" y="10002"/>
                    <a:pt x="12288" y="10002"/>
                  </a:cubicBezTo>
                  <a:cubicBezTo>
                    <a:pt x="12800" y="10002"/>
                    <a:pt x="13276" y="9859"/>
                    <a:pt x="13693" y="9573"/>
                  </a:cubicBezTo>
                  <a:lnTo>
                    <a:pt x="19075" y="5906"/>
                  </a:lnTo>
                  <a:cubicBezTo>
                    <a:pt x="20432" y="8692"/>
                    <a:pt x="21551" y="11645"/>
                    <a:pt x="22397" y="14669"/>
                  </a:cubicBezTo>
                  <a:cubicBezTo>
                    <a:pt x="23087" y="17110"/>
                    <a:pt x="23766" y="20158"/>
                    <a:pt x="24206" y="22837"/>
                  </a:cubicBezTo>
                  <a:cubicBezTo>
                    <a:pt x="24230" y="23003"/>
                    <a:pt x="24194" y="23146"/>
                    <a:pt x="24099" y="23265"/>
                  </a:cubicBezTo>
                  <a:cubicBezTo>
                    <a:pt x="23992" y="23384"/>
                    <a:pt x="23825" y="23456"/>
                    <a:pt x="23659" y="23456"/>
                  </a:cubicBezTo>
                  <a:cubicBezTo>
                    <a:pt x="23551" y="23456"/>
                    <a:pt x="23432" y="23420"/>
                    <a:pt x="23325" y="23349"/>
                  </a:cubicBezTo>
                  <a:cubicBezTo>
                    <a:pt x="23266" y="23313"/>
                    <a:pt x="23206" y="23277"/>
                    <a:pt x="23147" y="23253"/>
                  </a:cubicBezTo>
                  <a:cubicBezTo>
                    <a:pt x="22587" y="22944"/>
                    <a:pt x="21980" y="22789"/>
                    <a:pt x="21349" y="22789"/>
                  </a:cubicBezTo>
                  <a:cubicBezTo>
                    <a:pt x="21182" y="22789"/>
                    <a:pt x="21004" y="22801"/>
                    <a:pt x="20825" y="22825"/>
                  </a:cubicBezTo>
                  <a:cubicBezTo>
                    <a:pt x="20825" y="22825"/>
                    <a:pt x="20825" y="22825"/>
                    <a:pt x="20813" y="22825"/>
                  </a:cubicBezTo>
                  <a:cubicBezTo>
                    <a:pt x="19753" y="22980"/>
                    <a:pt x="18753" y="23575"/>
                    <a:pt x="17944" y="24539"/>
                  </a:cubicBezTo>
                  <a:cubicBezTo>
                    <a:pt x="17563" y="24980"/>
                    <a:pt x="17241" y="25480"/>
                    <a:pt x="16979" y="26027"/>
                  </a:cubicBezTo>
                  <a:cubicBezTo>
                    <a:pt x="16860" y="26278"/>
                    <a:pt x="16753" y="26551"/>
                    <a:pt x="16646" y="26873"/>
                  </a:cubicBezTo>
                  <a:cubicBezTo>
                    <a:pt x="16539" y="27159"/>
                    <a:pt x="16455" y="27480"/>
                    <a:pt x="16396" y="27790"/>
                  </a:cubicBezTo>
                  <a:cubicBezTo>
                    <a:pt x="16277" y="28337"/>
                    <a:pt x="16241" y="29361"/>
                    <a:pt x="16229" y="30111"/>
                  </a:cubicBezTo>
                  <a:cubicBezTo>
                    <a:pt x="16229" y="30123"/>
                    <a:pt x="16229" y="30135"/>
                    <a:pt x="16229" y="30147"/>
                  </a:cubicBezTo>
                  <a:cubicBezTo>
                    <a:pt x="16241" y="30897"/>
                    <a:pt x="16277" y="31921"/>
                    <a:pt x="16384" y="32457"/>
                  </a:cubicBezTo>
                  <a:cubicBezTo>
                    <a:pt x="16455" y="32790"/>
                    <a:pt x="16551" y="33100"/>
                    <a:pt x="16646" y="33397"/>
                  </a:cubicBezTo>
                  <a:cubicBezTo>
                    <a:pt x="16753" y="33719"/>
                    <a:pt x="16860" y="33981"/>
                    <a:pt x="16979" y="34243"/>
                  </a:cubicBezTo>
                  <a:cubicBezTo>
                    <a:pt x="17241" y="34779"/>
                    <a:pt x="17563" y="35291"/>
                    <a:pt x="17944" y="35731"/>
                  </a:cubicBezTo>
                  <a:cubicBezTo>
                    <a:pt x="18753" y="36684"/>
                    <a:pt x="19741" y="37279"/>
                    <a:pt x="20813" y="37434"/>
                  </a:cubicBezTo>
                  <a:cubicBezTo>
                    <a:pt x="20813" y="37434"/>
                    <a:pt x="20813" y="37434"/>
                    <a:pt x="20825" y="37434"/>
                  </a:cubicBezTo>
                  <a:cubicBezTo>
                    <a:pt x="20992" y="37457"/>
                    <a:pt x="21170" y="37469"/>
                    <a:pt x="21349" y="37469"/>
                  </a:cubicBezTo>
                  <a:cubicBezTo>
                    <a:pt x="21980" y="37469"/>
                    <a:pt x="22587" y="37315"/>
                    <a:pt x="23159" y="37005"/>
                  </a:cubicBezTo>
                  <a:cubicBezTo>
                    <a:pt x="23206" y="36981"/>
                    <a:pt x="23266" y="36946"/>
                    <a:pt x="23325" y="36910"/>
                  </a:cubicBezTo>
                  <a:cubicBezTo>
                    <a:pt x="23432" y="36838"/>
                    <a:pt x="23551" y="36803"/>
                    <a:pt x="23659" y="36803"/>
                  </a:cubicBezTo>
                  <a:cubicBezTo>
                    <a:pt x="23825" y="36803"/>
                    <a:pt x="23992" y="36874"/>
                    <a:pt x="24099" y="37005"/>
                  </a:cubicBezTo>
                  <a:cubicBezTo>
                    <a:pt x="24194" y="37112"/>
                    <a:pt x="24230" y="37267"/>
                    <a:pt x="24206" y="37434"/>
                  </a:cubicBezTo>
                  <a:cubicBezTo>
                    <a:pt x="23766" y="40101"/>
                    <a:pt x="23087" y="43149"/>
                    <a:pt x="22397" y="45589"/>
                  </a:cubicBezTo>
                  <a:cubicBezTo>
                    <a:pt x="21551" y="48626"/>
                    <a:pt x="20432" y="51566"/>
                    <a:pt x="19075" y="54352"/>
                  </a:cubicBezTo>
                  <a:lnTo>
                    <a:pt x="13693" y="50685"/>
                  </a:lnTo>
                  <a:cubicBezTo>
                    <a:pt x="13276" y="50400"/>
                    <a:pt x="12800" y="50257"/>
                    <a:pt x="12288" y="50257"/>
                  </a:cubicBezTo>
                  <a:cubicBezTo>
                    <a:pt x="12002" y="50257"/>
                    <a:pt x="11717" y="50304"/>
                    <a:pt x="11419" y="50400"/>
                  </a:cubicBezTo>
                  <a:cubicBezTo>
                    <a:pt x="10693" y="50626"/>
                    <a:pt x="10074" y="51150"/>
                    <a:pt x="9621" y="51888"/>
                  </a:cubicBezTo>
                  <a:cubicBezTo>
                    <a:pt x="9288" y="52471"/>
                    <a:pt x="8954" y="53090"/>
                    <a:pt x="8657" y="53733"/>
                  </a:cubicBezTo>
                  <a:cubicBezTo>
                    <a:pt x="8657" y="53745"/>
                    <a:pt x="8645" y="53757"/>
                    <a:pt x="8645" y="53769"/>
                  </a:cubicBezTo>
                  <a:cubicBezTo>
                    <a:pt x="8359" y="54424"/>
                    <a:pt x="8288" y="55150"/>
                    <a:pt x="8216" y="55900"/>
                  </a:cubicBezTo>
                  <a:cubicBezTo>
                    <a:pt x="8085" y="57174"/>
                    <a:pt x="7954" y="58377"/>
                    <a:pt x="6871" y="59401"/>
                  </a:cubicBezTo>
                  <a:cubicBezTo>
                    <a:pt x="6264" y="59972"/>
                    <a:pt x="5585" y="60258"/>
                    <a:pt x="4811" y="60258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3;p40">
              <a:extLst>
                <a:ext uri="{FF2B5EF4-FFF2-40B4-BE49-F238E27FC236}">
                  <a16:creationId xmlns:a16="http://schemas.microsoft.com/office/drawing/2014/main" id="{CE340956-9F4C-12CF-EDA1-FEB9AF7B7133}"/>
                </a:ext>
              </a:extLst>
            </p:cNvPr>
            <p:cNvSpPr/>
            <p:nvPr/>
          </p:nvSpPr>
          <p:spPr>
            <a:xfrm rot="5400000">
              <a:off x="5784288" y="2533525"/>
              <a:ext cx="16200" cy="441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234;p40">
            <a:extLst>
              <a:ext uri="{FF2B5EF4-FFF2-40B4-BE49-F238E27FC236}">
                <a16:creationId xmlns:a16="http://schemas.microsoft.com/office/drawing/2014/main" id="{BFA16637-7E7F-2A00-4ED2-36E00892FF0E}"/>
              </a:ext>
            </a:extLst>
          </p:cNvPr>
          <p:cNvGrpSpPr/>
          <p:nvPr/>
        </p:nvGrpSpPr>
        <p:grpSpPr>
          <a:xfrm>
            <a:off x="3124727" y="1583213"/>
            <a:ext cx="993654" cy="1464972"/>
            <a:chOff x="3525687" y="1441740"/>
            <a:chExt cx="755070" cy="1069845"/>
          </a:xfrm>
        </p:grpSpPr>
        <p:sp>
          <p:nvSpPr>
            <p:cNvPr id="29" name="Google Shape;1235;p40">
              <a:extLst>
                <a:ext uri="{FF2B5EF4-FFF2-40B4-BE49-F238E27FC236}">
                  <a16:creationId xmlns:a16="http://schemas.microsoft.com/office/drawing/2014/main" id="{4177F3B0-F370-1858-3499-237FDE5B09FE}"/>
                </a:ext>
              </a:extLst>
            </p:cNvPr>
            <p:cNvSpPr/>
            <p:nvPr/>
          </p:nvSpPr>
          <p:spPr>
            <a:xfrm>
              <a:off x="3525687" y="1511487"/>
              <a:ext cx="755070" cy="1000097"/>
            </a:xfrm>
            <a:custGeom>
              <a:avLst/>
              <a:gdLst/>
              <a:ahLst/>
              <a:cxnLst/>
              <a:rect l="l" t="t" r="r" b="b"/>
              <a:pathLst>
                <a:path w="33993" h="45019" extrusionOk="0">
                  <a:moveTo>
                    <a:pt x="26682" y="45018"/>
                  </a:moveTo>
                  <a:cubicBezTo>
                    <a:pt x="26468" y="45018"/>
                    <a:pt x="26265" y="45006"/>
                    <a:pt x="26075" y="44971"/>
                  </a:cubicBezTo>
                  <a:cubicBezTo>
                    <a:pt x="25872" y="44935"/>
                    <a:pt x="25658" y="44863"/>
                    <a:pt x="25468" y="44756"/>
                  </a:cubicBezTo>
                  <a:cubicBezTo>
                    <a:pt x="25134" y="44578"/>
                    <a:pt x="24908" y="44316"/>
                    <a:pt x="24789" y="43982"/>
                  </a:cubicBezTo>
                  <a:cubicBezTo>
                    <a:pt x="24682" y="43661"/>
                    <a:pt x="24670" y="43292"/>
                    <a:pt x="24753" y="42875"/>
                  </a:cubicBezTo>
                  <a:cubicBezTo>
                    <a:pt x="24932" y="42077"/>
                    <a:pt x="24991" y="41292"/>
                    <a:pt x="24944" y="40553"/>
                  </a:cubicBezTo>
                  <a:cubicBezTo>
                    <a:pt x="24944" y="40506"/>
                    <a:pt x="24944" y="40458"/>
                    <a:pt x="24944" y="40411"/>
                  </a:cubicBezTo>
                  <a:cubicBezTo>
                    <a:pt x="24860" y="39422"/>
                    <a:pt x="24098" y="38672"/>
                    <a:pt x="23182" y="38672"/>
                  </a:cubicBezTo>
                  <a:cubicBezTo>
                    <a:pt x="22705" y="38672"/>
                    <a:pt x="22265" y="38875"/>
                    <a:pt x="21943" y="39232"/>
                  </a:cubicBezTo>
                  <a:cubicBezTo>
                    <a:pt x="21789" y="39387"/>
                    <a:pt x="21646" y="39553"/>
                    <a:pt x="21491" y="39720"/>
                  </a:cubicBezTo>
                  <a:cubicBezTo>
                    <a:pt x="21479" y="39720"/>
                    <a:pt x="21479" y="39732"/>
                    <a:pt x="21467" y="39744"/>
                  </a:cubicBezTo>
                  <a:lnTo>
                    <a:pt x="21384" y="39839"/>
                  </a:lnTo>
                  <a:cubicBezTo>
                    <a:pt x="20907" y="40422"/>
                    <a:pt x="20419" y="41018"/>
                    <a:pt x="19991" y="41696"/>
                  </a:cubicBezTo>
                  <a:cubicBezTo>
                    <a:pt x="19800" y="41946"/>
                    <a:pt x="19645" y="42208"/>
                    <a:pt x="19491" y="42458"/>
                  </a:cubicBezTo>
                  <a:cubicBezTo>
                    <a:pt x="19419" y="42577"/>
                    <a:pt x="19348" y="42685"/>
                    <a:pt x="19276" y="42804"/>
                  </a:cubicBezTo>
                  <a:cubicBezTo>
                    <a:pt x="19205" y="42911"/>
                    <a:pt x="19133" y="43030"/>
                    <a:pt x="19074" y="43137"/>
                  </a:cubicBezTo>
                  <a:lnTo>
                    <a:pt x="13668" y="39470"/>
                  </a:lnTo>
                  <a:cubicBezTo>
                    <a:pt x="13395" y="39268"/>
                    <a:pt x="13180" y="38970"/>
                    <a:pt x="13097" y="38660"/>
                  </a:cubicBezTo>
                  <a:cubicBezTo>
                    <a:pt x="13026" y="38339"/>
                    <a:pt x="13061" y="38005"/>
                    <a:pt x="13192" y="37767"/>
                  </a:cubicBezTo>
                  <a:cubicBezTo>
                    <a:pt x="14002" y="36398"/>
                    <a:pt x="15181" y="35696"/>
                    <a:pt x="16026" y="35350"/>
                  </a:cubicBezTo>
                  <a:cubicBezTo>
                    <a:pt x="16597" y="35136"/>
                    <a:pt x="17145" y="34755"/>
                    <a:pt x="17669" y="34207"/>
                  </a:cubicBezTo>
                  <a:cubicBezTo>
                    <a:pt x="17967" y="33874"/>
                    <a:pt x="18181" y="33529"/>
                    <a:pt x="18336" y="33255"/>
                  </a:cubicBezTo>
                  <a:cubicBezTo>
                    <a:pt x="18526" y="32933"/>
                    <a:pt x="18669" y="32576"/>
                    <a:pt x="18788" y="32183"/>
                  </a:cubicBezTo>
                  <a:cubicBezTo>
                    <a:pt x="18836" y="32017"/>
                    <a:pt x="18883" y="31826"/>
                    <a:pt x="18931" y="31624"/>
                  </a:cubicBezTo>
                  <a:cubicBezTo>
                    <a:pt x="18967" y="31457"/>
                    <a:pt x="19002" y="31267"/>
                    <a:pt x="19026" y="31064"/>
                  </a:cubicBezTo>
                  <a:cubicBezTo>
                    <a:pt x="19074" y="30683"/>
                    <a:pt x="19086" y="30278"/>
                    <a:pt x="19062" y="29874"/>
                  </a:cubicBezTo>
                  <a:cubicBezTo>
                    <a:pt x="19014" y="29004"/>
                    <a:pt x="18836" y="28195"/>
                    <a:pt x="18514" y="27457"/>
                  </a:cubicBezTo>
                  <a:cubicBezTo>
                    <a:pt x="18145" y="26587"/>
                    <a:pt x="17621" y="25861"/>
                    <a:pt x="16943" y="25302"/>
                  </a:cubicBezTo>
                  <a:cubicBezTo>
                    <a:pt x="16871" y="25242"/>
                    <a:pt x="16800" y="25182"/>
                    <a:pt x="16728" y="25135"/>
                  </a:cubicBezTo>
                  <a:cubicBezTo>
                    <a:pt x="16705" y="25123"/>
                    <a:pt x="16693" y="25111"/>
                    <a:pt x="16669" y="25099"/>
                  </a:cubicBezTo>
                  <a:lnTo>
                    <a:pt x="16609" y="25051"/>
                  </a:lnTo>
                  <a:cubicBezTo>
                    <a:pt x="16466" y="24944"/>
                    <a:pt x="16288" y="24849"/>
                    <a:pt x="16097" y="24754"/>
                  </a:cubicBezTo>
                  <a:cubicBezTo>
                    <a:pt x="15562" y="24480"/>
                    <a:pt x="14680" y="24123"/>
                    <a:pt x="13657" y="24075"/>
                  </a:cubicBezTo>
                  <a:cubicBezTo>
                    <a:pt x="13585" y="24075"/>
                    <a:pt x="13526" y="24075"/>
                    <a:pt x="13454" y="24075"/>
                  </a:cubicBezTo>
                  <a:cubicBezTo>
                    <a:pt x="12240" y="24075"/>
                    <a:pt x="11144" y="24516"/>
                    <a:pt x="10204" y="25409"/>
                  </a:cubicBezTo>
                  <a:cubicBezTo>
                    <a:pt x="8644" y="26873"/>
                    <a:pt x="8465" y="28600"/>
                    <a:pt x="8323" y="29993"/>
                  </a:cubicBezTo>
                  <a:cubicBezTo>
                    <a:pt x="8263" y="30612"/>
                    <a:pt x="8203" y="31195"/>
                    <a:pt x="8025" y="31612"/>
                  </a:cubicBezTo>
                  <a:cubicBezTo>
                    <a:pt x="7751" y="32207"/>
                    <a:pt x="7453" y="32767"/>
                    <a:pt x="7144" y="33291"/>
                  </a:cubicBezTo>
                  <a:cubicBezTo>
                    <a:pt x="6930" y="33660"/>
                    <a:pt x="6632" y="33922"/>
                    <a:pt x="6322" y="34017"/>
                  </a:cubicBezTo>
                  <a:cubicBezTo>
                    <a:pt x="6203" y="34053"/>
                    <a:pt x="6096" y="34076"/>
                    <a:pt x="5989" y="34076"/>
                  </a:cubicBezTo>
                  <a:lnTo>
                    <a:pt x="5989" y="34076"/>
                  </a:lnTo>
                  <a:cubicBezTo>
                    <a:pt x="5822" y="34076"/>
                    <a:pt x="5679" y="34029"/>
                    <a:pt x="5560" y="33945"/>
                  </a:cubicBezTo>
                  <a:lnTo>
                    <a:pt x="0" y="30159"/>
                  </a:lnTo>
                  <a:cubicBezTo>
                    <a:pt x="48" y="30052"/>
                    <a:pt x="333" y="29540"/>
                    <a:pt x="333" y="29540"/>
                  </a:cubicBezTo>
                  <a:cubicBezTo>
                    <a:pt x="405" y="29409"/>
                    <a:pt x="488" y="29278"/>
                    <a:pt x="560" y="29135"/>
                  </a:cubicBezTo>
                  <a:cubicBezTo>
                    <a:pt x="726" y="28838"/>
                    <a:pt x="881" y="28552"/>
                    <a:pt x="1060" y="28278"/>
                  </a:cubicBezTo>
                  <a:lnTo>
                    <a:pt x="1203" y="28028"/>
                  </a:lnTo>
                  <a:cubicBezTo>
                    <a:pt x="1655" y="27290"/>
                    <a:pt x="2131" y="26516"/>
                    <a:pt x="2619" y="25813"/>
                  </a:cubicBezTo>
                  <a:cubicBezTo>
                    <a:pt x="3512" y="24492"/>
                    <a:pt x="4513" y="23170"/>
                    <a:pt x="5894" y="21539"/>
                  </a:cubicBezTo>
                  <a:cubicBezTo>
                    <a:pt x="7251" y="20003"/>
                    <a:pt x="8418" y="18801"/>
                    <a:pt x="9561" y="17789"/>
                  </a:cubicBezTo>
                  <a:cubicBezTo>
                    <a:pt x="9918" y="17467"/>
                    <a:pt x="10216" y="17098"/>
                    <a:pt x="10466" y="16705"/>
                  </a:cubicBezTo>
                  <a:cubicBezTo>
                    <a:pt x="10704" y="16336"/>
                    <a:pt x="10894" y="15931"/>
                    <a:pt x="11025" y="15515"/>
                  </a:cubicBezTo>
                  <a:cubicBezTo>
                    <a:pt x="11311" y="14574"/>
                    <a:pt x="11228" y="13669"/>
                    <a:pt x="10811" y="12967"/>
                  </a:cubicBezTo>
                  <a:cubicBezTo>
                    <a:pt x="9870" y="11383"/>
                    <a:pt x="8382" y="10204"/>
                    <a:pt x="6501" y="9550"/>
                  </a:cubicBezTo>
                  <a:cubicBezTo>
                    <a:pt x="6001" y="9383"/>
                    <a:pt x="5644" y="9109"/>
                    <a:pt x="5382" y="8728"/>
                  </a:cubicBezTo>
                  <a:cubicBezTo>
                    <a:pt x="5191" y="8418"/>
                    <a:pt x="5060" y="8061"/>
                    <a:pt x="5001" y="7656"/>
                  </a:cubicBezTo>
                  <a:cubicBezTo>
                    <a:pt x="4953" y="7216"/>
                    <a:pt x="4989" y="6740"/>
                    <a:pt x="5108" y="6216"/>
                  </a:cubicBezTo>
                  <a:cubicBezTo>
                    <a:pt x="5251" y="5656"/>
                    <a:pt x="5477" y="5085"/>
                    <a:pt x="5798" y="4513"/>
                  </a:cubicBezTo>
                  <a:cubicBezTo>
                    <a:pt x="6144" y="3930"/>
                    <a:pt x="6584" y="3358"/>
                    <a:pt x="7108" y="2811"/>
                  </a:cubicBezTo>
                  <a:cubicBezTo>
                    <a:pt x="8811" y="1096"/>
                    <a:pt x="10954" y="37"/>
                    <a:pt x="12847" y="1"/>
                  </a:cubicBezTo>
                  <a:cubicBezTo>
                    <a:pt x="12918" y="1"/>
                    <a:pt x="12990" y="1"/>
                    <a:pt x="13049" y="1"/>
                  </a:cubicBezTo>
                  <a:cubicBezTo>
                    <a:pt x="13395" y="1"/>
                    <a:pt x="13728" y="25"/>
                    <a:pt x="14026" y="96"/>
                  </a:cubicBezTo>
                  <a:cubicBezTo>
                    <a:pt x="14335" y="156"/>
                    <a:pt x="14657" y="275"/>
                    <a:pt x="14942" y="441"/>
                  </a:cubicBezTo>
                  <a:cubicBezTo>
                    <a:pt x="15442" y="727"/>
                    <a:pt x="15788" y="1132"/>
                    <a:pt x="15966" y="1656"/>
                  </a:cubicBezTo>
                  <a:cubicBezTo>
                    <a:pt x="16133" y="2144"/>
                    <a:pt x="16145" y="2704"/>
                    <a:pt x="16002" y="3323"/>
                  </a:cubicBezTo>
                  <a:cubicBezTo>
                    <a:pt x="15764" y="4358"/>
                    <a:pt x="15657" y="5382"/>
                    <a:pt x="15704" y="6359"/>
                  </a:cubicBezTo>
                  <a:cubicBezTo>
                    <a:pt x="15752" y="7359"/>
                    <a:pt x="15943" y="8311"/>
                    <a:pt x="16288" y="9192"/>
                  </a:cubicBezTo>
                  <a:cubicBezTo>
                    <a:pt x="16597" y="10002"/>
                    <a:pt x="17300" y="10585"/>
                    <a:pt x="18205" y="10800"/>
                  </a:cubicBezTo>
                  <a:cubicBezTo>
                    <a:pt x="18490" y="10871"/>
                    <a:pt x="18812" y="10919"/>
                    <a:pt x="19133" y="10919"/>
                  </a:cubicBezTo>
                  <a:cubicBezTo>
                    <a:pt x="19729" y="10919"/>
                    <a:pt x="20288" y="10788"/>
                    <a:pt x="20824" y="10514"/>
                  </a:cubicBezTo>
                  <a:cubicBezTo>
                    <a:pt x="27956" y="6954"/>
                    <a:pt x="31314" y="6418"/>
                    <a:pt x="33992" y="6025"/>
                  </a:cubicBezTo>
                  <a:lnTo>
                    <a:pt x="33992" y="13800"/>
                  </a:lnTo>
                  <a:cubicBezTo>
                    <a:pt x="33992" y="14050"/>
                    <a:pt x="33790" y="14276"/>
                    <a:pt x="33564" y="14288"/>
                  </a:cubicBezTo>
                  <a:cubicBezTo>
                    <a:pt x="33457" y="14288"/>
                    <a:pt x="33349" y="14300"/>
                    <a:pt x="33242" y="14300"/>
                  </a:cubicBezTo>
                  <a:cubicBezTo>
                    <a:pt x="33076" y="14300"/>
                    <a:pt x="32897" y="14312"/>
                    <a:pt x="32730" y="14312"/>
                  </a:cubicBezTo>
                  <a:lnTo>
                    <a:pt x="32659" y="14312"/>
                  </a:lnTo>
                  <a:cubicBezTo>
                    <a:pt x="32576" y="14312"/>
                    <a:pt x="32480" y="14300"/>
                    <a:pt x="32397" y="14300"/>
                  </a:cubicBezTo>
                  <a:cubicBezTo>
                    <a:pt x="32195" y="14288"/>
                    <a:pt x="32004" y="14276"/>
                    <a:pt x="31814" y="14253"/>
                  </a:cubicBezTo>
                  <a:cubicBezTo>
                    <a:pt x="31718" y="14253"/>
                    <a:pt x="31635" y="14241"/>
                    <a:pt x="31552" y="14229"/>
                  </a:cubicBezTo>
                  <a:cubicBezTo>
                    <a:pt x="31444" y="14229"/>
                    <a:pt x="31325" y="14217"/>
                    <a:pt x="31206" y="14205"/>
                  </a:cubicBezTo>
                  <a:cubicBezTo>
                    <a:pt x="30861" y="14169"/>
                    <a:pt x="30492" y="14110"/>
                    <a:pt x="30040" y="14014"/>
                  </a:cubicBezTo>
                  <a:cubicBezTo>
                    <a:pt x="30040" y="14014"/>
                    <a:pt x="30028" y="14014"/>
                    <a:pt x="30016" y="14014"/>
                  </a:cubicBezTo>
                  <a:cubicBezTo>
                    <a:pt x="29647" y="13955"/>
                    <a:pt x="29254" y="13872"/>
                    <a:pt x="28849" y="13776"/>
                  </a:cubicBezTo>
                  <a:cubicBezTo>
                    <a:pt x="28658" y="13729"/>
                    <a:pt x="28456" y="13693"/>
                    <a:pt x="28266" y="13669"/>
                  </a:cubicBezTo>
                  <a:cubicBezTo>
                    <a:pt x="28254" y="13657"/>
                    <a:pt x="28242" y="13657"/>
                    <a:pt x="28230" y="13657"/>
                  </a:cubicBezTo>
                  <a:cubicBezTo>
                    <a:pt x="28123" y="13645"/>
                    <a:pt x="28027" y="13645"/>
                    <a:pt x="27920" y="13645"/>
                  </a:cubicBezTo>
                  <a:lnTo>
                    <a:pt x="27813" y="13645"/>
                  </a:lnTo>
                  <a:cubicBezTo>
                    <a:pt x="27742" y="13645"/>
                    <a:pt x="27682" y="13645"/>
                    <a:pt x="27623" y="13645"/>
                  </a:cubicBezTo>
                  <a:cubicBezTo>
                    <a:pt x="27206" y="13657"/>
                    <a:pt x="26801" y="13717"/>
                    <a:pt x="26396" y="13836"/>
                  </a:cubicBezTo>
                  <a:cubicBezTo>
                    <a:pt x="25991" y="13943"/>
                    <a:pt x="25587" y="14122"/>
                    <a:pt x="25110" y="14395"/>
                  </a:cubicBezTo>
                  <a:cubicBezTo>
                    <a:pt x="24789" y="14598"/>
                    <a:pt x="24384" y="14872"/>
                    <a:pt x="24027" y="15276"/>
                  </a:cubicBezTo>
                  <a:cubicBezTo>
                    <a:pt x="23396" y="15943"/>
                    <a:pt x="22955" y="16705"/>
                    <a:pt x="22729" y="17539"/>
                  </a:cubicBezTo>
                  <a:cubicBezTo>
                    <a:pt x="22431" y="18539"/>
                    <a:pt x="22420" y="19598"/>
                    <a:pt x="22693" y="20622"/>
                  </a:cubicBezTo>
                  <a:cubicBezTo>
                    <a:pt x="22693" y="20670"/>
                    <a:pt x="22705" y="20718"/>
                    <a:pt x="22717" y="20753"/>
                  </a:cubicBezTo>
                  <a:cubicBezTo>
                    <a:pt x="22789" y="21003"/>
                    <a:pt x="22872" y="21241"/>
                    <a:pt x="22979" y="21480"/>
                  </a:cubicBezTo>
                  <a:cubicBezTo>
                    <a:pt x="22991" y="21527"/>
                    <a:pt x="23015" y="21563"/>
                    <a:pt x="23027" y="21599"/>
                  </a:cubicBezTo>
                  <a:cubicBezTo>
                    <a:pt x="23193" y="21956"/>
                    <a:pt x="23396" y="22313"/>
                    <a:pt x="23622" y="22646"/>
                  </a:cubicBezTo>
                  <a:cubicBezTo>
                    <a:pt x="24229" y="23539"/>
                    <a:pt x="25039" y="24218"/>
                    <a:pt x="26015" y="24647"/>
                  </a:cubicBezTo>
                  <a:cubicBezTo>
                    <a:pt x="26622" y="24885"/>
                    <a:pt x="27206" y="25004"/>
                    <a:pt x="27765" y="25004"/>
                  </a:cubicBezTo>
                  <a:cubicBezTo>
                    <a:pt x="27777" y="25004"/>
                    <a:pt x="27801" y="25004"/>
                    <a:pt x="27801" y="25004"/>
                  </a:cubicBezTo>
                  <a:cubicBezTo>
                    <a:pt x="28170" y="25004"/>
                    <a:pt x="28539" y="24944"/>
                    <a:pt x="28885" y="24837"/>
                  </a:cubicBezTo>
                  <a:cubicBezTo>
                    <a:pt x="29218" y="24754"/>
                    <a:pt x="29539" y="24611"/>
                    <a:pt x="29837" y="24432"/>
                  </a:cubicBezTo>
                  <a:cubicBezTo>
                    <a:pt x="29980" y="24349"/>
                    <a:pt x="30111" y="24266"/>
                    <a:pt x="30254" y="24159"/>
                  </a:cubicBezTo>
                  <a:cubicBezTo>
                    <a:pt x="30385" y="24063"/>
                    <a:pt x="30516" y="23956"/>
                    <a:pt x="30635" y="23849"/>
                  </a:cubicBezTo>
                  <a:cubicBezTo>
                    <a:pt x="30873" y="23623"/>
                    <a:pt x="31135" y="23420"/>
                    <a:pt x="31385" y="23242"/>
                  </a:cubicBezTo>
                  <a:cubicBezTo>
                    <a:pt x="31647" y="23063"/>
                    <a:pt x="31933" y="22908"/>
                    <a:pt x="32254" y="22765"/>
                  </a:cubicBezTo>
                  <a:cubicBezTo>
                    <a:pt x="32385" y="22706"/>
                    <a:pt x="32611" y="22611"/>
                    <a:pt x="32730" y="22575"/>
                  </a:cubicBezTo>
                  <a:cubicBezTo>
                    <a:pt x="32826" y="22551"/>
                    <a:pt x="32909" y="22527"/>
                    <a:pt x="33004" y="22504"/>
                  </a:cubicBezTo>
                  <a:cubicBezTo>
                    <a:pt x="33278" y="22444"/>
                    <a:pt x="33576" y="22373"/>
                    <a:pt x="33826" y="22373"/>
                  </a:cubicBezTo>
                  <a:cubicBezTo>
                    <a:pt x="33838" y="22373"/>
                    <a:pt x="33850" y="22373"/>
                    <a:pt x="33861" y="22373"/>
                  </a:cubicBezTo>
                  <a:cubicBezTo>
                    <a:pt x="33921" y="22373"/>
                    <a:pt x="33992" y="22468"/>
                    <a:pt x="33992" y="22563"/>
                  </a:cubicBezTo>
                  <a:lnTo>
                    <a:pt x="33992" y="30219"/>
                  </a:lnTo>
                  <a:cubicBezTo>
                    <a:pt x="32861" y="30814"/>
                    <a:pt x="31016" y="32160"/>
                    <a:pt x="29670" y="33624"/>
                  </a:cubicBezTo>
                  <a:cubicBezTo>
                    <a:pt x="29158" y="34195"/>
                    <a:pt x="28861" y="35160"/>
                    <a:pt x="28956" y="35993"/>
                  </a:cubicBezTo>
                  <a:cubicBezTo>
                    <a:pt x="29028" y="36601"/>
                    <a:pt x="29301" y="37112"/>
                    <a:pt x="29742" y="37410"/>
                  </a:cubicBezTo>
                  <a:cubicBezTo>
                    <a:pt x="30254" y="37767"/>
                    <a:pt x="30825" y="38053"/>
                    <a:pt x="31456" y="38255"/>
                  </a:cubicBezTo>
                  <a:cubicBezTo>
                    <a:pt x="31790" y="38363"/>
                    <a:pt x="32016" y="38529"/>
                    <a:pt x="32183" y="38767"/>
                  </a:cubicBezTo>
                  <a:cubicBezTo>
                    <a:pt x="32314" y="38958"/>
                    <a:pt x="32397" y="39196"/>
                    <a:pt x="32445" y="39458"/>
                  </a:cubicBezTo>
                  <a:cubicBezTo>
                    <a:pt x="32480" y="39756"/>
                    <a:pt x="32457" y="40089"/>
                    <a:pt x="32385" y="40446"/>
                  </a:cubicBezTo>
                  <a:cubicBezTo>
                    <a:pt x="32290" y="40851"/>
                    <a:pt x="32135" y="41256"/>
                    <a:pt x="31909" y="41673"/>
                  </a:cubicBezTo>
                  <a:cubicBezTo>
                    <a:pt x="31671" y="42089"/>
                    <a:pt x="31361" y="42506"/>
                    <a:pt x="30992" y="42911"/>
                  </a:cubicBezTo>
                  <a:cubicBezTo>
                    <a:pt x="29801" y="44149"/>
                    <a:pt x="28242" y="44959"/>
                    <a:pt x="26908" y="45018"/>
                  </a:cubicBezTo>
                  <a:cubicBezTo>
                    <a:pt x="26825" y="45018"/>
                    <a:pt x="26753" y="45018"/>
                    <a:pt x="26682" y="45018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36;p40">
              <a:extLst>
                <a:ext uri="{FF2B5EF4-FFF2-40B4-BE49-F238E27FC236}">
                  <a16:creationId xmlns:a16="http://schemas.microsoft.com/office/drawing/2014/main" id="{9068A3E6-08BB-1655-5C7C-DE3A5C198D52}"/>
                </a:ext>
              </a:extLst>
            </p:cNvPr>
            <p:cNvSpPr/>
            <p:nvPr/>
          </p:nvSpPr>
          <p:spPr>
            <a:xfrm rot="-2700000">
              <a:off x="3705182" y="1382822"/>
              <a:ext cx="16122" cy="441235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1237;p40">
            <a:extLst>
              <a:ext uri="{FF2B5EF4-FFF2-40B4-BE49-F238E27FC236}">
                <a16:creationId xmlns:a16="http://schemas.microsoft.com/office/drawing/2014/main" id="{DADFE499-0ACB-E04F-EB26-7017CA471B0F}"/>
              </a:ext>
            </a:extLst>
          </p:cNvPr>
          <p:cNvGrpSpPr/>
          <p:nvPr/>
        </p:nvGrpSpPr>
        <p:grpSpPr>
          <a:xfrm>
            <a:off x="2593535" y="2463870"/>
            <a:ext cx="1065094" cy="1833029"/>
            <a:chOff x="3122038" y="2084869"/>
            <a:chExt cx="809357" cy="1338631"/>
          </a:xfrm>
        </p:grpSpPr>
        <p:sp>
          <p:nvSpPr>
            <p:cNvPr id="32" name="Google Shape;1238;p40">
              <a:extLst>
                <a:ext uri="{FF2B5EF4-FFF2-40B4-BE49-F238E27FC236}">
                  <a16:creationId xmlns:a16="http://schemas.microsoft.com/office/drawing/2014/main" id="{0D5AAC1D-3507-35ED-900E-C78CF844A74A}"/>
                </a:ext>
              </a:extLst>
            </p:cNvPr>
            <p:cNvSpPr/>
            <p:nvPr/>
          </p:nvSpPr>
          <p:spPr>
            <a:xfrm>
              <a:off x="3393186" y="2084869"/>
              <a:ext cx="538209" cy="1338631"/>
            </a:xfrm>
            <a:custGeom>
              <a:avLst/>
              <a:gdLst/>
              <a:ahLst/>
              <a:cxnLst/>
              <a:rect l="l" t="t" r="r" b="b"/>
              <a:pathLst>
                <a:path w="24230" h="60258" extrusionOk="0">
                  <a:moveTo>
                    <a:pt x="19419" y="60258"/>
                  </a:moveTo>
                  <a:cubicBezTo>
                    <a:pt x="18645" y="60258"/>
                    <a:pt x="17978" y="59972"/>
                    <a:pt x="17359" y="59401"/>
                  </a:cubicBezTo>
                  <a:cubicBezTo>
                    <a:pt x="16276" y="58377"/>
                    <a:pt x="16157" y="57174"/>
                    <a:pt x="16026" y="55900"/>
                  </a:cubicBezTo>
                  <a:cubicBezTo>
                    <a:pt x="15943" y="55150"/>
                    <a:pt x="15871" y="54424"/>
                    <a:pt x="15597" y="53769"/>
                  </a:cubicBezTo>
                  <a:cubicBezTo>
                    <a:pt x="15585" y="53757"/>
                    <a:pt x="15585" y="53745"/>
                    <a:pt x="15573" y="53733"/>
                  </a:cubicBezTo>
                  <a:cubicBezTo>
                    <a:pt x="15276" y="53090"/>
                    <a:pt x="14954" y="52471"/>
                    <a:pt x="14609" y="51900"/>
                  </a:cubicBezTo>
                  <a:cubicBezTo>
                    <a:pt x="14157" y="51150"/>
                    <a:pt x="13537" y="50626"/>
                    <a:pt x="12811" y="50400"/>
                  </a:cubicBezTo>
                  <a:cubicBezTo>
                    <a:pt x="12537" y="50304"/>
                    <a:pt x="12252" y="50257"/>
                    <a:pt x="11978" y="50257"/>
                  </a:cubicBezTo>
                  <a:lnTo>
                    <a:pt x="11978" y="50257"/>
                  </a:lnTo>
                  <a:cubicBezTo>
                    <a:pt x="11430" y="50257"/>
                    <a:pt x="10966" y="50400"/>
                    <a:pt x="10537" y="50685"/>
                  </a:cubicBezTo>
                  <a:lnTo>
                    <a:pt x="5167" y="54352"/>
                  </a:lnTo>
                  <a:cubicBezTo>
                    <a:pt x="3798" y="51566"/>
                    <a:pt x="2679" y="48626"/>
                    <a:pt x="1834" y="45589"/>
                  </a:cubicBezTo>
                  <a:cubicBezTo>
                    <a:pt x="1143" y="43149"/>
                    <a:pt x="476" y="40101"/>
                    <a:pt x="36" y="37434"/>
                  </a:cubicBezTo>
                  <a:cubicBezTo>
                    <a:pt x="0" y="37267"/>
                    <a:pt x="36" y="37112"/>
                    <a:pt x="143" y="37005"/>
                  </a:cubicBezTo>
                  <a:cubicBezTo>
                    <a:pt x="238" y="36874"/>
                    <a:pt x="405" y="36803"/>
                    <a:pt x="572" y="36803"/>
                  </a:cubicBezTo>
                  <a:cubicBezTo>
                    <a:pt x="691" y="36803"/>
                    <a:pt x="798" y="36838"/>
                    <a:pt x="917" y="36910"/>
                  </a:cubicBezTo>
                  <a:cubicBezTo>
                    <a:pt x="964" y="36946"/>
                    <a:pt x="1024" y="36981"/>
                    <a:pt x="1084" y="37005"/>
                  </a:cubicBezTo>
                  <a:cubicBezTo>
                    <a:pt x="1655" y="37315"/>
                    <a:pt x="2262" y="37469"/>
                    <a:pt x="2881" y="37469"/>
                  </a:cubicBezTo>
                  <a:cubicBezTo>
                    <a:pt x="3060" y="37469"/>
                    <a:pt x="3239" y="37457"/>
                    <a:pt x="3417" y="37434"/>
                  </a:cubicBezTo>
                  <a:cubicBezTo>
                    <a:pt x="3417" y="37434"/>
                    <a:pt x="3429" y="37434"/>
                    <a:pt x="3429" y="37434"/>
                  </a:cubicBezTo>
                  <a:cubicBezTo>
                    <a:pt x="4489" y="37279"/>
                    <a:pt x="5489" y="36684"/>
                    <a:pt x="6298" y="35719"/>
                  </a:cubicBezTo>
                  <a:cubicBezTo>
                    <a:pt x="6668" y="35291"/>
                    <a:pt x="7001" y="34779"/>
                    <a:pt x="7251" y="34231"/>
                  </a:cubicBezTo>
                  <a:cubicBezTo>
                    <a:pt x="7370" y="33981"/>
                    <a:pt x="7477" y="33719"/>
                    <a:pt x="7584" y="33386"/>
                  </a:cubicBezTo>
                  <a:cubicBezTo>
                    <a:pt x="7691" y="33100"/>
                    <a:pt x="7775" y="32790"/>
                    <a:pt x="7846" y="32469"/>
                  </a:cubicBezTo>
                  <a:cubicBezTo>
                    <a:pt x="7953" y="31921"/>
                    <a:pt x="7989" y="30897"/>
                    <a:pt x="8013" y="30147"/>
                  </a:cubicBezTo>
                  <a:cubicBezTo>
                    <a:pt x="8013" y="30135"/>
                    <a:pt x="8013" y="30123"/>
                    <a:pt x="8013" y="30111"/>
                  </a:cubicBezTo>
                  <a:cubicBezTo>
                    <a:pt x="7989" y="29361"/>
                    <a:pt x="7953" y="28349"/>
                    <a:pt x="7846" y="27802"/>
                  </a:cubicBezTo>
                  <a:cubicBezTo>
                    <a:pt x="7775" y="27480"/>
                    <a:pt x="7691" y="27159"/>
                    <a:pt x="7584" y="26861"/>
                  </a:cubicBezTo>
                  <a:cubicBezTo>
                    <a:pt x="7477" y="26551"/>
                    <a:pt x="7370" y="26278"/>
                    <a:pt x="7251" y="26027"/>
                  </a:cubicBezTo>
                  <a:cubicBezTo>
                    <a:pt x="7001" y="25480"/>
                    <a:pt x="6668" y="24980"/>
                    <a:pt x="6287" y="24527"/>
                  </a:cubicBezTo>
                  <a:cubicBezTo>
                    <a:pt x="5477" y="23575"/>
                    <a:pt x="4489" y="22980"/>
                    <a:pt x="3417" y="22825"/>
                  </a:cubicBezTo>
                  <a:cubicBezTo>
                    <a:pt x="3239" y="22801"/>
                    <a:pt x="3060" y="22789"/>
                    <a:pt x="2881" y="22789"/>
                  </a:cubicBezTo>
                  <a:cubicBezTo>
                    <a:pt x="2262" y="22789"/>
                    <a:pt x="1655" y="22944"/>
                    <a:pt x="1084" y="23253"/>
                  </a:cubicBezTo>
                  <a:cubicBezTo>
                    <a:pt x="1024" y="23277"/>
                    <a:pt x="964" y="23313"/>
                    <a:pt x="917" y="23349"/>
                  </a:cubicBezTo>
                  <a:cubicBezTo>
                    <a:pt x="798" y="23420"/>
                    <a:pt x="691" y="23456"/>
                    <a:pt x="572" y="23456"/>
                  </a:cubicBezTo>
                  <a:cubicBezTo>
                    <a:pt x="405" y="23456"/>
                    <a:pt x="238" y="23384"/>
                    <a:pt x="143" y="23265"/>
                  </a:cubicBezTo>
                  <a:cubicBezTo>
                    <a:pt x="36" y="23146"/>
                    <a:pt x="0" y="23003"/>
                    <a:pt x="36" y="22837"/>
                  </a:cubicBezTo>
                  <a:cubicBezTo>
                    <a:pt x="476" y="20158"/>
                    <a:pt x="1143" y="17110"/>
                    <a:pt x="1834" y="14669"/>
                  </a:cubicBezTo>
                  <a:cubicBezTo>
                    <a:pt x="2679" y="11645"/>
                    <a:pt x="3798" y="8692"/>
                    <a:pt x="5167" y="5906"/>
                  </a:cubicBezTo>
                  <a:lnTo>
                    <a:pt x="10537" y="9573"/>
                  </a:lnTo>
                  <a:cubicBezTo>
                    <a:pt x="10966" y="9859"/>
                    <a:pt x="11442" y="10002"/>
                    <a:pt x="11942" y="10002"/>
                  </a:cubicBezTo>
                  <a:cubicBezTo>
                    <a:pt x="12252" y="10002"/>
                    <a:pt x="12537" y="9954"/>
                    <a:pt x="12811" y="9871"/>
                  </a:cubicBezTo>
                  <a:cubicBezTo>
                    <a:pt x="13537" y="9633"/>
                    <a:pt x="14157" y="9121"/>
                    <a:pt x="14609" y="8371"/>
                  </a:cubicBezTo>
                  <a:cubicBezTo>
                    <a:pt x="14954" y="7787"/>
                    <a:pt x="15276" y="7168"/>
                    <a:pt x="15573" y="6525"/>
                  </a:cubicBezTo>
                  <a:cubicBezTo>
                    <a:pt x="15585" y="6513"/>
                    <a:pt x="15585" y="6513"/>
                    <a:pt x="15585" y="6501"/>
                  </a:cubicBezTo>
                  <a:cubicBezTo>
                    <a:pt x="15871" y="5835"/>
                    <a:pt x="15943" y="5120"/>
                    <a:pt x="16026" y="4358"/>
                  </a:cubicBezTo>
                  <a:cubicBezTo>
                    <a:pt x="16157" y="3084"/>
                    <a:pt x="16276" y="1882"/>
                    <a:pt x="17359" y="858"/>
                  </a:cubicBezTo>
                  <a:cubicBezTo>
                    <a:pt x="17978" y="286"/>
                    <a:pt x="18645" y="0"/>
                    <a:pt x="19419" y="0"/>
                  </a:cubicBezTo>
                  <a:cubicBezTo>
                    <a:pt x="19467" y="0"/>
                    <a:pt x="19502" y="0"/>
                    <a:pt x="19550" y="12"/>
                  </a:cubicBezTo>
                  <a:cubicBezTo>
                    <a:pt x="20253" y="36"/>
                    <a:pt x="20884" y="286"/>
                    <a:pt x="21277" y="501"/>
                  </a:cubicBezTo>
                  <a:cubicBezTo>
                    <a:pt x="21407" y="560"/>
                    <a:pt x="21503" y="620"/>
                    <a:pt x="21586" y="679"/>
                  </a:cubicBezTo>
                  <a:cubicBezTo>
                    <a:pt x="21598" y="691"/>
                    <a:pt x="21610" y="691"/>
                    <a:pt x="21622" y="703"/>
                  </a:cubicBezTo>
                  <a:cubicBezTo>
                    <a:pt x="21681" y="739"/>
                    <a:pt x="21729" y="786"/>
                    <a:pt x="21788" y="822"/>
                  </a:cubicBezTo>
                  <a:cubicBezTo>
                    <a:pt x="22253" y="1215"/>
                    <a:pt x="22622" y="1715"/>
                    <a:pt x="22884" y="2322"/>
                  </a:cubicBezTo>
                  <a:cubicBezTo>
                    <a:pt x="23110" y="2870"/>
                    <a:pt x="23253" y="3489"/>
                    <a:pt x="23289" y="4144"/>
                  </a:cubicBezTo>
                  <a:cubicBezTo>
                    <a:pt x="23301" y="4453"/>
                    <a:pt x="23289" y="4751"/>
                    <a:pt x="23253" y="5037"/>
                  </a:cubicBezTo>
                  <a:cubicBezTo>
                    <a:pt x="23241" y="5180"/>
                    <a:pt x="23217" y="5311"/>
                    <a:pt x="23182" y="5454"/>
                  </a:cubicBezTo>
                  <a:cubicBezTo>
                    <a:pt x="23146" y="5620"/>
                    <a:pt x="23122" y="5751"/>
                    <a:pt x="23086" y="5882"/>
                  </a:cubicBezTo>
                  <a:cubicBezTo>
                    <a:pt x="23003" y="6132"/>
                    <a:pt x="22908" y="6370"/>
                    <a:pt x="22789" y="6585"/>
                  </a:cubicBezTo>
                  <a:cubicBezTo>
                    <a:pt x="22681" y="6775"/>
                    <a:pt x="22539" y="7013"/>
                    <a:pt x="22360" y="7192"/>
                  </a:cubicBezTo>
                  <a:cubicBezTo>
                    <a:pt x="22027" y="7549"/>
                    <a:pt x="21693" y="7787"/>
                    <a:pt x="21348" y="7918"/>
                  </a:cubicBezTo>
                  <a:cubicBezTo>
                    <a:pt x="19753" y="8573"/>
                    <a:pt x="18490" y="9656"/>
                    <a:pt x="17669" y="11061"/>
                  </a:cubicBezTo>
                  <a:cubicBezTo>
                    <a:pt x="17288" y="11680"/>
                    <a:pt x="17181" y="12490"/>
                    <a:pt x="17371" y="13276"/>
                  </a:cubicBezTo>
                  <a:cubicBezTo>
                    <a:pt x="17550" y="13990"/>
                    <a:pt x="18014" y="14657"/>
                    <a:pt x="18657" y="15098"/>
                  </a:cubicBezTo>
                  <a:lnTo>
                    <a:pt x="24229" y="18884"/>
                  </a:lnTo>
                  <a:cubicBezTo>
                    <a:pt x="23146" y="21194"/>
                    <a:pt x="22431" y="23694"/>
                    <a:pt x="22146" y="26218"/>
                  </a:cubicBezTo>
                  <a:cubicBezTo>
                    <a:pt x="21729" y="26075"/>
                    <a:pt x="21336" y="25897"/>
                    <a:pt x="20967" y="25718"/>
                  </a:cubicBezTo>
                  <a:cubicBezTo>
                    <a:pt x="20336" y="25385"/>
                    <a:pt x="19669" y="25170"/>
                    <a:pt x="18991" y="25075"/>
                  </a:cubicBezTo>
                  <a:cubicBezTo>
                    <a:pt x="18729" y="25039"/>
                    <a:pt x="18455" y="25015"/>
                    <a:pt x="18193" y="25015"/>
                  </a:cubicBezTo>
                  <a:cubicBezTo>
                    <a:pt x="17657" y="25015"/>
                    <a:pt x="17145" y="25099"/>
                    <a:pt x="16669" y="25254"/>
                  </a:cubicBezTo>
                  <a:cubicBezTo>
                    <a:pt x="15943" y="25480"/>
                    <a:pt x="13561" y="26516"/>
                    <a:pt x="13228" y="30052"/>
                  </a:cubicBezTo>
                  <a:cubicBezTo>
                    <a:pt x="13228" y="30099"/>
                    <a:pt x="13228" y="30159"/>
                    <a:pt x="13228" y="30218"/>
                  </a:cubicBezTo>
                  <a:cubicBezTo>
                    <a:pt x="13561" y="33755"/>
                    <a:pt x="15943" y="34779"/>
                    <a:pt x="16669" y="35017"/>
                  </a:cubicBezTo>
                  <a:cubicBezTo>
                    <a:pt x="17145" y="35171"/>
                    <a:pt x="17657" y="35243"/>
                    <a:pt x="18193" y="35243"/>
                  </a:cubicBezTo>
                  <a:cubicBezTo>
                    <a:pt x="18455" y="35243"/>
                    <a:pt x="18729" y="35231"/>
                    <a:pt x="18991" y="35183"/>
                  </a:cubicBezTo>
                  <a:cubicBezTo>
                    <a:pt x="19669" y="35088"/>
                    <a:pt x="20336" y="34874"/>
                    <a:pt x="20967" y="34552"/>
                  </a:cubicBezTo>
                  <a:cubicBezTo>
                    <a:pt x="21336" y="34362"/>
                    <a:pt x="21729" y="34195"/>
                    <a:pt x="22146" y="34052"/>
                  </a:cubicBezTo>
                  <a:cubicBezTo>
                    <a:pt x="22431" y="36565"/>
                    <a:pt x="23146" y="39065"/>
                    <a:pt x="24229" y="41375"/>
                  </a:cubicBezTo>
                  <a:lnTo>
                    <a:pt x="18657" y="45173"/>
                  </a:lnTo>
                  <a:cubicBezTo>
                    <a:pt x="18014" y="45601"/>
                    <a:pt x="17550" y="46268"/>
                    <a:pt x="17371" y="46994"/>
                  </a:cubicBezTo>
                  <a:cubicBezTo>
                    <a:pt x="17181" y="47768"/>
                    <a:pt x="17288" y="48578"/>
                    <a:pt x="17669" y="49209"/>
                  </a:cubicBezTo>
                  <a:cubicBezTo>
                    <a:pt x="18490" y="50614"/>
                    <a:pt x="19753" y="51697"/>
                    <a:pt x="21324" y="52340"/>
                  </a:cubicBezTo>
                  <a:cubicBezTo>
                    <a:pt x="21693" y="52483"/>
                    <a:pt x="22027" y="52721"/>
                    <a:pt x="22372" y="53078"/>
                  </a:cubicBezTo>
                  <a:cubicBezTo>
                    <a:pt x="22539" y="53245"/>
                    <a:pt x="22681" y="53495"/>
                    <a:pt x="22777" y="53674"/>
                  </a:cubicBezTo>
                  <a:cubicBezTo>
                    <a:pt x="22908" y="53888"/>
                    <a:pt x="23003" y="54126"/>
                    <a:pt x="23074" y="54388"/>
                  </a:cubicBezTo>
                  <a:cubicBezTo>
                    <a:pt x="23122" y="54507"/>
                    <a:pt x="23146" y="54638"/>
                    <a:pt x="23182" y="54793"/>
                  </a:cubicBezTo>
                  <a:cubicBezTo>
                    <a:pt x="23217" y="54948"/>
                    <a:pt x="23241" y="55091"/>
                    <a:pt x="23253" y="55222"/>
                  </a:cubicBezTo>
                  <a:cubicBezTo>
                    <a:pt x="23289" y="55507"/>
                    <a:pt x="23301" y="55817"/>
                    <a:pt x="23289" y="56115"/>
                  </a:cubicBezTo>
                  <a:cubicBezTo>
                    <a:pt x="23253" y="56781"/>
                    <a:pt x="23110" y="57388"/>
                    <a:pt x="22884" y="57936"/>
                  </a:cubicBezTo>
                  <a:cubicBezTo>
                    <a:pt x="22622" y="58543"/>
                    <a:pt x="22253" y="59043"/>
                    <a:pt x="21788" y="59436"/>
                  </a:cubicBezTo>
                  <a:cubicBezTo>
                    <a:pt x="21741" y="59484"/>
                    <a:pt x="21681" y="59520"/>
                    <a:pt x="21634" y="59555"/>
                  </a:cubicBezTo>
                  <a:cubicBezTo>
                    <a:pt x="21622" y="59567"/>
                    <a:pt x="21610" y="59567"/>
                    <a:pt x="21598" y="59579"/>
                  </a:cubicBezTo>
                  <a:cubicBezTo>
                    <a:pt x="21503" y="59651"/>
                    <a:pt x="21407" y="59698"/>
                    <a:pt x="21300" y="59758"/>
                  </a:cubicBezTo>
                  <a:cubicBezTo>
                    <a:pt x="20884" y="59972"/>
                    <a:pt x="20253" y="60222"/>
                    <a:pt x="19550" y="60258"/>
                  </a:cubicBezTo>
                  <a:cubicBezTo>
                    <a:pt x="19502" y="60258"/>
                    <a:pt x="19467" y="60258"/>
                    <a:pt x="19419" y="60258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39;p40">
              <a:extLst>
                <a:ext uri="{FF2B5EF4-FFF2-40B4-BE49-F238E27FC236}">
                  <a16:creationId xmlns:a16="http://schemas.microsoft.com/office/drawing/2014/main" id="{52B67D84-7050-6D4C-2110-8769661787FF}"/>
                </a:ext>
              </a:extLst>
            </p:cNvPr>
            <p:cNvSpPr/>
            <p:nvPr/>
          </p:nvSpPr>
          <p:spPr>
            <a:xfrm rot="5400000">
              <a:off x="3334588" y="2533525"/>
              <a:ext cx="16200" cy="441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1240;p40">
            <a:extLst>
              <a:ext uri="{FF2B5EF4-FFF2-40B4-BE49-F238E27FC236}">
                <a16:creationId xmlns:a16="http://schemas.microsoft.com/office/drawing/2014/main" id="{22F62FDE-2B1C-63D4-B3C9-69D70F03697F}"/>
              </a:ext>
            </a:extLst>
          </p:cNvPr>
          <p:cNvGrpSpPr/>
          <p:nvPr/>
        </p:nvGrpSpPr>
        <p:grpSpPr>
          <a:xfrm>
            <a:off x="3831584" y="4186621"/>
            <a:ext cx="1344835" cy="1297351"/>
            <a:chOff x="4062822" y="3342965"/>
            <a:chExt cx="1021930" cy="947434"/>
          </a:xfrm>
        </p:grpSpPr>
        <p:sp>
          <p:nvSpPr>
            <p:cNvPr id="35" name="Google Shape;1241;p40">
              <a:extLst>
                <a:ext uri="{FF2B5EF4-FFF2-40B4-BE49-F238E27FC236}">
                  <a16:creationId xmlns:a16="http://schemas.microsoft.com/office/drawing/2014/main" id="{F1DDCA62-EF27-7216-87DB-3AB6BEE89032}"/>
                </a:ext>
              </a:extLst>
            </p:cNvPr>
            <p:cNvSpPr/>
            <p:nvPr/>
          </p:nvSpPr>
          <p:spPr>
            <a:xfrm>
              <a:off x="4062822" y="3342965"/>
              <a:ext cx="1021930" cy="542513"/>
            </a:xfrm>
            <a:custGeom>
              <a:avLst/>
              <a:gdLst/>
              <a:ahLst/>
              <a:cxnLst/>
              <a:rect l="l" t="t" r="r" b="b"/>
              <a:pathLst>
                <a:path w="46007" h="24421" extrusionOk="0">
                  <a:moveTo>
                    <a:pt x="27707" y="24420"/>
                  </a:moveTo>
                  <a:cubicBezTo>
                    <a:pt x="27623" y="24420"/>
                    <a:pt x="27587" y="24372"/>
                    <a:pt x="27564" y="24349"/>
                  </a:cubicBezTo>
                  <a:cubicBezTo>
                    <a:pt x="27528" y="24301"/>
                    <a:pt x="27528" y="24241"/>
                    <a:pt x="27540" y="24194"/>
                  </a:cubicBezTo>
                  <a:cubicBezTo>
                    <a:pt x="27647" y="23908"/>
                    <a:pt x="27766" y="23622"/>
                    <a:pt x="27885" y="23337"/>
                  </a:cubicBezTo>
                  <a:cubicBezTo>
                    <a:pt x="28207" y="22622"/>
                    <a:pt x="28349" y="21860"/>
                    <a:pt x="28326" y="21086"/>
                  </a:cubicBezTo>
                  <a:cubicBezTo>
                    <a:pt x="28326" y="21074"/>
                    <a:pt x="28314" y="21063"/>
                    <a:pt x="28314" y="21063"/>
                  </a:cubicBezTo>
                  <a:cubicBezTo>
                    <a:pt x="28207" y="18788"/>
                    <a:pt x="26659" y="16848"/>
                    <a:pt x="24468" y="16229"/>
                  </a:cubicBezTo>
                  <a:cubicBezTo>
                    <a:pt x="24004" y="16098"/>
                    <a:pt x="23516" y="16026"/>
                    <a:pt x="23027" y="16002"/>
                  </a:cubicBezTo>
                  <a:cubicBezTo>
                    <a:pt x="23015" y="16002"/>
                    <a:pt x="22980" y="16002"/>
                    <a:pt x="22968" y="16002"/>
                  </a:cubicBezTo>
                  <a:cubicBezTo>
                    <a:pt x="22480" y="16026"/>
                    <a:pt x="22003" y="16098"/>
                    <a:pt x="21527" y="16229"/>
                  </a:cubicBezTo>
                  <a:cubicBezTo>
                    <a:pt x="19336" y="16860"/>
                    <a:pt x="17789" y="18800"/>
                    <a:pt x="17681" y="21063"/>
                  </a:cubicBezTo>
                  <a:cubicBezTo>
                    <a:pt x="17681" y="21074"/>
                    <a:pt x="17681" y="21074"/>
                    <a:pt x="17681" y="21086"/>
                  </a:cubicBezTo>
                  <a:lnTo>
                    <a:pt x="17681" y="21086"/>
                  </a:lnTo>
                  <a:cubicBezTo>
                    <a:pt x="17646" y="21860"/>
                    <a:pt x="17789" y="22622"/>
                    <a:pt x="18110" y="23337"/>
                  </a:cubicBezTo>
                  <a:cubicBezTo>
                    <a:pt x="18241" y="23622"/>
                    <a:pt x="18360" y="23908"/>
                    <a:pt x="18455" y="24194"/>
                  </a:cubicBezTo>
                  <a:cubicBezTo>
                    <a:pt x="18479" y="24241"/>
                    <a:pt x="18467" y="24301"/>
                    <a:pt x="18432" y="24349"/>
                  </a:cubicBezTo>
                  <a:cubicBezTo>
                    <a:pt x="18420" y="24372"/>
                    <a:pt x="18372" y="24420"/>
                    <a:pt x="18301" y="24420"/>
                  </a:cubicBezTo>
                  <a:cubicBezTo>
                    <a:pt x="16229" y="24277"/>
                    <a:pt x="13967" y="24027"/>
                    <a:pt x="11550" y="23670"/>
                  </a:cubicBezTo>
                  <a:lnTo>
                    <a:pt x="11550" y="15645"/>
                  </a:lnTo>
                  <a:cubicBezTo>
                    <a:pt x="11550" y="14443"/>
                    <a:pt x="10609" y="13443"/>
                    <a:pt x="9442" y="13407"/>
                  </a:cubicBezTo>
                  <a:cubicBezTo>
                    <a:pt x="9323" y="13407"/>
                    <a:pt x="9216" y="13395"/>
                    <a:pt x="9121" y="13395"/>
                  </a:cubicBezTo>
                  <a:cubicBezTo>
                    <a:pt x="8930" y="13395"/>
                    <a:pt x="8740" y="13383"/>
                    <a:pt x="8549" y="13383"/>
                  </a:cubicBezTo>
                  <a:lnTo>
                    <a:pt x="8466" y="13383"/>
                  </a:lnTo>
                  <a:cubicBezTo>
                    <a:pt x="8347" y="13383"/>
                    <a:pt x="8228" y="13395"/>
                    <a:pt x="8109" y="13395"/>
                  </a:cubicBezTo>
                  <a:cubicBezTo>
                    <a:pt x="7906" y="13407"/>
                    <a:pt x="7680" y="13419"/>
                    <a:pt x="7454" y="13443"/>
                  </a:cubicBezTo>
                  <a:cubicBezTo>
                    <a:pt x="7394" y="13454"/>
                    <a:pt x="7311" y="13454"/>
                    <a:pt x="7240" y="13466"/>
                  </a:cubicBezTo>
                  <a:cubicBezTo>
                    <a:pt x="7097" y="13478"/>
                    <a:pt x="6966" y="13490"/>
                    <a:pt x="6823" y="13502"/>
                  </a:cubicBezTo>
                  <a:cubicBezTo>
                    <a:pt x="6442" y="13538"/>
                    <a:pt x="6037" y="13609"/>
                    <a:pt x="5537" y="13704"/>
                  </a:cubicBezTo>
                  <a:cubicBezTo>
                    <a:pt x="5120" y="13776"/>
                    <a:pt x="4692" y="13859"/>
                    <a:pt x="4251" y="13966"/>
                  </a:cubicBezTo>
                  <a:cubicBezTo>
                    <a:pt x="4132" y="14002"/>
                    <a:pt x="4001" y="14026"/>
                    <a:pt x="3882" y="14038"/>
                  </a:cubicBezTo>
                  <a:cubicBezTo>
                    <a:pt x="3823" y="14050"/>
                    <a:pt x="3763" y="14050"/>
                    <a:pt x="3704" y="14050"/>
                  </a:cubicBezTo>
                  <a:lnTo>
                    <a:pt x="3620" y="14050"/>
                  </a:lnTo>
                  <a:cubicBezTo>
                    <a:pt x="3584" y="14050"/>
                    <a:pt x="3537" y="14050"/>
                    <a:pt x="3501" y="14050"/>
                  </a:cubicBezTo>
                  <a:cubicBezTo>
                    <a:pt x="3227" y="14038"/>
                    <a:pt x="2942" y="14002"/>
                    <a:pt x="2668" y="13919"/>
                  </a:cubicBezTo>
                  <a:cubicBezTo>
                    <a:pt x="2418" y="13859"/>
                    <a:pt x="2156" y="13740"/>
                    <a:pt x="1822" y="13538"/>
                  </a:cubicBezTo>
                  <a:cubicBezTo>
                    <a:pt x="1513" y="13347"/>
                    <a:pt x="1310" y="13181"/>
                    <a:pt x="1144" y="13002"/>
                  </a:cubicBezTo>
                  <a:cubicBezTo>
                    <a:pt x="691" y="12514"/>
                    <a:pt x="382" y="11978"/>
                    <a:pt x="227" y="11418"/>
                  </a:cubicBezTo>
                  <a:cubicBezTo>
                    <a:pt x="1" y="10645"/>
                    <a:pt x="13" y="9811"/>
                    <a:pt x="275" y="9002"/>
                  </a:cubicBezTo>
                  <a:cubicBezTo>
                    <a:pt x="286" y="8966"/>
                    <a:pt x="286" y="8930"/>
                    <a:pt x="298" y="8894"/>
                  </a:cubicBezTo>
                  <a:cubicBezTo>
                    <a:pt x="298" y="8894"/>
                    <a:pt x="298" y="8882"/>
                    <a:pt x="310" y="8871"/>
                  </a:cubicBezTo>
                  <a:cubicBezTo>
                    <a:pt x="322" y="8847"/>
                    <a:pt x="334" y="8811"/>
                    <a:pt x="358" y="8775"/>
                  </a:cubicBezTo>
                  <a:cubicBezTo>
                    <a:pt x="489" y="8430"/>
                    <a:pt x="667" y="8085"/>
                    <a:pt x="882" y="7775"/>
                  </a:cubicBezTo>
                  <a:cubicBezTo>
                    <a:pt x="1298" y="7156"/>
                    <a:pt x="1858" y="6692"/>
                    <a:pt x="2537" y="6394"/>
                  </a:cubicBezTo>
                  <a:cubicBezTo>
                    <a:pt x="2882" y="6251"/>
                    <a:pt x="3251" y="6180"/>
                    <a:pt x="3584" y="6180"/>
                  </a:cubicBezTo>
                  <a:cubicBezTo>
                    <a:pt x="3823" y="6180"/>
                    <a:pt x="4025" y="6215"/>
                    <a:pt x="4215" y="6275"/>
                  </a:cubicBezTo>
                  <a:cubicBezTo>
                    <a:pt x="4227" y="6275"/>
                    <a:pt x="4239" y="6275"/>
                    <a:pt x="4251" y="6287"/>
                  </a:cubicBezTo>
                  <a:cubicBezTo>
                    <a:pt x="4430" y="6323"/>
                    <a:pt x="4596" y="6406"/>
                    <a:pt x="4763" y="6501"/>
                  </a:cubicBezTo>
                  <a:cubicBezTo>
                    <a:pt x="4847" y="6549"/>
                    <a:pt x="4930" y="6608"/>
                    <a:pt x="5013" y="6680"/>
                  </a:cubicBezTo>
                  <a:cubicBezTo>
                    <a:pt x="5025" y="6680"/>
                    <a:pt x="5037" y="6692"/>
                    <a:pt x="5049" y="6692"/>
                  </a:cubicBezTo>
                  <a:cubicBezTo>
                    <a:pt x="5132" y="6751"/>
                    <a:pt x="5216" y="6823"/>
                    <a:pt x="5287" y="6882"/>
                  </a:cubicBezTo>
                  <a:cubicBezTo>
                    <a:pt x="5585" y="7156"/>
                    <a:pt x="5894" y="7406"/>
                    <a:pt x="6204" y="7632"/>
                  </a:cubicBezTo>
                  <a:cubicBezTo>
                    <a:pt x="6216" y="7632"/>
                    <a:pt x="6228" y="7644"/>
                    <a:pt x="6240" y="7644"/>
                  </a:cubicBezTo>
                  <a:cubicBezTo>
                    <a:pt x="6561" y="7870"/>
                    <a:pt x="6930" y="8061"/>
                    <a:pt x="7335" y="8251"/>
                  </a:cubicBezTo>
                  <a:cubicBezTo>
                    <a:pt x="7537" y="8347"/>
                    <a:pt x="7847" y="8466"/>
                    <a:pt x="8049" y="8537"/>
                  </a:cubicBezTo>
                  <a:cubicBezTo>
                    <a:pt x="8168" y="8561"/>
                    <a:pt x="8287" y="8597"/>
                    <a:pt x="8406" y="8621"/>
                  </a:cubicBezTo>
                  <a:cubicBezTo>
                    <a:pt x="8752" y="8704"/>
                    <a:pt x="9180" y="8799"/>
                    <a:pt x="9621" y="8811"/>
                  </a:cubicBezTo>
                  <a:cubicBezTo>
                    <a:pt x="9633" y="8811"/>
                    <a:pt x="9645" y="8811"/>
                    <a:pt x="9645" y="8811"/>
                  </a:cubicBezTo>
                  <a:cubicBezTo>
                    <a:pt x="10704" y="8811"/>
                    <a:pt x="11550" y="7942"/>
                    <a:pt x="11550" y="6870"/>
                  </a:cubicBezTo>
                  <a:lnTo>
                    <a:pt x="11550" y="0"/>
                  </a:lnTo>
                  <a:cubicBezTo>
                    <a:pt x="13288" y="715"/>
                    <a:pt x="15538" y="1358"/>
                    <a:pt x="18824" y="1524"/>
                  </a:cubicBezTo>
                  <a:cubicBezTo>
                    <a:pt x="18979" y="1536"/>
                    <a:pt x="19063" y="1632"/>
                    <a:pt x="19098" y="1679"/>
                  </a:cubicBezTo>
                  <a:cubicBezTo>
                    <a:pt x="19122" y="1739"/>
                    <a:pt x="19170" y="1846"/>
                    <a:pt x="19122" y="1977"/>
                  </a:cubicBezTo>
                  <a:cubicBezTo>
                    <a:pt x="19051" y="2144"/>
                    <a:pt x="18967" y="2310"/>
                    <a:pt x="18884" y="2501"/>
                  </a:cubicBezTo>
                  <a:cubicBezTo>
                    <a:pt x="18574" y="3179"/>
                    <a:pt x="18408" y="3894"/>
                    <a:pt x="18372" y="4644"/>
                  </a:cubicBezTo>
                  <a:cubicBezTo>
                    <a:pt x="18277" y="6275"/>
                    <a:pt x="18753" y="7728"/>
                    <a:pt x="19682" y="8716"/>
                  </a:cubicBezTo>
                  <a:cubicBezTo>
                    <a:pt x="20515" y="9585"/>
                    <a:pt x="21658" y="10049"/>
                    <a:pt x="23004" y="10049"/>
                  </a:cubicBezTo>
                  <a:cubicBezTo>
                    <a:pt x="24337" y="10049"/>
                    <a:pt x="25492" y="9585"/>
                    <a:pt x="26313" y="8716"/>
                  </a:cubicBezTo>
                  <a:cubicBezTo>
                    <a:pt x="27254" y="7728"/>
                    <a:pt x="27718" y="6275"/>
                    <a:pt x="27623" y="4632"/>
                  </a:cubicBezTo>
                  <a:cubicBezTo>
                    <a:pt x="27599" y="3894"/>
                    <a:pt x="27421" y="3179"/>
                    <a:pt x="27123" y="2501"/>
                  </a:cubicBezTo>
                  <a:cubicBezTo>
                    <a:pt x="27028" y="2310"/>
                    <a:pt x="26956" y="2144"/>
                    <a:pt x="26885" y="1977"/>
                  </a:cubicBezTo>
                  <a:cubicBezTo>
                    <a:pt x="26825" y="1846"/>
                    <a:pt x="26873" y="1739"/>
                    <a:pt x="26909" y="1679"/>
                  </a:cubicBezTo>
                  <a:cubicBezTo>
                    <a:pt x="26945" y="1632"/>
                    <a:pt x="27016" y="1536"/>
                    <a:pt x="27171" y="1524"/>
                  </a:cubicBezTo>
                  <a:cubicBezTo>
                    <a:pt x="30457" y="1358"/>
                    <a:pt x="32707" y="715"/>
                    <a:pt x="34445" y="0"/>
                  </a:cubicBezTo>
                  <a:lnTo>
                    <a:pt x="34445" y="6870"/>
                  </a:lnTo>
                  <a:cubicBezTo>
                    <a:pt x="34445" y="7370"/>
                    <a:pt x="34636" y="7847"/>
                    <a:pt x="34981" y="8216"/>
                  </a:cubicBezTo>
                  <a:cubicBezTo>
                    <a:pt x="35338" y="8597"/>
                    <a:pt x="35827" y="8811"/>
                    <a:pt x="36339" y="8811"/>
                  </a:cubicBezTo>
                  <a:cubicBezTo>
                    <a:pt x="36350" y="8811"/>
                    <a:pt x="36362" y="8811"/>
                    <a:pt x="36386" y="8811"/>
                  </a:cubicBezTo>
                  <a:lnTo>
                    <a:pt x="36374" y="8811"/>
                  </a:lnTo>
                  <a:cubicBezTo>
                    <a:pt x="36827" y="8799"/>
                    <a:pt x="37243" y="8704"/>
                    <a:pt x="37577" y="8632"/>
                  </a:cubicBezTo>
                  <a:cubicBezTo>
                    <a:pt x="37708" y="8597"/>
                    <a:pt x="37827" y="8561"/>
                    <a:pt x="37946" y="8525"/>
                  </a:cubicBezTo>
                  <a:cubicBezTo>
                    <a:pt x="38148" y="8466"/>
                    <a:pt x="38458" y="8347"/>
                    <a:pt x="38672" y="8251"/>
                  </a:cubicBezTo>
                  <a:cubicBezTo>
                    <a:pt x="39077" y="8061"/>
                    <a:pt x="39434" y="7870"/>
                    <a:pt x="39768" y="7644"/>
                  </a:cubicBezTo>
                  <a:cubicBezTo>
                    <a:pt x="39779" y="7644"/>
                    <a:pt x="39779" y="7632"/>
                    <a:pt x="39791" y="7632"/>
                  </a:cubicBezTo>
                  <a:cubicBezTo>
                    <a:pt x="40113" y="7406"/>
                    <a:pt x="40422" y="7156"/>
                    <a:pt x="40708" y="6882"/>
                  </a:cubicBezTo>
                  <a:cubicBezTo>
                    <a:pt x="40791" y="6823"/>
                    <a:pt x="40875" y="6751"/>
                    <a:pt x="40946" y="6692"/>
                  </a:cubicBezTo>
                  <a:cubicBezTo>
                    <a:pt x="40958" y="6692"/>
                    <a:pt x="40970" y="6680"/>
                    <a:pt x="40982" y="6680"/>
                  </a:cubicBezTo>
                  <a:cubicBezTo>
                    <a:pt x="41077" y="6608"/>
                    <a:pt x="41149" y="6549"/>
                    <a:pt x="41232" y="6501"/>
                  </a:cubicBezTo>
                  <a:cubicBezTo>
                    <a:pt x="41399" y="6406"/>
                    <a:pt x="41577" y="6323"/>
                    <a:pt x="41744" y="6287"/>
                  </a:cubicBezTo>
                  <a:cubicBezTo>
                    <a:pt x="41756" y="6275"/>
                    <a:pt x="41768" y="6275"/>
                    <a:pt x="41780" y="6275"/>
                  </a:cubicBezTo>
                  <a:cubicBezTo>
                    <a:pt x="41982" y="6215"/>
                    <a:pt x="42196" y="6180"/>
                    <a:pt x="42411" y="6180"/>
                  </a:cubicBezTo>
                  <a:cubicBezTo>
                    <a:pt x="42756" y="6180"/>
                    <a:pt x="43113" y="6251"/>
                    <a:pt x="43494" y="6406"/>
                  </a:cubicBezTo>
                  <a:cubicBezTo>
                    <a:pt x="44137" y="6692"/>
                    <a:pt x="44697" y="7156"/>
                    <a:pt x="45113" y="7775"/>
                  </a:cubicBezTo>
                  <a:cubicBezTo>
                    <a:pt x="45340" y="8085"/>
                    <a:pt x="45506" y="8430"/>
                    <a:pt x="45649" y="8775"/>
                  </a:cubicBezTo>
                  <a:cubicBezTo>
                    <a:pt x="45661" y="8811"/>
                    <a:pt x="45673" y="8847"/>
                    <a:pt x="45697" y="8871"/>
                  </a:cubicBezTo>
                  <a:cubicBezTo>
                    <a:pt x="45697" y="8882"/>
                    <a:pt x="45697" y="8894"/>
                    <a:pt x="45697" y="8894"/>
                  </a:cubicBezTo>
                  <a:cubicBezTo>
                    <a:pt x="45709" y="8930"/>
                    <a:pt x="45721" y="8966"/>
                    <a:pt x="45733" y="9002"/>
                  </a:cubicBezTo>
                  <a:cubicBezTo>
                    <a:pt x="45983" y="9811"/>
                    <a:pt x="46006" y="10645"/>
                    <a:pt x="45780" y="11418"/>
                  </a:cubicBezTo>
                  <a:cubicBezTo>
                    <a:pt x="45614" y="11978"/>
                    <a:pt x="45316" y="12514"/>
                    <a:pt x="44863" y="12990"/>
                  </a:cubicBezTo>
                  <a:cubicBezTo>
                    <a:pt x="44697" y="13181"/>
                    <a:pt x="44482" y="13347"/>
                    <a:pt x="44161" y="13550"/>
                  </a:cubicBezTo>
                  <a:cubicBezTo>
                    <a:pt x="43851" y="13740"/>
                    <a:pt x="43578" y="13859"/>
                    <a:pt x="43339" y="13919"/>
                  </a:cubicBezTo>
                  <a:cubicBezTo>
                    <a:pt x="43054" y="14002"/>
                    <a:pt x="42780" y="14038"/>
                    <a:pt x="42494" y="14050"/>
                  </a:cubicBezTo>
                  <a:cubicBezTo>
                    <a:pt x="42458" y="14050"/>
                    <a:pt x="42411" y="14050"/>
                    <a:pt x="42375" y="14050"/>
                  </a:cubicBezTo>
                  <a:cubicBezTo>
                    <a:pt x="42292" y="14050"/>
                    <a:pt x="42208" y="14050"/>
                    <a:pt x="42125" y="14038"/>
                  </a:cubicBezTo>
                  <a:cubicBezTo>
                    <a:pt x="41994" y="14026"/>
                    <a:pt x="41875" y="14002"/>
                    <a:pt x="41744" y="13966"/>
                  </a:cubicBezTo>
                  <a:cubicBezTo>
                    <a:pt x="41315" y="13859"/>
                    <a:pt x="40875" y="13776"/>
                    <a:pt x="40458" y="13704"/>
                  </a:cubicBezTo>
                  <a:cubicBezTo>
                    <a:pt x="39970" y="13609"/>
                    <a:pt x="39553" y="13538"/>
                    <a:pt x="39160" y="13502"/>
                  </a:cubicBezTo>
                  <a:cubicBezTo>
                    <a:pt x="39041" y="13490"/>
                    <a:pt x="38898" y="13478"/>
                    <a:pt x="38756" y="13466"/>
                  </a:cubicBezTo>
                  <a:cubicBezTo>
                    <a:pt x="38684" y="13454"/>
                    <a:pt x="38613" y="13454"/>
                    <a:pt x="38529" y="13443"/>
                  </a:cubicBezTo>
                  <a:cubicBezTo>
                    <a:pt x="38315" y="13419"/>
                    <a:pt x="38089" y="13407"/>
                    <a:pt x="37874" y="13395"/>
                  </a:cubicBezTo>
                  <a:cubicBezTo>
                    <a:pt x="37743" y="13383"/>
                    <a:pt x="37601" y="13383"/>
                    <a:pt x="37446" y="13383"/>
                  </a:cubicBezTo>
                  <a:cubicBezTo>
                    <a:pt x="37255" y="13383"/>
                    <a:pt x="37065" y="13395"/>
                    <a:pt x="36874" y="13395"/>
                  </a:cubicBezTo>
                  <a:cubicBezTo>
                    <a:pt x="36779" y="13395"/>
                    <a:pt x="36553" y="13407"/>
                    <a:pt x="36541" y="13407"/>
                  </a:cubicBezTo>
                  <a:cubicBezTo>
                    <a:pt x="35398" y="13443"/>
                    <a:pt x="34445" y="14443"/>
                    <a:pt x="34445" y="15645"/>
                  </a:cubicBezTo>
                  <a:lnTo>
                    <a:pt x="34445" y="23670"/>
                  </a:lnTo>
                  <a:cubicBezTo>
                    <a:pt x="32040" y="24027"/>
                    <a:pt x="29778" y="24277"/>
                    <a:pt x="27718" y="2442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42;p40">
              <a:extLst>
                <a:ext uri="{FF2B5EF4-FFF2-40B4-BE49-F238E27FC236}">
                  <a16:creationId xmlns:a16="http://schemas.microsoft.com/office/drawing/2014/main" id="{1D454E9A-6F8A-2622-6785-E9462BF51A7C}"/>
                </a:ext>
              </a:extLst>
            </p:cNvPr>
            <p:cNvSpPr/>
            <p:nvPr/>
          </p:nvSpPr>
          <p:spPr>
            <a:xfrm>
              <a:off x="4565700" y="3684400"/>
              <a:ext cx="16200" cy="606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1243;p40">
            <a:extLst>
              <a:ext uri="{FF2B5EF4-FFF2-40B4-BE49-F238E27FC236}">
                <a16:creationId xmlns:a16="http://schemas.microsoft.com/office/drawing/2014/main" id="{E62E8065-554A-EE57-01B4-75411783FA42}"/>
              </a:ext>
            </a:extLst>
          </p:cNvPr>
          <p:cNvGrpSpPr/>
          <p:nvPr/>
        </p:nvGrpSpPr>
        <p:grpSpPr>
          <a:xfrm>
            <a:off x="4889634" y="3712574"/>
            <a:ext cx="993654" cy="1510895"/>
            <a:chOff x="4866826" y="2996777"/>
            <a:chExt cx="755070" cy="1103382"/>
          </a:xfrm>
        </p:grpSpPr>
        <p:sp>
          <p:nvSpPr>
            <p:cNvPr id="38" name="Google Shape;1244;p40">
              <a:extLst>
                <a:ext uri="{FF2B5EF4-FFF2-40B4-BE49-F238E27FC236}">
                  <a16:creationId xmlns:a16="http://schemas.microsoft.com/office/drawing/2014/main" id="{BB4EC0A5-A2D8-5B8C-8B2D-F3D5EE9DC80A}"/>
                </a:ext>
              </a:extLst>
            </p:cNvPr>
            <p:cNvSpPr/>
            <p:nvPr/>
          </p:nvSpPr>
          <p:spPr>
            <a:xfrm>
              <a:off x="4866826" y="2996777"/>
              <a:ext cx="755070" cy="1000341"/>
            </a:xfrm>
            <a:custGeom>
              <a:avLst/>
              <a:gdLst/>
              <a:ahLst/>
              <a:cxnLst/>
              <a:rect l="l" t="t" r="r" b="b"/>
              <a:pathLst>
                <a:path w="33993" h="45030" extrusionOk="0">
                  <a:moveTo>
                    <a:pt x="20944" y="45029"/>
                  </a:moveTo>
                  <a:cubicBezTo>
                    <a:pt x="20587" y="45029"/>
                    <a:pt x="20265" y="44994"/>
                    <a:pt x="19956" y="44934"/>
                  </a:cubicBezTo>
                  <a:cubicBezTo>
                    <a:pt x="19646" y="44863"/>
                    <a:pt x="19336" y="44744"/>
                    <a:pt x="19051" y="44589"/>
                  </a:cubicBezTo>
                  <a:cubicBezTo>
                    <a:pt x="18539" y="44303"/>
                    <a:pt x="18193" y="43886"/>
                    <a:pt x="18015" y="43363"/>
                  </a:cubicBezTo>
                  <a:cubicBezTo>
                    <a:pt x="17848" y="42874"/>
                    <a:pt x="17836" y="42315"/>
                    <a:pt x="17979" y="41708"/>
                  </a:cubicBezTo>
                  <a:cubicBezTo>
                    <a:pt x="18229" y="40660"/>
                    <a:pt x="18324" y="39636"/>
                    <a:pt x="18289" y="38672"/>
                  </a:cubicBezTo>
                  <a:cubicBezTo>
                    <a:pt x="18241" y="37660"/>
                    <a:pt x="18039" y="36707"/>
                    <a:pt x="17705" y="35826"/>
                  </a:cubicBezTo>
                  <a:cubicBezTo>
                    <a:pt x="17384" y="35028"/>
                    <a:pt x="16693" y="34445"/>
                    <a:pt x="15788" y="34219"/>
                  </a:cubicBezTo>
                  <a:cubicBezTo>
                    <a:pt x="15491" y="34147"/>
                    <a:pt x="15169" y="34111"/>
                    <a:pt x="14848" y="34111"/>
                  </a:cubicBezTo>
                  <a:cubicBezTo>
                    <a:pt x="14264" y="34111"/>
                    <a:pt x="13693" y="34242"/>
                    <a:pt x="13169" y="34504"/>
                  </a:cubicBezTo>
                  <a:cubicBezTo>
                    <a:pt x="6037" y="38064"/>
                    <a:pt x="2668" y="38600"/>
                    <a:pt x="1" y="38993"/>
                  </a:cubicBezTo>
                  <a:lnTo>
                    <a:pt x="1" y="31230"/>
                  </a:lnTo>
                  <a:cubicBezTo>
                    <a:pt x="1" y="30968"/>
                    <a:pt x="191" y="30742"/>
                    <a:pt x="417" y="30730"/>
                  </a:cubicBezTo>
                  <a:cubicBezTo>
                    <a:pt x="417" y="30730"/>
                    <a:pt x="632" y="30730"/>
                    <a:pt x="739" y="30718"/>
                  </a:cubicBezTo>
                  <a:cubicBezTo>
                    <a:pt x="906" y="30718"/>
                    <a:pt x="1084" y="30718"/>
                    <a:pt x="1251" y="30718"/>
                  </a:cubicBezTo>
                  <a:cubicBezTo>
                    <a:pt x="1370" y="30718"/>
                    <a:pt x="1477" y="30718"/>
                    <a:pt x="1584" y="30718"/>
                  </a:cubicBezTo>
                  <a:cubicBezTo>
                    <a:pt x="1787" y="30730"/>
                    <a:pt x="1977" y="30742"/>
                    <a:pt x="2168" y="30766"/>
                  </a:cubicBezTo>
                  <a:cubicBezTo>
                    <a:pt x="2263" y="30778"/>
                    <a:pt x="2346" y="30778"/>
                    <a:pt x="2430" y="30790"/>
                  </a:cubicBezTo>
                  <a:cubicBezTo>
                    <a:pt x="2549" y="30802"/>
                    <a:pt x="2656" y="30802"/>
                    <a:pt x="2775" y="30813"/>
                  </a:cubicBezTo>
                  <a:cubicBezTo>
                    <a:pt x="3120" y="30861"/>
                    <a:pt x="3489" y="30921"/>
                    <a:pt x="3942" y="31004"/>
                  </a:cubicBezTo>
                  <a:cubicBezTo>
                    <a:pt x="3954" y="31004"/>
                    <a:pt x="3965" y="31004"/>
                    <a:pt x="3977" y="31004"/>
                  </a:cubicBezTo>
                  <a:cubicBezTo>
                    <a:pt x="4346" y="31075"/>
                    <a:pt x="4739" y="31147"/>
                    <a:pt x="5132" y="31254"/>
                  </a:cubicBezTo>
                  <a:cubicBezTo>
                    <a:pt x="5335" y="31302"/>
                    <a:pt x="5525" y="31337"/>
                    <a:pt x="5728" y="31361"/>
                  </a:cubicBezTo>
                  <a:cubicBezTo>
                    <a:pt x="5739" y="31361"/>
                    <a:pt x="5751" y="31361"/>
                    <a:pt x="5763" y="31361"/>
                  </a:cubicBezTo>
                  <a:cubicBezTo>
                    <a:pt x="5894" y="31373"/>
                    <a:pt x="6037" y="31385"/>
                    <a:pt x="6180" y="31385"/>
                  </a:cubicBezTo>
                  <a:cubicBezTo>
                    <a:pt x="6240" y="31385"/>
                    <a:pt x="6299" y="31385"/>
                    <a:pt x="6359" y="31373"/>
                  </a:cubicBezTo>
                  <a:cubicBezTo>
                    <a:pt x="6775" y="31361"/>
                    <a:pt x="7192" y="31302"/>
                    <a:pt x="7597" y="31194"/>
                  </a:cubicBezTo>
                  <a:cubicBezTo>
                    <a:pt x="8002" y="31087"/>
                    <a:pt x="8406" y="30909"/>
                    <a:pt x="8871" y="30623"/>
                  </a:cubicBezTo>
                  <a:cubicBezTo>
                    <a:pt x="9204" y="30421"/>
                    <a:pt x="9597" y="30147"/>
                    <a:pt x="9954" y="29754"/>
                  </a:cubicBezTo>
                  <a:cubicBezTo>
                    <a:pt x="10585" y="29075"/>
                    <a:pt x="11026" y="28313"/>
                    <a:pt x="11264" y="27480"/>
                  </a:cubicBezTo>
                  <a:cubicBezTo>
                    <a:pt x="11550" y="26480"/>
                    <a:pt x="11562" y="25420"/>
                    <a:pt x="11288" y="24396"/>
                  </a:cubicBezTo>
                  <a:cubicBezTo>
                    <a:pt x="11288" y="24348"/>
                    <a:pt x="11276" y="24313"/>
                    <a:pt x="11264" y="24265"/>
                  </a:cubicBezTo>
                  <a:cubicBezTo>
                    <a:pt x="11193" y="24015"/>
                    <a:pt x="11109" y="23777"/>
                    <a:pt x="11014" y="23539"/>
                  </a:cubicBezTo>
                  <a:cubicBezTo>
                    <a:pt x="10990" y="23503"/>
                    <a:pt x="10978" y="23467"/>
                    <a:pt x="10954" y="23432"/>
                  </a:cubicBezTo>
                  <a:cubicBezTo>
                    <a:pt x="10788" y="23063"/>
                    <a:pt x="10597" y="22705"/>
                    <a:pt x="10359" y="22372"/>
                  </a:cubicBezTo>
                  <a:cubicBezTo>
                    <a:pt x="9752" y="21479"/>
                    <a:pt x="8954" y="20812"/>
                    <a:pt x="7966" y="20384"/>
                  </a:cubicBezTo>
                  <a:cubicBezTo>
                    <a:pt x="7359" y="20134"/>
                    <a:pt x="6787" y="20015"/>
                    <a:pt x="6216" y="20015"/>
                  </a:cubicBezTo>
                  <a:cubicBezTo>
                    <a:pt x="5835" y="20015"/>
                    <a:pt x="5454" y="20074"/>
                    <a:pt x="5097" y="20181"/>
                  </a:cubicBezTo>
                  <a:cubicBezTo>
                    <a:pt x="4763" y="20276"/>
                    <a:pt x="4442" y="20407"/>
                    <a:pt x="4144" y="20586"/>
                  </a:cubicBezTo>
                  <a:cubicBezTo>
                    <a:pt x="4013" y="20669"/>
                    <a:pt x="3882" y="20765"/>
                    <a:pt x="3739" y="20872"/>
                  </a:cubicBezTo>
                  <a:cubicBezTo>
                    <a:pt x="3608" y="20967"/>
                    <a:pt x="3477" y="21062"/>
                    <a:pt x="3346" y="21181"/>
                  </a:cubicBezTo>
                  <a:cubicBezTo>
                    <a:pt x="3108" y="21396"/>
                    <a:pt x="2858" y="21598"/>
                    <a:pt x="2596" y="21789"/>
                  </a:cubicBezTo>
                  <a:cubicBezTo>
                    <a:pt x="2346" y="21955"/>
                    <a:pt x="2060" y="22110"/>
                    <a:pt x="1727" y="22265"/>
                  </a:cubicBezTo>
                  <a:cubicBezTo>
                    <a:pt x="1608" y="22324"/>
                    <a:pt x="1382" y="22408"/>
                    <a:pt x="1251" y="22443"/>
                  </a:cubicBezTo>
                  <a:cubicBezTo>
                    <a:pt x="1167" y="22467"/>
                    <a:pt x="1072" y="22491"/>
                    <a:pt x="977" y="22515"/>
                  </a:cubicBezTo>
                  <a:cubicBezTo>
                    <a:pt x="715" y="22586"/>
                    <a:pt x="417" y="22646"/>
                    <a:pt x="155" y="22658"/>
                  </a:cubicBezTo>
                  <a:cubicBezTo>
                    <a:pt x="155" y="22658"/>
                    <a:pt x="155" y="22658"/>
                    <a:pt x="155" y="22658"/>
                  </a:cubicBezTo>
                  <a:cubicBezTo>
                    <a:pt x="72" y="22646"/>
                    <a:pt x="1" y="22562"/>
                    <a:pt x="1" y="22455"/>
                  </a:cubicBezTo>
                  <a:lnTo>
                    <a:pt x="1" y="14800"/>
                  </a:lnTo>
                  <a:cubicBezTo>
                    <a:pt x="1120" y="14204"/>
                    <a:pt x="2965" y="12859"/>
                    <a:pt x="4311" y="11394"/>
                  </a:cubicBezTo>
                  <a:cubicBezTo>
                    <a:pt x="4823" y="10835"/>
                    <a:pt x="5120" y="9859"/>
                    <a:pt x="5025" y="9025"/>
                  </a:cubicBezTo>
                  <a:cubicBezTo>
                    <a:pt x="4966" y="8418"/>
                    <a:pt x="4680" y="7918"/>
                    <a:pt x="4251" y="7608"/>
                  </a:cubicBezTo>
                  <a:cubicBezTo>
                    <a:pt x="3739" y="7263"/>
                    <a:pt x="3156" y="6977"/>
                    <a:pt x="2525" y="6763"/>
                  </a:cubicBezTo>
                  <a:cubicBezTo>
                    <a:pt x="2203" y="6656"/>
                    <a:pt x="1965" y="6501"/>
                    <a:pt x="1799" y="6251"/>
                  </a:cubicBezTo>
                  <a:cubicBezTo>
                    <a:pt x="1668" y="6060"/>
                    <a:pt x="1584" y="5834"/>
                    <a:pt x="1548" y="5560"/>
                  </a:cubicBezTo>
                  <a:cubicBezTo>
                    <a:pt x="1501" y="5263"/>
                    <a:pt x="1525" y="4929"/>
                    <a:pt x="1608" y="4572"/>
                  </a:cubicBezTo>
                  <a:cubicBezTo>
                    <a:pt x="1691" y="4179"/>
                    <a:pt x="1858" y="3763"/>
                    <a:pt x="2072" y="3358"/>
                  </a:cubicBezTo>
                  <a:cubicBezTo>
                    <a:pt x="2310" y="2941"/>
                    <a:pt x="2620" y="2512"/>
                    <a:pt x="3001" y="2108"/>
                  </a:cubicBezTo>
                  <a:cubicBezTo>
                    <a:pt x="4180" y="869"/>
                    <a:pt x="5751" y="60"/>
                    <a:pt x="7073" y="0"/>
                  </a:cubicBezTo>
                  <a:cubicBezTo>
                    <a:pt x="7156" y="0"/>
                    <a:pt x="7228" y="0"/>
                    <a:pt x="7299" y="0"/>
                  </a:cubicBezTo>
                  <a:cubicBezTo>
                    <a:pt x="7514" y="0"/>
                    <a:pt x="7716" y="12"/>
                    <a:pt x="7906" y="48"/>
                  </a:cubicBezTo>
                  <a:cubicBezTo>
                    <a:pt x="8109" y="83"/>
                    <a:pt x="8323" y="167"/>
                    <a:pt x="8526" y="262"/>
                  </a:cubicBezTo>
                  <a:cubicBezTo>
                    <a:pt x="8847" y="441"/>
                    <a:pt x="9073" y="703"/>
                    <a:pt x="9192" y="1036"/>
                  </a:cubicBezTo>
                  <a:cubicBezTo>
                    <a:pt x="9311" y="1357"/>
                    <a:pt x="9323" y="1727"/>
                    <a:pt x="9228" y="2143"/>
                  </a:cubicBezTo>
                  <a:cubicBezTo>
                    <a:pt x="9061" y="2941"/>
                    <a:pt x="8990" y="3727"/>
                    <a:pt x="9038" y="4465"/>
                  </a:cubicBezTo>
                  <a:cubicBezTo>
                    <a:pt x="9038" y="4513"/>
                    <a:pt x="9049" y="4572"/>
                    <a:pt x="9049" y="4620"/>
                  </a:cubicBezTo>
                  <a:cubicBezTo>
                    <a:pt x="9121" y="5596"/>
                    <a:pt x="9883" y="6346"/>
                    <a:pt x="10812" y="6346"/>
                  </a:cubicBezTo>
                  <a:cubicBezTo>
                    <a:pt x="11276" y="6346"/>
                    <a:pt x="11716" y="6144"/>
                    <a:pt x="12050" y="5787"/>
                  </a:cubicBezTo>
                  <a:cubicBezTo>
                    <a:pt x="12193" y="5632"/>
                    <a:pt x="12347" y="5465"/>
                    <a:pt x="12490" y="5310"/>
                  </a:cubicBezTo>
                  <a:cubicBezTo>
                    <a:pt x="12502" y="5298"/>
                    <a:pt x="12597" y="5179"/>
                    <a:pt x="12597" y="5179"/>
                  </a:cubicBezTo>
                  <a:cubicBezTo>
                    <a:pt x="13074" y="4596"/>
                    <a:pt x="13562" y="4001"/>
                    <a:pt x="14002" y="3334"/>
                  </a:cubicBezTo>
                  <a:cubicBezTo>
                    <a:pt x="14181" y="3072"/>
                    <a:pt x="14348" y="2810"/>
                    <a:pt x="14502" y="2560"/>
                  </a:cubicBezTo>
                  <a:cubicBezTo>
                    <a:pt x="14574" y="2441"/>
                    <a:pt x="14645" y="2334"/>
                    <a:pt x="14717" y="2215"/>
                  </a:cubicBezTo>
                  <a:cubicBezTo>
                    <a:pt x="14788" y="2108"/>
                    <a:pt x="14848" y="1988"/>
                    <a:pt x="14907" y="1881"/>
                  </a:cubicBezTo>
                  <a:lnTo>
                    <a:pt x="20313" y="5560"/>
                  </a:lnTo>
                  <a:cubicBezTo>
                    <a:pt x="20598" y="5751"/>
                    <a:pt x="20813" y="6049"/>
                    <a:pt x="20884" y="6358"/>
                  </a:cubicBezTo>
                  <a:cubicBezTo>
                    <a:pt x="20968" y="6680"/>
                    <a:pt x="20932" y="7025"/>
                    <a:pt x="20789" y="7251"/>
                  </a:cubicBezTo>
                  <a:cubicBezTo>
                    <a:pt x="19991" y="8620"/>
                    <a:pt x="18813" y="9323"/>
                    <a:pt x="17955" y="9668"/>
                  </a:cubicBezTo>
                  <a:cubicBezTo>
                    <a:pt x="17396" y="9882"/>
                    <a:pt x="16848" y="10263"/>
                    <a:pt x="16324" y="10811"/>
                  </a:cubicBezTo>
                  <a:cubicBezTo>
                    <a:pt x="16015" y="11144"/>
                    <a:pt x="15800" y="11502"/>
                    <a:pt x="15645" y="11764"/>
                  </a:cubicBezTo>
                  <a:cubicBezTo>
                    <a:pt x="15467" y="12085"/>
                    <a:pt x="15312" y="12442"/>
                    <a:pt x="15193" y="12835"/>
                  </a:cubicBezTo>
                  <a:cubicBezTo>
                    <a:pt x="15145" y="13002"/>
                    <a:pt x="15098" y="13192"/>
                    <a:pt x="15062" y="13395"/>
                  </a:cubicBezTo>
                  <a:cubicBezTo>
                    <a:pt x="15026" y="13561"/>
                    <a:pt x="14991" y="13764"/>
                    <a:pt x="14967" y="13954"/>
                  </a:cubicBezTo>
                  <a:cubicBezTo>
                    <a:pt x="14919" y="14347"/>
                    <a:pt x="14907" y="14740"/>
                    <a:pt x="14919" y="15157"/>
                  </a:cubicBezTo>
                  <a:cubicBezTo>
                    <a:pt x="14967" y="16026"/>
                    <a:pt x="15157" y="16836"/>
                    <a:pt x="15467" y="17562"/>
                  </a:cubicBezTo>
                  <a:cubicBezTo>
                    <a:pt x="15836" y="18431"/>
                    <a:pt x="16372" y="19157"/>
                    <a:pt x="17050" y="19717"/>
                  </a:cubicBezTo>
                  <a:cubicBezTo>
                    <a:pt x="17110" y="19776"/>
                    <a:pt x="17181" y="19836"/>
                    <a:pt x="17265" y="19884"/>
                  </a:cubicBezTo>
                  <a:cubicBezTo>
                    <a:pt x="17277" y="19895"/>
                    <a:pt x="17300" y="19919"/>
                    <a:pt x="17312" y="19931"/>
                  </a:cubicBezTo>
                  <a:lnTo>
                    <a:pt x="17372" y="19967"/>
                  </a:lnTo>
                  <a:cubicBezTo>
                    <a:pt x="17527" y="20074"/>
                    <a:pt x="17705" y="20169"/>
                    <a:pt x="17884" y="20265"/>
                  </a:cubicBezTo>
                  <a:cubicBezTo>
                    <a:pt x="18467" y="20574"/>
                    <a:pt x="19420" y="20943"/>
                    <a:pt x="20527" y="20943"/>
                  </a:cubicBezTo>
                  <a:cubicBezTo>
                    <a:pt x="21753" y="20943"/>
                    <a:pt x="22849" y="20503"/>
                    <a:pt x="23789" y="19622"/>
                  </a:cubicBezTo>
                  <a:cubicBezTo>
                    <a:pt x="25349" y="18157"/>
                    <a:pt x="25516" y="16419"/>
                    <a:pt x="25659" y="15026"/>
                  </a:cubicBezTo>
                  <a:cubicBezTo>
                    <a:pt x="25730" y="14407"/>
                    <a:pt x="25790" y="13823"/>
                    <a:pt x="25956" y="13407"/>
                  </a:cubicBezTo>
                  <a:cubicBezTo>
                    <a:pt x="26242" y="12811"/>
                    <a:pt x="26528" y="12252"/>
                    <a:pt x="26837" y="11728"/>
                  </a:cubicBezTo>
                  <a:cubicBezTo>
                    <a:pt x="27064" y="11359"/>
                    <a:pt x="27349" y="11109"/>
                    <a:pt x="27671" y="11002"/>
                  </a:cubicBezTo>
                  <a:cubicBezTo>
                    <a:pt x="27778" y="10966"/>
                    <a:pt x="27897" y="10954"/>
                    <a:pt x="28004" y="10954"/>
                  </a:cubicBezTo>
                  <a:cubicBezTo>
                    <a:pt x="28159" y="10954"/>
                    <a:pt x="28302" y="10990"/>
                    <a:pt x="28433" y="11085"/>
                  </a:cubicBezTo>
                  <a:lnTo>
                    <a:pt x="33993" y="14859"/>
                  </a:lnTo>
                  <a:cubicBezTo>
                    <a:pt x="33933" y="14966"/>
                    <a:pt x="33648" y="15478"/>
                    <a:pt x="33648" y="15478"/>
                  </a:cubicBezTo>
                  <a:cubicBezTo>
                    <a:pt x="33576" y="15609"/>
                    <a:pt x="33493" y="15752"/>
                    <a:pt x="33422" y="15883"/>
                  </a:cubicBezTo>
                  <a:cubicBezTo>
                    <a:pt x="33255" y="16193"/>
                    <a:pt x="33100" y="16466"/>
                    <a:pt x="32933" y="16740"/>
                  </a:cubicBezTo>
                  <a:lnTo>
                    <a:pt x="32779" y="16990"/>
                  </a:lnTo>
                  <a:cubicBezTo>
                    <a:pt x="32326" y="17729"/>
                    <a:pt x="31862" y="18502"/>
                    <a:pt x="31362" y="19205"/>
                  </a:cubicBezTo>
                  <a:cubicBezTo>
                    <a:pt x="30493" y="20515"/>
                    <a:pt x="29457" y="21872"/>
                    <a:pt x="28088" y="23479"/>
                  </a:cubicBezTo>
                  <a:cubicBezTo>
                    <a:pt x="26730" y="25015"/>
                    <a:pt x="25563" y="26218"/>
                    <a:pt x="24420" y="27230"/>
                  </a:cubicBezTo>
                  <a:cubicBezTo>
                    <a:pt x="24075" y="27551"/>
                    <a:pt x="23766" y="27920"/>
                    <a:pt x="23516" y="28325"/>
                  </a:cubicBezTo>
                  <a:cubicBezTo>
                    <a:pt x="23277" y="28682"/>
                    <a:pt x="23087" y="29087"/>
                    <a:pt x="22968" y="29504"/>
                  </a:cubicBezTo>
                  <a:cubicBezTo>
                    <a:pt x="22682" y="30444"/>
                    <a:pt x="22754" y="31349"/>
                    <a:pt x="23170" y="32052"/>
                  </a:cubicBezTo>
                  <a:cubicBezTo>
                    <a:pt x="24123" y="33635"/>
                    <a:pt x="25611" y="34814"/>
                    <a:pt x="27480" y="35469"/>
                  </a:cubicBezTo>
                  <a:cubicBezTo>
                    <a:pt x="27980" y="35635"/>
                    <a:pt x="28338" y="35909"/>
                    <a:pt x="28599" y="36290"/>
                  </a:cubicBezTo>
                  <a:cubicBezTo>
                    <a:pt x="28599" y="36290"/>
                    <a:pt x="28599" y="36290"/>
                    <a:pt x="28599" y="36302"/>
                  </a:cubicBezTo>
                  <a:cubicBezTo>
                    <a:pt x="28802" y="36600"/>
                    <a:pt x="28933" y="36957"/>
                    <a:pt x="28980" y="37374"/>
                  </a:cubicBezTo>
                  <a:cubicBezTo>
                    <a:pt x="29028" y="37802"/>
                    <a:pt x="28992" y="38291"/>
                    <a:pt x="28873" y="38803"/>
                  </a:cubicBezTo>
                  <a:cubicBezTo>
                    <a:pt x="28742" y="39362"/>
                    <a:pt x="28504" y="39934"/>
                    <a:pt x="28183" y="40505"/>
                  </a:cubicBezTo>
                  <a:cubicBezTo>
                    <a:pt x="27849" y="41089"/>
                    <a:pt x="27397" y="41660"/>
                    <a:pt x="26873" y="42208"/>
                  </a:cubicBezTo>
                  <a:cubicBezTo>
                    <a:pt x="25182" y="43922"/>
                    <a:pt x="23027" y="44982"/>
                    <a:pt x="21134" y="45018"/>
                  </a:cubicBezTo>
                  <a:cubicBezTo>
                    <a:pt x="21063" y="45029"/>
                    <a:pt x="21003" y="45029"/>
                    <a:pt x="20944" y="45029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45;p40">
              <a:extLst>
                <a:ext uri="{FF2B5EF4-FFF2-40B4-BE49-F238E27FC236}">
                  <a16:creationId xmlns:a16="http://schemas.microsoft.com/office/drawing/2014/main" id="{DC7696B1-D89E-006D-3AD4-DB91705421E1}"/>
                </a:ext>
              </a:extLst>
            </p:cNvPr>
            <p:cNvSpPr/>
            <p:nvPr/>
          </p:nvSpPr>
          <p:spPr>
            <a:xfrm rot="9007440" flipH="1">
              <a:off x="5414555" y="3684386"/>
              <a:ext cx="16261" cy="441245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1246;p40">
            <a:extLst>
              <a:ext uri="{FF2B5EF4-FFF2-40B4-BE49-F238E27FC236}">
                <a16:creationId xmlns:a16="http://schemas.microsoft.com/office/drawing/2014/main" id="{A0B9EE4E-39D5-B648-E160-A8DF93A1F8C3}"/>
              </a:ext>
            </a:extLst>
          </p:cNvPr>
          <p:cNvGrpSpPr/>
          <p:nvPr/>
        </p:nvGrpSpPr>
        <p:grpSpPr>
          <a:xfrm>
            <a:off x="3124727" y="3712574"/>
            <a:ext cx="993654" cy="1465015"/>
            <a:chOff x="3525687" y="2996777"/>
            <a:chExt cx="755070" cy="1069876"/>
          </a:xfrm>
        </p:grpSpPr>
        <p:sp>
          <p:nvSpPr>
            <p:cNvPr id="41" name="Google Shape;1247;p40">
              <a:extLst>
                <a:ext uri="{FF2B5EF4-FFF2-40B4-BE49-F238E27FC236}">
                  <a16:creationId xmlns:a16="http://schemas.microsoft.com/office/drawing/2014/main" id="{0694D580-CAD0-46A8-47B4-9BA7425F37FA}"/>
                </a:ext>
              </a:extLst>
            </p:cNvPr>
            <p:cNvSpPr/>
            <p:nvPr/>
          </p:nvSpPr>
          <p:spPr>
            <a:xfrm>
              <a:off x="3525687" y="2996777"/>
              <a:ext cx="755070" cy="1000341"/>
            </a:xfrm>
            <a:custGeom>
              <a:avLst/>
              <a:gdLst/>
              <a:ahLst/>
              <a:cxnLst/>
              <a:rect l="l" t="t" r="r" b="b"/>
              <a:pathLst>
                <a:path w="33993" h="45030" extrusionOk="0">
                  <a:moveTo>
                    <a:pt x="13049" y="45029"/>
                  </a:moveTo>
                  <a:cubicBezTo>
                    <a:pt x="12978" y="45029"/>
                    <a:pt x="12918" y="45029"/>
                    <a:pt x="12859" y="45018"/>
                  </a:cubicBezTo>
                  <a:cubicBezTo>
                    <a:pt x="10954" y="44982"/>
                    <a:pt x="8811" y="43922"/>
                    <a:pt x="7108" y="42208"/>
                  </a:cubicBezTo>
                  <a:cubicBezTo>
                    <a:pt x="6584" y="41660"/>
                    <a:pt x="6144" y="41089"/>
                    <a:pt x="5787" y="40493"/>
                  </a:cubicBezTo>
                  <a:cubicBezTo>
                    <a:pt x="5477" y="39934"/>
                    <a:pt x="5251" y="39362"/>
                    <a:pt x="5108" y="38803"/>
                  </a:cubicBezTo>
                  <a:cubicBezTo>
                    <a:pt x="4989" y="38291"/>
                    <a:pt x="4953" y="37802"/>
                    <a:pt x="5001" y="37362"/>
                  </a:cubicBezTo>
                  <a:cubicBezTo>
                    <a:pt x="5060" y="36957"/>
                    <a:pt x="5191" y="36600"/>
                    <a:pt x="5382" y="36302"/>
                  </a:cubicBezTo>
                  <a:cubicBezTo>
                    <a:pt x="5644" y="35909"/>
                    <a:pt x="6001" y="35647"/>
                    <a:pt x="6501" y="35469"/>
                  </a:cubicBezTo>
                  <a:cubicBezTo>
                    <a:pt x="8382" y="34814"/>
                    <a:pt x="9870" y="33635"/>
                    <a:pt x="10811" y="32052"/>
                  </a:cubicBezTo>
                  <a:cubicBezTo>
                    <a:pt x="11228" y="31349"/>
                    <a:pt x="11311" y="30444"/>
                    <a:pt x="11025" y="29504"/>
                  </a:cubicBezTo>
                  <a:cubicBezTo>
                    <a:pt x="10894" y="29087"/>
                    <a:pt x="10704" y="28682"/>
                    <a:pt x="10454" y="28301"/>
                  </a:cubicBezTo>
                  <a:cubicBezTo>
                    <a:pt x="10216" y="27920"/>
                    <a:pt x="9918" y="27551"/>
                    <a:pt x="9561" y="27242"/>
                  </a:cubicBezTo>
                  <a:cubicBezTo>
                    <a:pt x="8418" y="26218"/>
                    <a:pt x="7251" y="25015"/>
                    <a:pt x="5882" y="23467"/>
                  </a:cubicBezTo>
                  <a:cubicBezTo>
                    <a:pt x="4536" y="21872"/>
                    <a:pt x="3501" y="20515"/>
                    <a:pt x="2631" y="19229"/>
                  </a:cubicBezTo>
                  <a:cubicBezTo>
                    <a:pt x="2131" y="18502"/>
                    <a:pt x="1667" y="17740"/>
                    <a:pt x="1215" y="16990"/>
                  </a:cubicBezTo>
                  <a:lnTo>
                    <a:pt x="1060" y="16752"/>
                  </a:lnTo>
                  <a:cubicBezTo>
                    <a:pt x="881" y="16466"/>
                    <a:pt x="726" y="16181"/>
                    <a:pt x="560" y="15883"/>
                  </a:cubicBezTo>
                  <a:cubicBezTo>
                    <a:pt x="488" y="15752"/>
                    <a:pt x="48" y="14966"/>
                    <a:pt x="0" y="14859"/>
                  </a:cubicBezTo>
                  <a:lnTo>
                    <a:pt x="5560" y="11085"/>
                  </a:lnTo>
                  <a:cubicBezTo>
                    <a:pt x="5691" y="10990"/>
                    <a:pt x="5822" y="10954"/>
                    <a:pt x="5977" y="10954"/>
                  </a:cubicBezTo>
                  <a:cubicBezTo>
                    <a:pt x="6096" y="10954"/>
                    <a:pt x="6203" y="10966"/>
                    <a:pt x="6322" y="11002"/>
                  </a:cubicBezTo>
                  <a:cubicBezTo>
                    <a:pt x="6632" y="11109"/>
                    <a:pt x="6930" y="11359"/>
                    <a:pt x="7144" y="11740"/>
                  </a:cubicBezTo>
                  <a:cubicBezTo>
                    <a:pt x="7453" y="12252"/>
                    <a:pt x="7751" y="12811"/>
                    <a:pt x="8025" y="13407"/>
                  </a:cubicBezTo>
                  <a:cubicBezTo>
                    <a:pt x="8203" y="13823"/>
                    <a:pt x="8263" y="14407"/>
                    <a:pt x="8323" y="15026"/>
                  </a:cubicBezTo>
                  <a:cubicBezTo>
                    <a:pt x="8465" y="16419"/>
                    <a:pt x="8644" y="18157"/>
                    <a:pt x="10204" y="19622"/>
                  </a:cubicBezTo>
                  <a:cubicBezTo>
                    <a:pt x="11144" y="20503"/>
                    <a:pt x="12240" y="20943"/>
                    <a:pt x="13454" y="20943"/>
                  </a:cubicBezTo>
                  <a:cubicBezTo>
                    <a:pt x="13526" y="20943"/>
                    <a:pt x="13585" y="20943"/>
                    <a:pt x="13657" y="20943"/>
                  </a:cubicBezTo>
                  <a:cubicBezTo>
                    <a:pt x="14680" y="20907"/>
                    <a:pt x="15562" y="20550"/>
                    <a:pt x="16121" y="20253"/>
                  </a:cubicBezTo>
                  <a:cubicBezTo>
                    <a:pt x="16288" y="20169"/>
                    <a:pt x="16466" y="20074"/>
                    <a:pt x="16621" y="19955"/>
                  </a:cubicBezTo>
                  <a:lnTo>
                    <a:pt x="16669" y="19931"/>
                  </a:lnTo>
                  <a:cubicBezTo>
                    <a:pt x="16693" y="19919"/>
                    <a:pt x="16705" y="19895"/>
                    <a:pt x="16728" y="19884"/>
                  </a:cubicBezTo>
                  <a:cubicBezTo>
                    <a:pt x="16800" y="19836"/>
                    <a:pt x="16871" y="19776"/>
                    <a:pt x="16943" y="19717"/>
                  </a:cubicBezTo>
                  <a:cubicBezTo>
                    <a:pt x="17621" y="19157"/>
                    <a:pt x="18145" y="18431"/>
                    <a:pt x="18514" y="17562"/>
                  </a:cubicBezTo>
                  <a:cubicBezTo>
                    <a:pt x="18836" y="16836"/>
                    <a:pt x="19014" y="16026"/>
                    <a:pt x="19062" y="15157"/>
                  </a:cubicBezTo>
                  <a:cubicBezTo>
                    <a:pt x="19086" y="14752"/>
                    <a:pt x="19074" y="14347"/>
                    <a:pt x="19026" y="13954"/>
                  </a:cubicBezTo>
                  <a:cubicBezTo>
                    <a:pt x="19002" y="13764"/>
                    <a:pt x="18967" y="13561"/>
                    <a:pt x="18919" y="13383"/>
                  </a:cubicBezTo>
                  <a:cubicBezTo>
                    <a:pt x="18883" y="13192"/>
                    <a:pt x="18836" y="13002"/>
                    <a:pt x="18788" y="12835"/>
                  </a:cubicBezTo>
                  <a:cubicBezTo>
                    <a:pt x="18669" y="12454"/>
                    <a:pt x="18526" y="12085"/>
                    <a:pt x="18336" y="11764"/>
                  </a:cubicBezTo>
                  <a:cubicBezTo>
                    <a:pt x="18181" y="11502"/>
                    <a:pt x="17967" y="11144"/>
                    <a:pt x="17669" y="10823"/>
                  </a:cubicBezTo>
                  <a:cubicBezTo>
                    <a:pt x="17145" y="10263"/>
                    <a:pt x="16597" y="9882"/>
                    <a:pt x="16002" y="9668"/>
                  </a:cubicBezTo>
                  <a:cubicBezTo>
                    <a:pt x="15181" y="9323"/>
                    <a:pt x="14002" y="8620"/>
                    <a:pt x="13204" y="7263"/>
                  </a:cubicBezTo>
                  <a:cubicBezTo>
                    <a:pt x="13061" y="7025"/>
                    <a:pt x="13026" y="6691"/>
                    <a:pt x="13097" y="6358"/>
                  </a:cubicBezTo>
                  <a:cubicBezTo>
                    <a:pt x="13180" y="6049"/>
                    <a:pt x="13395" y="5751"/>
                    <a:pt x="13668" y="5560"/>
                  </a:cubicBezTo>
                  <a:lnTo>
                    <a:pt x="19074" y="1881"/>
                  </a:lnTo>
                  <a:cubicBezTo>
                    <a:pt x="19133" y="1988"/>
                    <a:pt x="19205" y="2108"/>
                    <a:pt x="19276" y="2227"/>
                  </a:cubicBezTo>
                  <a:cubicBezTo>
                    <a:pt x="19348" y="2334"/>
                    <a:pt x="19419" y="2441"/>
                    <a:pt x="19491" y="2560"/>
                  </a:cubicBezTo>
                  <a:cubicBezTo>
                    <a:pt x="19645" y="2810"/>
                    <a:pt x="19800" y="3072"/>
                    <a:pt x="19991" y="3334"/>
                  </a:cubicBezTo>
                  <a:cubicBezTo>
                    <a:pt x="20419" y="4001"/>
                    <a:pt x="20907" y="4596"/>
                    <a:pt x="21384" y="5179"/>
                  </a:cubicBezTo>
                  <a:cubicBezTo>
                    <a:pt x="21384" y="5179"/>
                    <a:pt x="21479" y="5298"/>
                    <a:pt x="21491" y="5310"/>
                  </a:cubicBezTo>
                  <a:cubicBezTo>
                    <a:pt x="21646" y="5465"/>
                    <a:pt x="21789" y="5632"/>
                    <a:pt x="21943" y="5787"/>
                  </a:cubicBezTo>
                  <a:cubicBezTo>
                    <a:pt x="22265" y="6144"/>
                    <a:pt x="22717" y="6346"/>
                    <a:pt x="23182" y="6346"/>
                  </a:cubicBezTo>
                  <a:cubicBezTo>
                    <a:pt x="24098" y="6346"/>
                    <a:pt x="24860" y="5608"/>
                    <a:pt x="24944" y="4620"/>
                  </a:cubicBezTo>
                  <a:cubicBezTo>
                    <a:pt x="24944" y="4572"/>
                    <a:pt x="24944" y="4513"/>
                    <a:pt x="24944" y="4465"/>
                  </a:cubicBezTo>
                  <a:cubicBezTo>
                    <a:pt x="24991" y="3727"/>
                    <a:pt x="24932" y="2941"/>
                    <a:pt x="24753" y="2143"/>
                  </a:cubicBezTo>
                  <a:cubicBezTo>
                    <a:pt x="24670" y="1727"/>
                    <a:pt x="24682" y="1357"/>
                    <a:pt x="24789" y="1036"/>
                  </a:cubicBezTo>
                  <a:cubicBezTo>
                    <a:pt x="24908" y="703"/>
                    <a:pt x="25134" y="453"/>
                    <a:pt x="25468" y="262"/>
                  </a:cubicBezTo>
                  <a:cubicBezTo>
                    <a:pt x="25658" y="167"/>
                    <a:pt x="25872" y="83"/>
                    <a:pt x="26075" y="48"/>
                  </a:cubicBezTo>
                  <a:cubicBezTo>
                    <a:pt x="26265" y="12"/>
                    <a:pt x="26468" y="0"/>
                    <a:pt x="26682" y="0"/>
                  </a:cubicBezTo>
                  <a:cubicBezTo>
                    <a:pt x="26753" y="0"/>
                    <a:pt x="26825" y="0"/>
                    <a:pt x="26896" y="0"/>
                  </a:cubicBezTo>
                  <a:cubicBezTo>
                    <a:pt x="28242" y="60"/>
                    <a:pt x="29801" y="869"/>
                    <a:pt x="30992" y="2119"/>
                  </a:cubicBezTo>
                  <a:cubicBezTo>
                    <a:pt x="31361" y="2512"/>
                    <a:pt x="31671" y="2941"/>
                    <a:pt x="31921" y="3370"/>
                  </a:cubicBezTo>
                  <a:cubicBezTo>
                    <a:pt x="32135" y="3763"/>
                    <a:pt x="32290" y="4179"/>
                    <a:pt x="32385" y="4572"/>
                  </a:cubicBezTo>
                  <a:cubicBezTo>
                    <a:pt x="32457" y="4929"/>
                    <a:pt x="32480" y="5263"/>
                    <a:pt x="32445" y="5560"/>
                  </a:cubicBezTo>
                  <a:cubicBezTo>
                    <a:pt x="32397" y="5834"/>
                    <a:pt x="32314" y="6060"/>
                    <a:pt x="32183" y="6251"/>
                  </a:cubicBezTo>
                  <a:cubicBezTo>
                    <a:pt x="32016" y="6501"/>
                    <a:pt x="31790" y="6656"/>
                    <a:pt x="31456" y="6775"/>
                  </a:cubicBezTo>
                  <a:cubicBezTo>
                    <a:pt x="30825" y="6977"/>
                    <a:pt x="30254" y="7263"/>
                    <a:pt x="29742" y="7608"/>
                  </a:cubicBezTo>
                  <a:cubicBezTo>
                    <a:pt x="29301" y="7918"/>
                    <a:pt x="29028" y="8418"/>
                    <a:pt x="28956" y="9025"/>
                  </a:cubicBezTo>
                  <a:cubicBezTo>
                    <a:pt x="28861" y="9859"/>
                    <a:pt x="29158" y="10835"/>
                    <a:pt x="29670" y="11394"/>
                  </a:cubicBezTo>
                  <a:cubicBezTo>
                    <a:pt x="31016" y="12859"/>
                    <a:pt x="32861" y="14204"/>
                    <a:pt x="33992" y="14800"/>
                  </a:cubicBezTo>
                  <a:lnTo>
                    <a:pt x="33992" y="22455"/>
                  </a:lnTo>
                  <a:cubicBezTo>
                    <a:pt x="33992" y="22562"/>
                    <a:pt x="33921" y="22658"/>
                    <a:pt x="33850" y="22658"/>
                  </a:cubicBezTo>
                  <a:cubicBezTo>
                    <a:pt x="33850" y="22658"/>
                    <a:pt x="33838" y="22658"/>
                    <a:pt x="33838" y="22658"/>
                  </a:cubicBezTo>
                  <a:cubicBezTo>
                    <a:pt x="33576" y="22646"/>
                    <a:pt x="33278" y="22586"/>
                    <a:pt x="32992" y="22515"/>
                  </a:cubicBezTo>
                  <a:cubicBezTo>
                    <a:pt x="32909" y="22491"/>
                    <a:pt x="32826" y="22467"/>
                    <a:pt x="32730" y="22443"/>
                  </a:cubicBezTo>
                  <a:cubicBezTo>
                    <a:pt x="32611" y="22408"/>
                    <a:pt x="32385" y="22324"/>
                    <a:pt x="32254" y="22265"/>
                  </a:cubicBezTo>
                  <a:cubicBezTo>
                    <a:pt x="31933" y="22110"/>
                    <a:pt x="31647" y="21955"/>
                    <a:pt x="31385" y="21789"/>
                  </a:cubicBezTo>
                  <a:cubicBezTo>
                    <a:pt x="31135" y="21598"/>
                    <a:pt x="30873" y="21396"/>
                    <a:pt x="30635" y="21181"/>
                  </a:cubicBezTo>
                  <a:cubicBezTo>
                    <a:pt x="30516" y="21062"/>
                    <a:pt x="30385" y="20967"/>
                    <a:pt x="30254" y="20872"/>
                  </a:cubicBezTo>
                  <a:cubicBezTo>
                    <a:pt x="30111" y="20765"/>
                    <a:pt x="29980" y="20669"/>
                    <a:pt x="29837" y="20586"/>
                  </a:cubicBezTo>
                  <a:cubicBezTo>
                    <a:pt x="29539" y="20407"/>
                    <a:pt x="29218" y="20276"/>
                    <a:pt x="28897" y="20181"/>
                  </a:cubicBezTo>
                  <a:cubicBezTo>
                    <a:pt x="28539" y="20074"/>
                    <a:pt x="28170" y="20026"/>
                    <a:pt x="27801" y="20026"/>
                  </a:cubicBezTo>
                  <a:lnTo>
                    <a:pt x="27777" y="20026"/>
                  </a:lnTo>
                  <a:cubicBezTo>
                    <a:pt x="27206" y="20026"/>
                    <a:pt x="26622" y="20134"/>
                    <a:pt x="26039" y="20372"/>
                  </a:cubicBezTo>
                  <a:cubicBezTo>
                    <a:pt x="25039" y="20812"/>
                    <a:pt x="24229" y="21479"/>
                    <a:pt x="23622" y="22372"/>
                  </a:cubicBezTo>
                  <a:cubicBezTo>
                    <a:pt x="23396" y="22705"/>
                    <a:pt x="23193" y="23063"/>
                    <a:pt x="23027" y="23432"/>
                  </a:cubicBezTo>
                  <a:cubicBezTo>
                    <a:pt x="23015" y="23467"/>
                    <a:pt x="22991" y="23503"/>
                    <a:pt x="22979" y="23539"/>
                  </a:cubicBezTo>
                  <a:cubicBezTo>
                    <a:pt x="22872" y="23777"/>
                    <a:pt x="22789" y="24015"/>
                    <a:pt x="22717" y="24265"/>
                  </a:cubicBezTo>
                  <a:cubicBezTo>
                    <a:pt x="22705" y="24313"/>
                    <a:pt x="22705" y="24348"/>
                    <a:pt x="22693" y="24396"/>
                  </a:cubicBezTo>
                  <a:cubicBezTo>
                    <a:pt x="22431" y="25420"/>
                    <a:pt x="22431" y="26492"/>
                    <a:pt x="22729" y="27492"/>
                  </a:cubicBezTo>
                  <a:cubicBezTo>
                    <a:pt x="22967" y="28313"/>
                    <a:pt x="23408" y="29075"/>
                    <a:pt x="24039" y="29754"/>
                  </a:cubicBezTo>
                  <a:cubicBezTo>
                    <a:pt x="24384" y="30147"/>
                    <a:pt x="24789" y="30421"/>
                    <a:pt x="25098" y="30611"/>
                  </a:cubicBezTo>
                  <a:cubicBezTo>
                    <a:pt x="25587" y="30909"/>
                    <a:pt x="25991" y="31087"/>
                    <a:pt x="26396" y="31194"/>
                  </a:cubicBezTo>
                  <a:cubicBezTo>
                    <a:pt x="26801" y="31302"/>
                    <a:pt x="27218" y="31361"/>
                    <a:pt x="27623" y="31373"/>
                  </a:cubicBezTo>
                  <a:cubicBezTo>
                    <a:pt x="27682" y="31385"/>
                    <a:pt x="27742" y="31385"/>
                    <a:pt x="27801" y="31385"/>
                  </a:cubicBezTo>
                  <a:lnTo>
                    <a:pt x="27920" y="31373"/>
                  </a:lnTo>
                  <a:cubicBezTo>
                    <a:pt x="28027" y="31373"/>
                    <a:pt x="28135" y="31373"/>
                    <a:pt x="28230" y="31361"/>
                  </a:cubicBezTo>
                  <a:cubicBezTo>
                    <a:pt x="28242" y="31361"/>
                    <a:pt x="28254" y="31361"/>
                    <a:pt x="28266" y="31361"/>
                  </a:cubicBezTo>
                  <a:cubicBezTo>
                    <a:pt x="28456" y="31337"/>
                    <a:pt x="28658" y="31302"/>
                    <a:pt x="28849" y="31254"/>
                  </a:cubicBezTo>
                  <a:cubicBezTo>
                    <a:pt x="29242" y="31147"/>
                    <a:pt x="29635" y="31075"/>
                    <a:pt x="30016" y="31004"/>
                  </a:cubicBezTo>
                  <a:cubicBezTo>
                    <a:pt x="30028" y="31004"/>
                    <a:pt x="30040" y="31004"/>
                    <a:pt x="30040" y="31004"/>
                  </a:cubicBezTo>
                  <a:cubicBezTo>
                    <a:pt x="30492" y="30909"/>
                    <a:pt x="30861" y="30861"/>
                    <a:pt x="31206" y="30825"/>
                  </a:cubicBezTo>
                  <a:cubicBezTo>
                    <a:pt x="31325" y="30802"/>
                    <a:pt x="31444" y="30802"/>
                    <a:pt x="31552" y="30790"/>
                  </a:cubicBezTo>
                  <a:cubicBezTo>
                    <a:pt x="31635" y="30778"/>
                    <a:pt x="31730" y="30778"/>
                    <a:pt x="31814" y="30766"/>
                  </a:cubicBezTo>
                  <a:cubicBezTo>
                    <a:pt x="32004" y="30742"/>
                    <a:pt x="32195" y="30730"/>
                    <a:pt x="32385" y="30718"/>
                  </a:cubicBezTo>
                  <a:cubicBezTo>
                    <a:pt x="32480" y="30718"/>
                    <a:pt x="32576" y="30718"/>
                    <a:pt x="32659" y="30718"/>
                  </a:cubicBezTo>
                  <a:lnTo>
                    <a:pt x="32730" y="30718"/>
                  </a:lnTo>
                  <a:cubicBezTo>
                    <a:pt x="32909" y="30718"/>
                    <a:pt x="33076" y="30718"/>
                    <a:pt x="33254" y="30718"/>
                  </a:cubicBezTo>
                  <a:cubicBezTo>
                    <a:pt x="33349" y="30730"/>
                    <a:pt x="33564" y="30730"/>
                    <a:pt x="33564" y="30730"/>
                  </a:cubicBezTo>
                  <a:cubicBezTo>
                    <a:pt x="33802" y="30742"/>
                    <a:pt x="33992" y="30968"/>
                    <a:pt x="33992" y="31230"/>
                  </a:cubicBezTo>
                  <a:lnTo>
                    <a:pt x="33992" y="38993"/>
                  </a:lnTo>
                  <a:cubicBezTo>
                    <a:pt x="31314" y="38600"/>
                    <a:pt x="27956" y="38064"/>
                    <a:pt x="20824" y="34504"/>
                  </a:cubicBezTo>
                  <a:cubicBezTo>
                    <a:pt x="20288" y="34242"/>
                    <a:pt x="19729" y="34111"/>
                    <a:pt x="19133" y="34111"/>
                  </a:cubicBezTo>
                  <a:cubicBezTo>
                    <a:pt x="18812" y="34111"/>
                    <a:pt x="18490" y="34147"/>
                    <a:pt x="18181" y="34231"/>
                  </a:cubicBezTo>
                  <a:cubicBezTo>
                    <a:pt x="17300" y="34445"/>
                    <a:pt x="16597" y="35028"/>
                    <a:pt x="16288" y="35826"/>
                  </a:cubicBezTo>
                  <a:cubicBezTo>
                    <a:pt x="15943" y="36707"/>
                    <a:pt x="15752" y="37660"/>
                    <a:pt x="15704" y="38672"/>
                  </a:cubicBezTo>
                  <a:cubicBezTo>
                    <a:pt x="15657" y="39636"/>
                    <a:pt x="15764" y="40660"/>
                    <a:pt x="16002" y="41708"/>
                  </a:cubicBezTo>
                  <a:cubicBezTo>
                    <a:pt x="16145" y="42315"/>
                    <a:pt x="16133" y="42874"/>
                    <a:pt x="15966" y="43363"/>
                  </a:cubicBezTo>
                  <a:cubicBezTo>
                    <a:pt x="15788" y="43886"/>
                    <a:pt x="15442" y="44291"/>
                    <a:pt x="14942" y="44589"/>
                  </a:cubicBezTo>
                  <a:cubicBezTo>
                    <a:pt x="14657" y="44744"/>
                    <a:pt x="14335" y="44863"/>
                    <a:pt x="14038" y="44922"/>
                  </a:cubicBezTo>
                  <a:cubicBezTo>
                    <a:pt x="13728" y="44994"/>
                    <a:pt x="13395" y="45029"/>
                    <a:pt x="13049" y="45029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48;p40">
              <a:extLst>
                <a:ext uri="{FF2B5EF4-FFF2-40B4-BE49-F238E27FC236}">
                  <a16:creationId xmlns:a16="http://schemas.microsoft.com/office/drawing/2014/main" id="{7427F9AD-53D2-322D-7277-2E536D7301D5}"/>
                </a:ext>
              </a:extLst>
            </p:cNvPr>
            <p:cNvSpPr/>
            <p:nvPr/>
          </p:nvSpPr>
          <p:spPr>
            <a:xfrm rot="-8100000" flipH="1">
              <a:off x="3705182" y="3684335"/>
              <a:ext cx="16122" cy="44123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Title 1">
            <a:extLst>
              <a:ext uri="{FF2B5EF4-FFF2-40B4-BE49-F238E27FC236}">
                <a16:creationId xmlns:a16="http://schemas.microsoft.com/office/drawing/2014/main" id="{CCB7AFF4-3248-EE5E-F80F-970783A50F12}"/>
              </a:ext>
            </a:extLst>
          </p:cNvPr>
          <p:cNvSpPr txBox="1">
            <a:spLocks/>
          </p:cNvSpPr>
          <p:nvPr/>
        </p:nvSpPr>
        <p:spPr>
          <a:xfrm>
            <a:off x="90521" y="26512"/>
            <a:ext cx="12009120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2"/>
                </a:solidFill>
              </a:rPr>
              <a:t>To sum up..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6A2947-2148-0A13-64BE-58A362CB5F37}"/>
              </a:ext>
            </a:extLst>
          </p:cNvPr>
          <p:cNvSpPr txBox="1"/>
          <p:nvPr/>
        </p:nvSpPr>
        <p:spPr>
          <a:xfrm>
            <a:off x="9140069" y="52859"/>
            <a:ext cx="3010768" cy="563231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1800" dirty="0"/>
              <a:t>RQ4: How do the system’s responses to user-initiated clarification requests relate to the </a:t>
            </a:r>
            <a:r>
              <a:rPr lang="en-US" sz="1800" b="1" i="1" dirty="0"/>
              <a:t>interaction flow </a:t>
            </a:r>
            <a:r>
              <a:rPr lang="en-US" sz="1800" dirty="0"/>
              <a:t>and </a:t>
            </a:r>
            <a:r>
              <a:rPr lang="en-US" sz="1800" b="1" i="1" dirty="0"/>
              <a:t>task progress </a:t>
            </a:r>
            <a:r>
              <a:rPr lang="en-US" sz="1800" dirty="0"/>
              <a:t>during collaborative data exploration?</a:t>
            </a:r>
            <a:br>
              <a:rPr lang="en-US" sz="1800" dirty="0"/>
            </a:br>
            <a:br>
              <a:rPr lang="en-US" sz="1800" dirty="0"/>
            </a:br>
            <a:r>
              <a:rPr lang="en-US" dirty="0"/>
              <a:t>Interaction Flow: How smoothly the collaborative dialogue unfolds after user asks for clarification and the system responds.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Task Progress:  The extent to which the group moves toward a substantial, coherent, and evidence-based conclusion to the open-ended EDA task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5527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8" grpId="0"/>
      <p:bldP spid="11" grpId="0"/>
      <p:bldP spid="12" grpId="0"/>
      <p:bldP spid="14" grpId="0"/>
      <p:bldP spid="16" grpId="0"/>
      <p:bldP spid="18" grpId="0"/>
      <p:bldP spid="4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18649-E092-3BD7-5899-8508C1F9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D34D28-DBC0-9667-EA91-7F0B4E35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5652" y="6356350"/>
            <a:ext cx="548148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57</a:t>
            </a:fld>
            <a:endParaRPr lang="en-US">
              <a:solidFill>
                <a:schemeClr val="accent5"/>
              </a:solidFill>
            </a:endParaRPr>
          </a:p>
        </p:txBody>
      </p:sp>
      <p:sp>
        <p:nvSpPr>
          <p:cNvPr id="3" name="Google Shape;1209;p40">
            <a:extLst>
              <a:ext uri="{FF2B5EF4-FFF2-40B4-BE49-F238E27FC236}">
                <a16:creationId xmlns:a16="http://schemas.microsoft.com/office/drawing/2014/main" id="{BB6FF109-DC85-17B2-7A50-67927BC54155}"/>
              </a:ext>
            </a:extLst>
          </p:cNvPr>
          <p:cNvSpPr/>
          <p:nvPr/>
        </p:nvSpPr>
        <p:spPr>
          <a:xfrm>
            <a:off x="4495794" y="1357648"/>
            <a:ext cx="33" cy="34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210;p40">
            <a:extLst>
              <a:ext uri="{FF2B5EF4-FFF2-40B4-BE49-F238E27FC236}">
                <a16:creationId xmlns:a16="http://schemas.microsoft.com/office/drawing/2014/main" id="{9C3758B4-6E20-BE6D-4625-58F89A5C7A2C}"/>
              </a:ext>
            </a:extLst>
          </p:cNvPr>
          <p:cNvSpPr txBox="1"/>
          <p:nvPr/>
        </p:nvSpPr>
        <p:spPr>
          <a:xfrm>
            <a:off x="3782413" y="3086239"/>
            <a:ext cx="1426781" cy="588265"/>
          </a:xfrm>
          <a:prstGeom prst="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bg1"/>
                </a:solidFill>
                <a:ea typeface="Fira Sans Extra Condensed Medium"/>
                <a:cs typeface="Fira Sans Extra Condensed Medium"/>
                <a:sym typeface="Fira Sans Extra Condensed Medium"/>
              </a:rPr>
              <a:t>RQ5</a:t>
            </a:r>
            <a:endParaRPr sz="3000" b="1" dirty="0">
              <a:solidFill>
                <a:schemeClr val="bg1"/>
              </a:solidFill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" name="Google Shape;1211;p40">
            <a:extLst>
              <a:ext uri="{FF2B5EF4-FFF2-40B4-BE49-F238E27FC236}">
                <a16:creationId xmlns:a16="http://schemas.microsoft.com/office/drawing/2014/main" id="{1B1CCEF5-A714-FBA0-73B7-2E9FA94DF9B5}"/>
              </a:ext>
            </a:extLst>
          </p:cNvPr>
          <p:cNvSpPr txBox="1"/>
          <p:nvPr/>
        </p:nvSpPr>
        <p:spPr>
          <a:xfrm>
            <a:off x="2950359" y="5223530"/>
            <a:ext cx="3027421" cy="157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Perceived Interpretability through difficulty and repair: 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some (16) reported 1-2 instances of </a:t>
            </a:r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unexpected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 </a:t>
            </a:r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response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, (18) Never</a:t>
            </a:r>
            <a:endParaRPr lang="en-US"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" name="Google Shape;1212;p40">
            <a:extLst>
              <a:ext uri="{FF2B5EF4-FFF2-40B4-BE49-F238E27FC236}">
                <a16:creationId xmlns:a16="http://schemas.microsoft.com/office/drawing/2014/main" id="{AE981E93-7C5E-70B1-F8E0-F757B19A1CA7}"/>
              </a:ext>
            </a:extLst>
          </p:cNvPr>
          <p:cNvSpPr txBox="1"/>
          <p:nvPr/>
        </p:nvSpPr>
        <p:spPr>
          <a:xfrm>
            <a:off x="6598591" y="2249317"/>
            <a:ext cx="2480088" cy="1463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 association between user reported number of questions asked and usefulness of responses </a:t>
            </a:r>
            <a:r>
              <a:rPr lang="en-US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 freq. of questions an indicator of engagement rather than usefulness of responses </a:t>
            </a:r>
            <a:endParaRPr lang="en-US"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" name="Google Shape;1214;p40">
            <a:extLst>
              <a:ext uri="{FF2B5EF4-FFF2-40B4-BE49-F238E27FC236}">
                <a16:creationId xmlns:a16="http://schemas.microsoft.com/office/drawing/2014/main" id="{54C371B8-1A1C-5654-08FC-A38E9C9A467D}"/>
              </a:ext>
            </a:extLst>
          </p:cNvPr>
          <p:cNvSpPr txBox="1"/>
          <p:nvPr/>
        </p:nvSpPr>
        <p:spPr>
          <a:xfrm>
            <a:off x="125986" y="2462080"/>
            <a:ext cx="2480088" cy="1781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Action taken when uncertain about response: 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users turned </a:t>
            </a:r>
            <a:b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</a:br>
            <a:r>
              <a:rPr lang="en-US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repair, collaboration, or additional visual evidence</a:t>
            </a: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" name="Google Shape;1217;p40">
            <a:extLst>
              <a:ext uri="{FF2B5EF4-FFF2-40B4-BE49-F238E27FC236}">
                <a16:creationId xmlns:a16="http://schemas.microsoft.com/office/drawing/2014/main" id="{55DA3A85-F719-9F95-8348-918DD229AB21}"/>
              </a:ext>
            </a:extLst>
          </p:cNvPr>
          <p:cNvSpPr txBox="1"/>
          <p:nvPr/>
        </p:nvSpPr>
        <p:spPr>
          <a:xfrm>
            <a:off x="3658628" y="286181"/>
            <a:ext cx="1802739" cy="1188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Usefulness rating:</a:t>
            </a:r>
          </a:p>
          <a:p>
            <a:pPr algn="ctr"/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Mostly rated from Neutral (13/38) to Positive(18/38)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" name="Google Shape;1218;p40">
            <a:extLst>
              <a:ext uri="{FF2B5EF4-FFF2-40B4-BE49-F238E27FC236}">
                <a16:creationId xmlns:a16="http://schemas.microsoft.com/office/drawing/2014/main" id="{EE784497-3764-35EC-4B36-085C17CC3CF2}"/>
              </a:ext>
            </a:extLst>
          </p:cNvPr>
          <p:cNvSpPr txBox="1"/>
          <p:nvPr/>
        </p:nvSpPr>
        <p:spPr>
          <a:xfrm>
            <a:off x="5726832" y="163214"/>
            <a:ext cx="2480088" cy="18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600" b="1" dirty="0"/>
              <a:t>Significant association between reported use of charts as evidence and usefulness of CR responses</a:t>
            </a:r>
            <a:r>
              <a:rPr lang="en-US" sz="1600" dirty="0"/>
              <a:t>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Responses were part of a chart-centered workflow</a:t>
            </a:r>
            <a:endParaRPr sz="16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4" name="Google Shape;1220;p40">
            <a:extLst>
              <a:ext uri="{FF2B5EF4-FFF2-40B4-BE49-F238E27FC236}">
                <a16:creationId xmlns:a16="http://schemas.microsoft.com/office/drawing/2014/main" id="{F5B02535-5A4F-D654-4F3A-75CA745DB41A}"/>
              </a:ext>
            </a:extLst>
          </p:cNvPr>
          <p:cNvSpPr txBox="1"/>
          <p:nvPr/>
        </p:nvSpPr>
        <p:spPr>
          <a:xfrm>
            <a:off x="697801" y="694737"/>
            <a:ext cx="2480088" cy="204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-US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Chart Interpretability </a:t>
            </a:r>
            <a:r>
              <a:rPr lang="en-US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most </a:t>
            </a:r>
            <a:r>
              <a:rPr lang="en-US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users report CR responses to be grounded in the chart ,data or back-end processing rather than arbitrary.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" name="Google Shape;1222;p40">
            <a:extLst>
              <a:ext uri="{FF2B5EF4-FFF2-40B4-BE49-F238E27FC236}">
                <a16:creationId xmlns:a16="http://schemas.microsoft.com/office/drawing/2014/main" id="{D03B0F46-25F8-B34E-30F4-A9EDB15EB142}"/>
              </a:ext>
            </a:extLst>
          </p:cNvPr>
          <p:cNvSpPr txBox="1"/>
          <p:nvPr/>
        </p:nvSpPr>
        <p:spPr>
          <a:xfrm>
            <a:off x="5836284" y="4430832"/>
            <a:ext cx="3010615" cy="1379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Perceived Interpretability through difficulty and repair 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 some (19) reported 1-2 instances of </a:t>
            </a:r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unclear response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Wingdings" pitchFamily="2" charset="2"/>
              </a:rPr>
              <a:t>, (13) Never</a:t>
            </a:r>
            <a:endParaRPr lang="en-US" sz="1700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" name="Google Shape;1224;p40">
            <a:extLst>
              <a:ext uri="{FF2B5EF4-FFF2-40B4-BE49-F238E27FC236}">
                <a16:creationId xmlns:a16="http://schemas.microsoft.com/office/drawing/2014/main" id="{F737D642-6691-9E48-6748-2928428768E2}"/>
              </a:ext>
            </a:extLst>
          </p:cNvPr>
          <p:cNvSpPr txBox="1"/>
          <p:nvPr/>
        </p:nvSpPr>
        <p:spPr>
          <a:xfrm>
            <a:off x="425943" y="4397473"/>
            <a:ext cx="2480088" cy="187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Perceived Interpretability through difficulty and repair: </a:t>
            </a:r>
            <a:r>
              <a:rPr lang="en" sz="1700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dealt with issues with CR response by </a:t>
            </a:r>
            <a:r>
              <a:rPr lang="en" sz="1700" b="1" dirty="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restating</a:t>
            </a:r>
            <a:endParaRPr lang="en-US" sz="1700" b="1" dirty="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9" name="Google Shape;1225;p40">
            <a:extLst>
              <a:ext uri="{FF2B5EF4-FFF2-40B4-BE49-F238E27FC236}">
                <a16:creationId xmlns:a16="http://schemas.microsoft.com/office/drawing/2014/main" id="{D6F837B7-34A9-E7F6-D779-6CD4875D1B4E}"/>
              </a:ext>
            </a:extLst>
          </p:cNvPr>
          <p:cNvGrpSpPr/>
          <p:nvPr/>
        </p:nvGrpSpPr>
        <p:grpSpPr>
          <a:xfrm>
            <a:off x="3831584" y="1276771"/>
            <a:ext cx="1344835" cy="1297278"/>
            <a:chOff x="4062822" y="1217950"/>
            <a:chExt cx="1021930" cy="947381"/>
          </a:xfrm>
        </p:grpSpPr>
        <p:sp>
          <p:nvSpPr>
            <p:cNvPr id="20" name="Google Shape;1226;p40">
              <a:extLst>
                <a:ext uri="{FF2B5EF4-FFF2-40B4-BE49-F238E27FC236}">
                  <a16:creationId xmlns:a16="http://schemas.microsoft.com/office/drawing/2014/main" id="{984EF697-ED0D-0458-9547-406E0E011D1D}"/>
                </a:ext>
              </a:extLst>
            </p:cNvPr>
            <p:cNvSpPr/>
            <p:nvPr/>
          </p:nvSpPr>
          <p:spPr>
            <a:xfrm>
              <a:off x="4062822" y="1622841"/>
              <a:ext cx="1021930" cy="542490"/>
            </a:xfrm>
            <a:custGeom>
              <a:avLst/>
              <a:gdLst/>
              <a:ahLst/>
              <a:cxnLst/>
              <a:rect l="l" t="t" r="r" b="b"/>
              <a:pathLst>
                <a:path w="46007" h="24420" extrusionOk="0">
                  <a:moveTo>
                    <a:pt x="11550" y="17550"/>
                  </a:moveTo>
                  <a:cubicBezTo>
                    <a:pt x="11550" y="16479"/>
                    <a:pt x="10704" y="15609"/>
                    <a:pt x="9669" y="15609"/>
                  </a:cubicBezTo>
                  <a:cubicBezTo>
                    <a:pt x="9657" y="15609"/>
                    <a:pt x="9633" y="15609"/>
                    <a:pt x="9621" y="15609"/>
                  </a:cubicBezTo>
                  <a:cubicBezTo>
                    <a:pt x="9180" y="15621"/>
                    <a:pt x="8752" y="15717"/>
                    <a:pt x="8418" y="15800"/>
                  </a:cubicBezTo>
                  <a:cubicBezTo>
                    <a:pt x="8287" y="15824"/>
                    <a:pt x="8168" y="15859"/>
                    <a:pt x="8049" y="15895"/>
                  </a:cubicBezTo>
                  <a:cubicBezTo>
                    <a:pt x="7847" y="15955"/>
                    <a:pt x="7537" y="16074"/>
                    <a:pt x="7335" y="16169"/>
                  </a:cubicBezTo>
                  <a:cubicBezTo>
                    <a:pt x="6930" y="16359"/>
                    <a:pt x="6573" y="16562"/>
                    <a:pt x="6240" y="16776"/>
                  </a:cubicBezTo>
                  <a:cubicBezTo>
                    <a:pt x="6228" y="16788"/>
                    <a:pt x="6216" y="16788"/>
                    <a:pt x="6204" y="16800"/>
                  </a:cubicBezTo>
                  <a:cubicBezTo>
                    <a:pt x="5894" y="17026"/>
                    <a:pt x="5585" y="17276"/>
                    <a:pt x="5287" y="17538"/>
                  </a:cubicBezTo>
                  <a:cubicBezTo>
                    <a:pt x="5216" y="17610"/>
                    <a:pt x="5132" y="17669"/>
                    <a:pt x="5049" y="17729"/>
                  </a:cubicBezTo>
                  <a:cubicBezTo>
                    <a:pt x="5037" y="17729"/>
                    <a:pt x="5025" y="17741"/>
                    <a:pt x="5013" y="17752"/>
                  </a:cubicBezTo>
                  <a:cubicBezTo>
                    <a:pt x="4930" y="17824"/>
                    <a:pt x="4847" y="17872"/>
                    <a:pt x="4763" y="17919"/>
                  </a:cubicBezTo>
                  <a:cubicBezTo>
                    <a:pt x="4596" y="18026"/>
                    <a:pt x="4430" y="18098"/>
                    <a:pt x="4251" y="18145"/>
                  </a:cubicBezTo>
                  <a:cubicBezTo>
                    <a:pt x="4239" y="18145"/>
                    <a:pt x="4227" y="18145"/>
                    <a:pt x="4215" y="18157"/>
                  </a:cubicBezTo>
                  <a:cubicBezTo>
                    <a:pt x="4025" y="18217"/>
                    <a:pt x="3823" y="18241"/>
                    <a:pt x="3608" y="18241"/>
                  </a:cubicBezTo>
                  <a:lnTo>
                    <a:pt x="3608" y="18241"/>
                  </a:lnTo>
                  <a:cubicBezTo>
                    <a:pt x="3251" y="18241"/>
                    <a:pt x="2882" y="18169"/>
                    <a:pt x="2513" y="18014"/>
                  </a:cubicBezTo>
                  <a:cubicBezTo>
                    <a:pt x="1858" y="17741"/>
                    <a:pt x="1298" y="17276"/>
                    <a:pt x="882" y="16645"/>
                  </a:cubicBezTo>
                  <a:cubicBezTo>
                    <a:pt x="667" y="16336"/>
                    <a:pt x="489" y="16002"/>
                    <a:pt x="358" y="15645"/>
                  </a:cubicBezTo>
                  <a:cubicBezTo>
                    <a:pt x="334" y="15609"/>
                    <a:pt x="322" y="15586"/>
                    <a:pt x="310" y="15550"/>
                  </a:cubicBezTo>
                  <a:cubicBezTo>
                    <a:pt x="298" y="15538"/>
                    <a:pt x="298" y="15538"/>
                    <a:pt x="298" y="15526"/>
                  </a:cubicBezTo>
                  <a:cubicBezTo>
                    <a:pt x="286" y="15490"/>
                    <a:pt x="286" y="15455"/>
                    <a:pt x="275" y="15419"/>
                  </a:cubicBezTo>
                  <a:cubicBezTo>
                    <a:pt x="13" y="14621"/>
                    <a:pt x="1" y="13788"/>
                    <a:pt x="215" y="13014"/>
                  </a:cubicBezTo>
                  <a:cubicBezTo>
                    <a:pt x="382" y="12442"/>
                    <a:pt x="691" y="11918"/>
                    <a:pt x="1132" y="11430"/>
                  </a:cubicBezTo>
                  <a:cubicBezTo>
                    <a:pt x="1310" y="11240"/>
                    <a:pt x="1513" y="11073"/>
                    <a:pt x="1846" y="10871"/>
                  </a:cubicBezTo>
                  <a:cubicBezTo>
                    <a:pt x="2156" y="10692"/>
                    <a:pt x="2418" y="10573"/>
                    <a:pt x="2668" y="10502"/>
                  </a:cubicBezTo>
                  <a:cubicBezTo>
                    <a:pt x="2942" y="10430"/>
                    <a:pt x="3227" y="10383"/>
                    <a:pt x="3501" y="10371"/>
                  </a:cubicBezTo>
                  <a:cubicBezTo>
                    <a:pt x="3537" y="10371"/>
                    <a:pt x="3584" y="10371"/>
                    <a:pt x="3632" y="10371"/>
                  </a:cubicBezTo>
                  <a:lnTo>
                    <a:pt x="3704" y="10371"/>
                  </a:lnTo>
                  <a:cubicBezTo>
                    <a:pt x="3763" y="10371"/>
                    <a:pt x="3823" y="10383"/>
                    <a:pt x="3882" y="10383"/>
                  </a:cubicBezTo>
                  <a:cubicBezTo>
                    <a:pt x="4001" y="10394"/>
                    <a:pt x="4132" y="10418"/>
                    <a:pt x="4251" y="10454"/>
                  </a:cubicBezTo>
                  <a:cubicBezTo>
                    <a:pt x="4692" y="10561"/>
                    <a:pt x="5120" y="10656"/>
                    <a:pt x="5537" y="10716"/>
                  </a:cubicBezTo>
                  <a:cubicBezTo>
                    <a:pt x="6037" y="10811"/>
                    <a:pt x="6442" y="10883"/>
                    <a:pt x="6835" y="10918"/>
                  </a:cubicBezTo>
                  <a:cubicBezTo>
                    <a:pt x="6966" y="10942"/>
                    <a:pt x="7097" y="10954"/>
                    <a:pt x="7240" y="10954"/>
                  </a:cubicBezTo>
                  <a:cubicBezTo>
                    <a:pt x="7311" y="10966"/>
                    <a:pt x="7394" y="10966"/>
                    <a:pt x="7466" y="10978"/>
                  </a:cubicBezTo>
                  <a:cubicBezTo>
                    <a:pt x="7680" y="11002"/>
                    <a:pt x="7906" y="11014"/>
                    <a:pt x="8121" y="11025"/>
                  </a:cubicBezTo>
                  <a:cubicBezTo>
                    <a:pt x="8228" y="11037"/>
                    <a:pt x="8347" y="11037"/>
                    <a:pt x="8466" y="11037"/>
                  </a:cubicBezTo>
                  <a:lnTo>
                    <a:pt x="8549" y="11037"/>
                  </a:lnTo>
                  <a:cubicBezTo>
                    <a:pt x="8740" y="11037"/>
                    <a:pt x="8930" y="11037"/>
                    <a:pt x="9121" y="11025"/>
                  </a:cubicBezTo>
                  <a:cubicBezTo>
                    <a:pt x="9216" y="11025"/>
                    <a:pt x="9323" y="11025"/>
                    <a:pt x="9419" y="11025"/>
                  </a:cubicBezTo>
                  <a:cubicBezTo>
                    <a:pt x="10609" y="10978"/>
                    <a:pt x="11550" y="9978"/>
                    <a:pt x="11550" y="8787"/>
                  </a:cubicBezTo>
                  <a:lnTo>
                    <a:pt x="11550" y="750"/>
                  </a:lnTo>
                  <a:cubicBezTo>
                    <a:pt x="13967" y="393"/>
                    <a:pt x="16229" y="143"/>
                    <a:pt x="18289" y="12"/>
                  </a:cubicBezTo>
                  <a:lnTo>
                    <a:pt x="18289" y="12"/>
                  </a:lnTo>
                  <a:cubicBezTo>
                    <a:pt x="18372" y="12"/>
                    <a:pt x="18420" y="48"/>
                    <a:pt x="18432" y="84"/>
                  </a:cubicBezTo>
                  <a:cubicBezTo>
                    <a:pt x="18467" y="131"/>
                    <a:pt x="18479" y="179"/>
                    <a:pt x="18455" y="238"/>
                  </a:cubicBezTo>
                  <a:cubicBezTo>
                    <a:pt x="18360" y="512"/>
                    <a:pt x="18241" y="810"/>
                    <a:pt x="18110" y="1096"/>
                  </a:cubicBezTo>
                  <a:cubicBezTo>
                    <a:pt x="17789" y="1798"/>
                    <a:pt x="17646" y="2560"/>
                    <a:pt x="17681" y="3346"/>
                  </a:cubicBezTo>
                  <a:cubicBezTo>
                    <a:pt x="17681" y="3346"/>
                    <a:pt x="17681" y="3346"/>
                    <a:pt x="17681" y="3358"/>
                  </a:cubicBezTo>
                  <a:cubicBezTo>
                    <a:pt x="17789" y="5632"/>
                    <a:pt x="19336" y="7573"/>
                    <a:pt x="21527" y="8192"/>
                  </a:cubicBezTo>
                  <a:cubicBezTo>
                    <a:pt x="22003" y="8323"/>
                    <a:pt x="22480" y="8406"/>
                    <a:pt x="22968" y="8418"/>
                  </a:cubicBezTo>
                  <a:cubicBezTo>
                    <a:pt x="22980" y="8418"/>
                    <a:pt x="23015" y="8418"/>
                    <a:pt x="23027" y="8418"/>
                  </a:cubicBezTo>
                  <a:cubicBezTo>
                    <a:pt x="23516" y="8406"/>
                    <a:pt x="24004" y="8323"/>
                    <a:pt x="24468" y="8192"/>
                  </a:cubicBezTo>
                  <a:cubicBezTo>
                    <a:pt x="26659" y="7573"/>
                    <a:pt x="28207" y="5632"/>
                    <a:pt x="28314" y="3370"/>
                  </a:cubicBezTo>
                  <a:cubicBezTo>
                    <a:pt x="28314" y="3358"/>
                    <a:pt x="28326" y="3346"/>
                    <a:pt x="28326" y="3346"/>
                  </a:cubicBezTo>
                  <a:cubicBezTo>
                    <a:pt x="28349" y="2560"/>
                    <a:pt x="28207" y="1798"/>
                    <a:pt x="27885" y="1096"/>
                  </a:cubicBezTo>
                  <a:cubicBezTo>
                    <a:pt x="27766" y="798"/>
                    <a:pt x="27647" y="512"/>
                    <a:pt x="27540" y="238"/>
                  </a:cubicBezTo>
                  <a:cubicBezTo>
                    <a:pt x="27528" y="179"/>
                    <a:pt x="27528" y="131"/>
                    <a:pt x="27564" y="84"/>
                  </a:cubicBezTo>
                  <a:cubicBezTo>
                    <a:pt x="27587" y="48"/>
                    <a:pt x="27623" y="0"/>
                    <a:pt x="27707" y="0"/>
                  </a:cubicBezTo>
                  <a:cubicBezTo>
                    <a:pt x="29778" y="143"/>
                    <a:pt x="32040" y="393"/>
                    <a:pt x="34445" y="750"/>
                  </a:cubicBezTo>
                  <a:lnTo>
                    <a:pt x="34445" y="8787"/>
                  </a:lnTo>
                  <a:cubicBezTo>
                    <a:pt x="34445" y="9978"/>
                    <a:pt x="35398" y="10978"/>
                    <a:pt x="36553" y="11014"/>
                  </a:cubicBezTo>
                  <a:cubicBezTo>
                    <a:pt x="36684" y="11025"/>
                    <a:pt x="36779" y="11025"/>
                    <a:pt x="36886" y="11025"/>
                  </a:cubicBezTo>
                  <a:cubicBezTo>
                    <a:pt x="37077" y="11037"/>
                    <a:pt x="37255" y="11037"/>
                    <a:pt x="37446" y="11037"/>
                  </a:cubicBezTo>
                  <a:cubicBezTo>
                    <a:pt x="37601" y="11037"/>
                    <a:pt x="37743" y="11037"/>
                    <a:pt x="37886" y="11025"/>
                  </a:cubicBezTo>
                  <a:cubicBezTo>
                    <a:pt x="38101" y="11014"/>
                    <a:pt x="38327" y="11002"/>
                    <a:pt x="38541" y="10978"/>
                  </a:cubicBezTo>
                  <a:cubicBezTo>
                    <a:pt x="38613" y="10966"/>
                    <a:pt x="38684" y="10966"/>
                    <a:pt x="38756" y="10954"/>
                  </a:cubicBezTo>
                  <a:cubicBezTo>
                    <a:pt x="38898" y="10954"/>
                    <a:pt x="39041" y="10942"/>
                    <a:pt x="39172" y="10918"/>
                  </a:cubicBezTo>
                  <a:cubicBezTo>
                    <a:pt x="39553" y="10883"/>
                    <a:pt x="39970" y="10811"/>
                    <a:pt x="40458" y="10716"/>
                  </a:cubicBezTo>
                  <a:cubicBezTo>
                    <a:pt x="40875" y="10656"/>
                    <a:pt x="41303" y="10561"/>
                    <a:pt x="41756" y="10454"/>
                  </a:cubicBezTo>
                  <a:cubicBezTo>
                    <a:pt x="41875" y="10418"/>
                    <a:pt x="41994" y="10394"/>
                    <a:pt x="42125" y="10383"/>
                  </a:cubicBezTo>
                  <a:cubicBezTo>
                    <a:pt x="42208" y="10371"/>
                    <a:pt x="42292" y="10371"/>
                    <a:pt x="42375" y="10371"/>
                  </a:cubicBezTo>
                  <a:cubicBezTo>
                    <a:pt x="42411" y="10371"/>
                    <a:pt x="42458" y="10371"/>
                    <a:pt x="42506" y="10371"/>
                  </a:cubicBezTo>
                  <a:cubicBezTo>
                    <a:pt x="42780" y="10383"/>
                    <a:pt x="43054" y="10430"/>
                    <a:pt x="43339" y="10502"/>
                  </a:cubicBezTo>
                  <a:cubicBezTo>
                    <a:pt x="43578" y="10561"/>
                    <a:pt x="43851" y="10692"/>
                    <a:pt x="44173" y="10883"/>
                  </a:cubicBezTo>
                  <a:cubicBezTo>
                    <a:pt x="44482" y="11073"/>
                    <a:pt x="44697" y="11240"/>
                    <a:pt x="44863" y="11430"/>
                  </a:cubicBezTo>
                  <a:cubicBezTo>
                    <a:pt x="45316" y="11918"/>
                    <a:pt x="45614" y="12442"/>
                    <a:pt x="45780" y="13002"/>
                  </a:cubicBezTo>
                  <a:cubicBezTo>
                    <a:pt x="46006" y="13788"/>
                    <a:pt x="45983" y="14621"/>
                    <a:pt x="45733" y="15419"/>
                  </a:cubicBezTo>
                  <a:cubicBezTo>
                    <a:pt x="45721" y="15455"/>
                    <a:pt x="45709" y="15490"/>
                    <a:pt x="45697" y="15526"/>
                  </a:cubicBezTo>
                  <a:cubicBezTo>
                    <a:pt x="45697" y="15538"/>
                    <a:pt x="45697" y="15538"/>
                    <a:pt x="45697" y="15550"/>
                  </a:cubicBezTo>
                  <a:cubicBezTo>
                    <a:pt x="45673" y="15586"/>
                    <a:pt x="45661" y="15609"/>
                    <a:pt x="45649" y="15645"/>
                  </a:cubicBezTo>
                  <a:cubicBezTo>
                    <a:pt x="45518" y="16002"/>
                    <a:pt x="45340" y="16336"/>
                    <a:pt x="45125" y="16645"/>
                  </a:cubicBezTo>
                  <a:cubicBezTo>
                    <a:pt x="44697" y="17276"/>
                    <a:pt x="44137" y="17741"/>
                    <a:pt x="43470" y="18026"/>
                  </a:cubicBezTo>
                  <a:cubicBezTo>
                    <a:pt x="43113" y="18169"/>
                    <a:pt x="42756" y="18241"/>
                    <a:pt x="42411" y="18241"/>
                  </a:cubicBezTo>
                  <a:cubicBezTo>
                    <a:pt x="42196" y="18241"/>
                    <a:pt x="41982" y="18217"/>
                    <a:pt x="41792" y="18157"/>
                  </a:cubicBezTo>
                  <a:cubicBezTo>
                    <a:pt x="41768" y="18145"/>
                    <a:pt x="41756" y="18145"/>
                    <a:pt x="41744" y="18145"/>
                  </a:cubicBezTo>
                  <a:cubicBezTo>
                    <a:pt x="41577" y="18098"/>
                    <a:pt x="41399" y="18026"/>
                    <a:pt x="41232" y="17919"/>
                  </a:cubicBezTo>
                  <a:cubicBezTo>
                    <a:pt x="41149" y="17872"/>
                    <a:pt x="41077" y="17824"/>
                    <a:pt x="40982" y="17752"/>
                  </a:cubicBezTo>
                  <a:cubicBezTo>
                    <a:pt x="40970" y="17741"/>
                    <a:pt x="40958" y="17729"/>
                    <a:pt x="40946" y="17729"/>
                  </a:cubicBezTo>
                  <a:cubicBezTo>
                    <a:pt x="40875" y="17669"/>
                    <a:pt x="40791" y="17610"/>
                    <a:pt x="40708" y="17538"/>
                  </a:cubicBezTo>
                  <a:cubicBezTo>
                    <a:pt x="40422" y="17276"/>
                    <a:pt x="40113" y="17026"/>
                    <a:pt x="39791" y="16800"/>
                  </a:cubicBezTo>
                  <a:cubicBezTo>
                    <a:pt x="39791" y="16788"/>
                    <a:pt x="39779" y="16788"/>
                    <a:pt x="39768" y="16776"/>
                  </a:cubicBezTo>
                  <a:cubicBezTo>
                    <a:pt x="39434" y="16562"/>
                    <a:pt x="39077" y="16359"/>
                    <a:pt x="38672" y="16169"/>
                  </a:cubicBezTo>
                  <a:cubicBezTo>
                    <a:pt x="38458" y="16074"/>
                    <a:pt x="38148" y="15955"/>
                    <a:pt x="37946" y="15895"/>
                  </a:cubicBezTo>
                  <a:cubicBezTo>
                    <a:pt x="37827" y="15859"/>
                    <a:pt x="37720" y="15824"/>
                    <a:pt x="37601" y="15800"/>
                  </a:cubicBezTo>
                  <a:cubicBezTo>
                    <a:pt x="37243" y="15717"/>
                    <a:pt x="36827" y="15621"/>
                    <a:pt x="36374" y="15609"/>
                  </a:cubicBezTo>
                  <a:cubicBezTo>
                    <a:pt x="36374" y="15609"/>
                    <a:pt x="36339" y="15609"/>
                    <a:pt x="36339" y="15609"/>
                  </a:cubicBezTo>
                  <a:cubicBezTo>
                    <a:pt x="35303" y="15609"/>
                    <a:pt x="34445" y="16479"/>
                    <a:pt x="34445" y="17550"/>
                  </a:cubicBezTo>
                  <a:lnTo>
                    <a:pt x="34445" y="24420"/>
                  </a:lnTo>
                  <a:cubicBezTo>
                    <a:pt x="32707" y="23706"/>
                    <a:pt x="30457" y="23075"/>
                    <a:pt x="27171" y="22896"/>
                  </a:cubicBezTo>
                  <a:cubicBezTo>
                    <a:pt x="27016" y="22884"/>
                    <a:pt x="26945" y="22801"/>
                    <a:pt x="26909" y="22741"/>
                  </a:cubicBezTo>
                  <a:cubicBezTo>
                    <a:pt x="26873" y="22694"/>
                    <a:pt x="26825" y="22586"/>
                    <a:pt x="26885" y="22455"/>
                  </a:cubicBezTo>
                  <a:cubicBezTo>
                    <a:pt x="26956" y="22289"/>
                    <a:pt x="27028" y="22110"/>
                    <a:pt x="27123" y="21920"/>
                  </a:cubicBezTo>
                  <a:cubicBezTo>
                    <a:pt x="27421" y="21241"/>
                    <a:pt x="27599" y="20527"/>
                    <a:pt x="27623" y="19777"/>
                  </a:cubicBezTo>
                  <a:cubicBezTo>
                    <a:pt x="27718" y="18145"/>
                    <a:pt x="27254" y="16693"/>
                    <a:pt x="26313" y="15705"/>
                  </a:cubicBezTo>
                  <a:cubicBezTo>
                    <a:pt x="25492" y="14835"/>
                    <a:pt x="24349" y="14371"/>
                    <a:pt x="23004" y="14371"/>
                  </a:cubicBezTo>
                  <a:cubicBezTo>
                    <a:pt x="21658" y="14371"/>
                    <a:pt x="20515" y="14835"/>
                    <a:pt x="19682" y="15705"/>
                  </a:cubicBezTo>
                  <a:cubicBezTo>
                    <a:pt x="18753" y="16693"/>
                    <a:pt x="18289" y="18145"/>
                    <a:pt x="18372" y="19788"/>
                  </a:cubicBezTo>
                  <a:cubicBezTo>
                    <a:pt x="18408" y="20527"/>
                    <a:pt x="18574" y="21241"/>
                    <a:pt x="18884" y="21920"/>
                  </a:cubicBezTo>
                  <a:cubicBezTo>
                    <a:pt x="18967" y="22110"/>
                    <a:pt x="19051" y="22289"/>
                    <a:pt x="19122" y="22455"/>
                  </a:cubicBezTo>
                  <a:cubicBezTo>
                    <a:pt x="19170" y="22586"/>
                    <a:pt x="19122" y="22694"/>
                    <a:pt x="19098" y="22741"/>
                  </a:cubicBezTo>
                  <a:cubicBezTo>
                    <a:pt x="19063" y="22801"/>
                    <a:pt x="18979" y="22884"/>
                    <a:pt x="18824" y="22896"/>
                  </a:cubicBezTo>
                  <a:cubicBezTo>
                    <a:pt x="15550" y="23075"/>
                    <a:pt x="13288" y="23706"/>
                    <a:pt x="11550" y="24420"/>
                  </a:cubicBezTo>
                  <a:lnTo>
                    <a:pt x="11550" y="1755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27;p40">
              <a:extLst>
                <a:ext uri="{FF2B5EF4-FFF2-40B4-BE49-F238E27FC236}">
                  <a16:creationId xmlns:a16="http://schemas.microsoft.com/office/drawing/2014/main" id="{45F8F2EB-FBBF-84E6-C2A3-FB17480FCF6B}"/>
                </a:ext>
              </a:extLst>
            </p:cNvPr>
            <p:cNvSpPr/>
            <p:nvPr/>
          </p:nvSpPr>
          <p:spPr>
            <a:xfrm>
              <a:off x="4565700" y="1217950"/>
              <a:ext cx="16200" cy="606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1228;p40">
            <a:extLst>
              <a:ext uri="{FF2B5EF4-FFF2-40B4-BE49-F238E27FC236}">
                <a16:creationId xmlns:a16="http://schemas.microsoft.com/office/drawing/2014/main" id="{F5D584B2-80F6-C488-218A-619554A27176}"/>
              </a:ext>
            </a:extLst>
          </p:cNvPr>
          <p:cNvGrpSpPr/>
          <p:nvPr/>
        </p:nvGrpSpPr>
        <p:grpSpPr>
          <a:xfrm>
            <a:off x="4889634" y="1537333"/>
            <a:ext cx="993654" cy="1510853"/>
            <a:chOff x="4866826" y="1408234"/>
            <a:chExt cx="755070" cy="1103351"/>
          </a:xfrm>
        </p:grpSpPr>
        <p:sp>
          <p:nvSpPr>
            <p:cNvPr id="23" name="Google Shape;1229;p40">
              <a:extLst>
                <a:ext uri="{FF2B5EF4-FFF2-40B4-BE49-F238E27FC236}">
                  <a16:creationId xmlns:a16="http://schemas.microsoft.com/office/drawing/2014/main" id="{B52C8019-4235-965F-DEE2-AE59D9651CF1}"/>
                </a:ext>
              </a:extLst>
            </p:cNvPr>
            <p:cNvSpPr/>
            <p:nvPr/>
          </p:nvSpPr>
          <p:spPr>
            <a:xfrm>
              <a:off x="4866826" y="1511487"/>
              <a:ext cx="755070" cy="1000097"/>
            </a:xfrm>
            <a:custGeom>
              <a:avLst/>
              <a:gdLst/>
              <a:ahLst/>
              <a:cxnLst/>
              <a:rect l="l" t="t" r="r" b="b"/>
              <a:pathLst>
                <a:path w="33993" h="45019" extrusionOk="0">
                  <a:moveTo>
                    <a:pt x="7299" y="45018"/>
                  </a:moveTo>
                  <a:cubicBezTo>
                    <a:pt x="7228" y="45018"/>
                    <a:pt x="7156" y="45018"/>
                    <a:pt x="7085" y="45018"/>
                  </a:cubicBezTo>
                  <a:cubicBezTo>
                    <a:pt x="5751" y="44959"/>
                    <a:pt x="4180" y="44149"/>
                    <a:pt x="2989" y="42899"/>
                  </a:cubicBezTo>
                  <a:cubicBezTo>
                    <a:pt x="2620" y="42506"/>
                    <a:pt x="2310" y="42089"/>
                    <a:pt x="2060" y="41649"/>
                  </a:cubicBezTo>
                  <a:cubicBezTo>
                    <a:pt x="1858" y="41256"/>
                    <a:pt x="1691" y="40851"/>
                    <a:pt x="1608" y="40446"/>
                  </a:cubicBezTo>
                  <a:cubicBezTo>
                    <a:pt x="1525" y="40089"/>
                    <a:pt x="1501" y="39756"/>
                    <a:pt x="1548" y="39458"/>
                  </a:cubicBezTo>
                  <a:cubicBezTo>
                    <a:pt x="1584" y="39196"/>
                    <a:pt x="1668" y="38958"/>
                    <a:pt x="1799" y="38767"/>
                  </a:cubicBezTo>
                  <a:cubicBezTo>
                    <a:pt x="1965" y="38529"/>
                    <a:pt x="2203" y="38363"/>
                    <a:pt x="2525" y="38255"/>
                  </a:cubicBezTo>
                  <a:cubicBezTo>
                    <a:pt x="3156" y="38053"/>
                    <a:pt x="3739" y="37767"/>
                    <a:pt x="4251" y="37410"/>
                  </a:cubicBezTo>
                  <a:cubicBezTo>
                    <a:pt x="4680" y="37112"/>
                    <a:pt x="4966" y="36601"/>
                    <a:pt x="5025" y="35993"/>
                  </a:cubicBezTo>
                  <a:cubicBezTo>
                    <a:pt x="5120" y="35160"/>
                    <a:pt x="4823" y="34195"/>
                    <a:pt x="4311" y="33624"/>
                  </a:cubicBezTo>
                  <a:cubicBezTo>
                    <a:pt x="2965" y="32160"/>
                    <a:pt x="1132" y="30814"/>
                    <a:pt x="1" y="30219"/>
                  </a:cubicBezTo>
                  <a:lnTo>
                    <a:pt x="1" y="22563"/>
                  </a:lnTo>
                  <a:cubicBezTo>
                    <a:pt x="1" y="22468"/>
                    <a:pt x="72" y="22373"/>
                    <a:pt x="144" y="22373"/>
                  </a:cubicBezTo>
                  <a:cubicBezTo>
                    <a:pt x="417" y="22373"/>
                    <a:pt x="715" y="22444"/>
                    <a:pt x="1001" y="22504"/>
                  </a:cubicBezTo>
                  <a:cubicBezTo>
                    <a:pt x="1072" y="22527"/>
                    <a:pt x="1167" y="22551"/>
                    <a:pt x="1251" y="22575"/>
                  </a:cubicBezTo>
                  <a:cubicBezTo>
                    <a:pt x="1382" y="22611"/>
                    <a:pt x="1608" y="22706"/>
                    <a:pt x="1739" y="22765"/>
                  </a:cubicBezTo>
                  <a:cubicBezTo>
                    <a:pt x="2060" y="22908"/>
                    <a:pt x="2346" y="23063"/>
                    <a:pt x="2596" y="23242"/>
                  </a:cubicBezTo>
                  <a:cubicBezTo>
                    <a:pt x="2858" y="23420"/>
                    <a:pt x="3108" y="23623"/>
                    <a:pt x="3346" y="23849"/>
                  </a:cubicBezTo>
                  <a:cubicBezTo>
                    <a:pt x="3477" y="23956"/>
                    <a:pt x="3608" y="24063"/>
                    <a:pt x="3739" y="24159"/>
                  </a:cubicBezTo>
                  <a:cubicBezTo>
                    <a:pt x="3882" y="24266"/>
                    <a:pt x="4013" y="24349"/>
                    <a:pt x="4144" y="24432"/>
                  </a:cubicBezTo>
                  <a:cubicBezTo>
                    <a:pt x="4442" y="24611"/>
                    <a:pt x="4763" y="24754"/>
                    <a:pt x="5097" y="24837"/>
                  </a:cubicBezTo>
                  <a:cubicBezTo>
                    <a:pt x="5454" y="24944"/>
                    <a:pt x="5835" y="25004"/>
                    <a:pt x="6216" y="25004"/>
                  </a:cubicBezTo>
                  <a:cubicBezTo>
                    <a:pt x="6787" y="25004"/>
                    <a:pt x="7359" y="24885"/>
                    <a:pt x="7942" y="24647"/>
                  </a:cubicBezTo>
                  <a:cubicBezTo>
                    <a:pt x="8954" y="24218"/>
                    <a:pt x="9752" y="23539"/>
                    <a:pt x="10371" y="22646"/>
                  </a:cubicBezTo>
                  <a:cubicBezTo>
                    <a:pt x="10597" y="22313"/>
                    <a:pt x="10788" y="21956"/>
                    <a:pt x="10954" y="21599"/>
                  </a:cubicBezTo>
                  <a:cubicBezTo>
                    <a:pt x="10978" y="21563"/>
                    <a:pt x="10990" y="21527"/>
                    <a:pt x="11014" y="21480"/>
                  </a:cubicBezTo>
                  <a:cubicBezTo>
                    <a:pt x="11109" y="21241"/>
                    <a:pt x="11193" y="21003"/>
                    <a:pt x="11264" y="20753"/>
                  </a:cubicBezTo>
                  <a:cubicBezTo>
                    <a:pt x="11276" y="20718"/>
                    <a:pt x="11288" y="20670"/>
                    <a:pt x="11288" y="20622"/>
                  </a:cubicBezTo>
                  <a:cubicBezTo>
                    <a:pt x="11562" y="19598"/>
                    <a:pt x="11550" y="18539"/>
                    <a:pt x="11264" y="17539"/>
                  </a:cubicBezTo>
                  <a:cubicBezTo>
                    <a:pt x="11026" y="16705"/>
                    <a:pt x="10585" y="15943"/>
                    <a:pt x="9954" y="15265"/>
                  </a:cubicBezTo>
                  <a:cubicBezTo>
                    <a:pt x="9597" y="14872"/>
                    <a:pt x="9204" y="14598"/>
                    <a:pt x="8895" y="14407"/>
                  </a:cubicBezTo>
                  <a:cubicBezTo>
                    <a:pt x="8406" y="14122"/>
                    <a:pt x="8002" y="13943"/>
                    <a:pt x="7597" y="13824"/>
                  </a:cubicBezTo>
                  <a:cubicBezTo>
                    <a:pt x="7192" y="13717"/>
                    <a:pt x="6775" y="13657"/>
                    <a:pt x="6371" y="13645"/>
                  </a:cubicBezTo>
                  <a:cubicBezTo>
                    <a:pt x="6299" y="13645"/>
                    <a:pt x="6240" y="13645"/>
                    <a:pt x="6180" y="13645"/>
                  </a:cubicBezTo>
                  <a:cubicBezTo>
                    <a:pt x="6037" y="13645"/>
                    <a:pt x="5894" y="13645"/>
                    <a:pt x="5751" y="13657"/>
                  </a:cubicBezTo>
                  <a:cubicBezTo>
                    <a:pt x="5751" y="13657"/>
                    <a:pt x="5739" y="13657"/>
                    <a:pt x="5728" y="13657"/>
                  </a:cubicBezTo>
                  <a:cubicBezTo>
                    <a:pt x="5525" y="13693"/>
                    <a:pt x="5335" y="13729"/>
                    <a:pt x="5132" y="13776"/>
                  </a:cubicBezTo>
                  <a:cubicBezTo>
                    <a:pt x="4739" y="13872"/>
                    <a:pt x="4346" y="13955"/>
                    <a:pt x="3977" y="14014"/>
                  </a:cubicBezTo>
                  <a:cubicBezTo>
                    <a:pt x="3965" y="14014"/>
                    <a:pt x="3954" y="14014"/>
                    <a:pt x="3942" y="14014"/>
                  </a:cubicBezTo>
                  <a:cubicBezTo>
                    <a:pt x="3489" y="14110"/>
                    <a:pt x="3120" y="14169"/>
                    <a:pt x="2787" y="14205"/>
                  </a:cubicBezTo>
                  <a:cubicBezTo>
                    <a:pt x="2656" y="14217"/>
                    <a:pt x="2549" y="14229"/>
                    <a:pt x="2430" y="14229"/>
                  </a:cubicBezTo>
                  <a:cubicBezTo>
                    <a:pt x="2346" y="14241"/>
                    <a:pt x="2263" y="14253"/>
                    <a:pt x="2180" y="14253"/>
                  </a:cubicBezTo>
                  <a:cubicBezTo>
                    <a:pt x="1977" y="14276"/>
                    <a:pt x="1787" y="14288"/>
                    <a:pt x="1596" y="14300"/>
                  </a:cubicBezTo>
                  <a:cubicBezTo>
                    <a:pt x="1477" y="14300"/>
                    <a:pt x="1370" y="14312"/>
                    <a:pt x="1251" y="14312"/>
                  </a:cubicBezTo>
                  <a:cubicBezTo>
                    <a:pt x="1084" y="14312"/>
                    <a:pt x="917" y="14300"/>
                    <a:pt x="739" y="14300"/>
                  </a:cubicBezTo>
                  <a:cubicBezTo>
                    <a:pt x="632" y="14288"/>
                    <a:pt x="525" y="14288"/>
                    <a:pt x="417" y="14288"/>
                  </a:cubicBezTo>
                  <a:cubicBezTo>
                    <a:pt x="191" y="14276"/>
                    <a:pt x="1" y="14050"/>
                    <a:pt x="1" y="13800"/>
                  </a:cubicBezTo>
                  <a:lnTo>
                    <a:pt x="1" y="6025"/>
                  </a:lnTo>
                  <a:cubicBezTo>
                    <a:pt x="2668" y="6418"/>
                    <a:pt x="6037" y="6954"/>
                    <a:pt x="13169" y="10514"/>
                  </a:cubicBezTo>
                  <a:cubicBezTo>
                    <a:pt x="13693" y="10776"/>
                    <a:pt x="14264" y="10919"/>
                    <a:pt x="14848" y="10919"/>
                  </a:cubicBezTo>
                  <a:cubicBezTo>
                    <a:pt x="15169" y="10919"/>
                    <a:pt x="15491" y="10871"/>
                    <a:pt x="15800" y="10788"/>
                  </a:cubicBezTo>
                  <a:cubicBezTo>
                    <a:pt x="16693" y="10585"/>
                    <a:pt x="17384" y="10002"/>
                    <a:pt x="17705" y="9192"/>
                  </a:cubicBezTo>
                  <a:cubicBezTo>
                    <a:pt x="18039" y="8311"/>
                    <a:pt x="18241" y="7359"/>
                    <a:pt x="18289" y="6359"/>
                  </a:cubicBezTo>
                  <a:cubicBezTo>
                    <a:pt x="18324" y="5382"/>
                    <a:pt x="18229" y="4358"/>
                    <a:pt x="17979" y="3323"/>
                  </a:cubicBezTo>
                  <a:cubicBezTo>
                    <a:pt x="17836" y="2704"/>
                    <a:pt x="17848" y="2144"/>
                    <a:pt x="18015" y="1656"/>
                  </a:cubicBezTo>
                  <a:cubicBezTo>
                    <a:pt x="18193" y="1132"/>
                    <a:pt x="18539" y="727"/>
                    <a:pt x="19051" y="429"/>
                  </a:cubicBezTo>
                  <a:cubicBezTo>
                    <a:pt x="19336" y="275"/>
                    <a:pt x="19646" y="156"/>
                    <a:pt x="19956" y="96"/>
                  </a:cubicBezTo>
                  <a:cubicBezTo>
                    <a:pt x="20265" y="25"/>
                    <a:pt x="20587" y="1"/>
                    <a:pt x="20944" y="1"/>
                  </a:cubicBezTo>
                  <a:cubicBezTo>
                    <a:pt x="21003" y="1"/>
                    <a:pt x="21063" y="1"/>
                    <a:pt x="21134" y="1"/>
                  </a:cubicBezTo>
                  <a:cubicBezTo>
                    <a:pt x="23027" y="37"/>
                    <a:pt x="25182" y="1096"/>
                    <a:pt x="26885" y="2823"/>
                  </a:cubicBezTo>
                  <a:cubicBezTo>
                    <a:pt x="27397" y="3358"/>
                    <a:pt x="27849" y="3930"/>
                    <a:pt x="28195" y="4525"/>
                  </a:cubicBezTo>
                  <a:cubicBezTo>
                    <a:pt x="28504" y="5085"/>
                    <a:pt x="28742" y="5656"/>
                    <a:pt x="28873" y="6216"/>
                  </a:cubicBezTo>
                  <a:cubicBezTo>
                    <a:pt x="28992" y="6740"/>
                    <a:pt x="29028" y="7216"/>
                    <a:pt x="28980" y="7656"/>
                  </a:cubicBezTo>
                  <a:cubicBezTo>
                    <a:pt x="28933" y="8061"/>
                    <a:pt x="28802" y="8418"/>
                    <a:pt x="28599" y="8716"/>
                  </a:cubicBezTo>
                  <a:cubicBezTo>
                    <a:pt x="28599" y="8728"/>
                    <a:pt x="28599" y="8728"/>
                    <a:pt x="28599" y="8728"/>
                  </a:cubicBezTo>
                  <a:cubicBezTo>
                    <a:pt x="28338" y="9109"/>
                    <a:pt x="27980" y="9383"/>
                    <a:pt x="27480" y="9550"/>
                  </a:cubicBezTo>
                  <a:cubicBezTo>
                    <a:pt x="25611" y="10204"/>
                    <a:pt x="24123" y="11383"/>
                    <a:pt x="23170" y="12967"/>
                  </a:cubicBezTo>
                  <a:cubicBezTo>
                    <a:pt x="22754" y="13669"/>
                    <a:pt x="22682" y="14574"/>
                    <a:pt x="22968" y="15515"/>
                  </a:cubicBezTo>
                  <a:cubicBezTo>
                    <a:pt x="23087" y="15931"/>
                    <a:pt x="23277" y="16336"/>
                    <a:pt x="23527" y="16717"/>
                  </a:cubicBezTo>
                  <a:cubicBezTo>
                    <a:pt x="23766" y="17098"/>
                    <a:pt x="24075" y="17467"/>
                    <a:pt x="24420" y="17789"/>
                  </a:cubicBezTo>
                  <a:cubicBezTo>
                    <a:pt x="25563" y="18801"/>
                    <a:pt x="26730" y="20003"/>
                    <a:pt x="28111" y="21551"/>
                  </a:cubicBezTo>
                  <a:cubicBezTo>
                    <a:pt x="29469" y="23170"/>
                    <a:pt x="30481" y="24492"/>
                    <a:pt x="31350" y="25802"/>
                  </a:cubicBezTo>
                  <a:cubicBezTo>
                    <a:pt x="31862" y="26516"/>
                    <a:pt x="32326" y="27290"/>
                    <a:pt x="32779" y="28028"/>
                  </a:cubicBezTo>
                  <a:lnTo>
                    <a:pt x="32933" y="28278"/>
                  </a:lnTo>
                  <a:cubicBezTo>
                    <a:pt x="33100" y="28552"/>
                    <a:pt x="33255" y="28838"/>
                    <a:pt x="33422" y="29135"/>
                  </a:cubicBezTo>
                  <a:cubicBezTo>
                    <a:pt x="33493" y="29266"/>
                    <a:pt x="33576" y="29409"/>
                    <a:pt x="33648" y="29552"/>
                  </a:cubicBezTo>
                  <a:cubicBezTo>
                    <a:pt x="33648" y="29552"/>
                    <a:pt x="33933" y="30064"/>
                    <a:pt x="33993" y="30159"/>
                  </a:cubicBezTo>
                  <a:lnTo>
                    <a:pt x="28433" y="33945"/>
                  </a:lnTo>
                  <a:cubicBezTo>
                    <a:pt x="28302" y="34029"/>
                    <a:pt x="28159" y="34076"/>
                    <a:pt x="28004" y="34076"/>
                  </a:cubicBezTo>
                  <a:cubicBezTo>
                    <a:pt x="27897" y="34076"/>
                    <a:pt x="27778" y="34053"/>
                    <a:pt x="27659" y="34017"/>
                  </a:cubicBezTo>
                  <a:cubicBezTo>
                    <a:pt x="27349" y="33910"/>
                    <a:pt x="27064" y="33660"/>
                    <a:pt x="26837" y="33291"/>
                  </a:cubicBezTo>
                  <a:cubicBezTo>
                    <a:pt x="26528" y="32767"/>
                    <a:pt x="26230" y="32207"/>
                    <a:pt x="25956" y="31612"/>
                  </a:cubicBezTo>
                  <a:cubicBezTo>
                    <a:pt x="25790" y="31195"/>
                    <a:pt x="25730" y="30612"/>
                    <a:pt x="25659" y="29993"/>
                  </a:cubicBezTo>
                  <a:cubicBezTo>
                    <a:pt x="25516" y="28600"/>
                    <a:pt x="25349" y="26873"/>
                    <a:pt x="23789" y="25409"/>
                  </a:cubicBezTo>
                  <a:cubicBezTo>
                    <a:pt x="22849" y="24516"/>
                    <a:pt x="21753" y="24075"/>
                    <a:pt x="20527" y="24075"/>
                  </a:cubicBezTo>
                  <a:cubicBezTo>
                    <a:pt x="19420" y="24075"/>
                    <a:pt x="18467" y="24444"/>
                    <a:pt x="17872" y="24766"/>
                  </a:cubicBezTo>
                  <a:cubicBezTo>
                    <a:pt x="17693" y="24849"/>
                    <a:pt x="17527" y="24944"/>
                    <a:pt x="17360" y="25063"/>
                  </a:cubicBezTo>
                  <a:lnTo>
                    <a:pt x="17312" y="25099"/>
                  </a:lnTo>
                  <a:cubicBezTo>
                    <a:pt x="17300" y="25111"/>
                    <a:pt x="17277" y="25123"/>
                    <a:pt x="17265" y="25135"/>
                  </a:cubicBezTo>
                  <a:cubicBezTo>
                    <a:pt x="17181" y="25194"/>
                    <a:pt x="17110" y="25242"/>
                    <a:pt x="17039" y="25302"/>
                  </a:cubicBezTo>
                  <a:cubicBezTo>
                    <a:pt x="16372" y="25861"/>
                    <a:pt x="15836" y="26587"/>
                    <a:pt x="15467" y="27457"/>
                  </a:cubicBezTo>
                  <a:cubicBezTo>
                    <a:pt x="15157" y="28183"/>
                    <a:pt x="14967" y="29004"/>
                    <a:pt x="14919" y="29862"/>
                  </a:cubicBezTo>
                  <a:cubicBezTo>
                    <a:pt x="14907" y="30278"/>
                    <a:pt x="14919" y="30683"/>
                    <a:pt x="14967" y="31064"/>
                  </a:cubicBezTo>
                  <a:cubicBezTo>
                    <a:pt x="14991" y="31267"/>
                    <a:pt x="15026" y="31457"/>
                    <a:pt x="15062" y="31648"/>
                  </a:cubicBezTo>
                  <a:cubicBezTo>
                    <a:pt x="15098" y="31826"/>
                    <a:pt x="15145" y="32017"/>
                    <a:pt x="15205" y="32183"/>
                  </a:cubicBezTo>
                  <a:cubicBezTo>
                    <a:pt x="15312" y="32576"/>
                    <a:pt x="15467" y="32933"/>
                    <a:pt x="15657" y="33255"/>
                  </a:cubicBezTo>
                  <a:cubicBezTo>
                    <a:pt x="15800" y="33529"/>
                    <a:pt x="16015" y="33874"/>
                    <a:pt x="16312" y="34195"/>
                  </a:cubicBezTo>
                  <a:cubicBezTo>
                    <a:pt x="16848" y="34755"/>
                    <a:pt x="17396" y="35136"/>
                    <a:pt x="17979" y="35350"/>
                  </a:cubicBezTo>
                  <a:cubicBezTo>
                    <a:pt x="18813" y="35696"/>
                    <a:pt x="19991" y="36398"/>
                    <a:pt x="20777" y="37755"/>
                  </a:cubicBezTo>
                  <a:cubicBezTo>
                    <a:pt x="20932" y="38005"/>
                    <a:pt x="20968" y="38339"/>
                    <a:pt x="20884" y="38660"/>
                  </a:cubicBezTo>
                  <a:cubicBezTo>
                    <a:pt x="20813" y="38970"/>
                    <a:pt x="20598" y="39268"/>
                    <a:pt x="20313" y="39458"/>
                  </a:cubicBezTo>
                  <a:lnTo>
                    <a:pt x="14907" y="43137"/>
                  </a:lnTo>
                  <a:cubicBezTo>
                    <a:pt x="14848" y="43030"/>
                    <a:pt x="14788" y="42911"/>
                    <a:pt x="14705" y="42792"/>
                  </a:cubicBezTo>
                  <a:cubicBezTo>
                    <a:pt x="14645" y="42685"/>
                    <a:pt x="14574" y="42577"/>
                    <a:pt x="14502" y="42458"/>
                  </a:cubicBezTo>
                  <a:cubicBezTo>
                    <a:pt x="14348" y="42208"/>
                    <a:pt x="14181" y="41946"/>
                    <a:pt x="14002" y="41684"/>
                  </a:cubicBezTo>
                  <a:cubicBezTo>
                    <a:pt x="13562" y="41018"/>
                    <a:pt x="13074" y="40422"/>
                    <a:pt x="12597" y="39839"/>
                  </a:cubicBezTo>
                  <a:lnTo>
                    <a:pt x="12526" y="39744"/>
                  </a:lnTo>
                  <a:cubicBezTo>
                    <a:pt x="12514" y="39732"/>
                    <a:pt x="12502" y="39720"/>
                    <a:pt x="12490" y="39708"/>
                  </a:cubicBezTo>
                  <a:cubicBezTo>
                    <a:pt x="12347" y="39553"/>
                    <a:pt x="12193" y="39387"/>
                    <a:pt x="12050" y="39232"/>
                  </a:cubicBezTo>
                  <a:cubicBezTo>
                    <a:pt x="11716" y="38875"/>
                    <a:pt x="11276" y="38672"/>
                    <a:pt x="10812" y="38672"/>
                  </a:cubicBezTo>
                  <a:cubicBezTo>
                    <a:pt x="9883" y="38672"/>
                    <a:pt x="9133" y="39422"/>
                    <a:pt x="9049" y="40411"/>
                  </a:cubicBezTo>
                  <a:cubicBezTo>
                    <a:pt x="9049" y="40446"/>
                    <a:pt x="9038" y="40506"/>
                    <a:pt x="9038" y="40553"/>
                  </a:cubicBezTo>
                  <a:cubicBezTo>
                    <a:pt x="8990" y="41292"/>
                    <a:pt x="9061" y="42077"/>
                    <a:pt x="9228" y="42875"/>
                  </a:cubicBezTo>
                  <a:cubicBezTo>
                    <a:pt x="9323" y="43292"/>
                    <a:pt x="9311" y="43661"/>
                    <a:pt x="9192" y="43982"/>
                  </a:cubicBezTo>
                  <a:cubicBezTo>
                    <a:pt x="9073" y="44316"/>
                    <a:pt x="8847" y="44578"/>
                    <a:pt x="8514" y="44756"/>
                  </a:cubicBezTo>
                  <a:cubicBezTo>
                    <a:pt x="8323" y="44852"/>
                    <a:pt x="8121" y="44935"/>
                    <a:pt x="7906" y="44971"/>
                  </a:cubicBezTo>
                  <a:cubicBezTo>
                    <a:pt x="7716" y="45006"/>
                    <a:pt x="7514" y="45018"/>
                    <a:pt x="7299" y="45018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0;p40">
              <a:extLst>
                <a:ext uri="{FF2B5EF4-FFF2-40B4-BE49-F238E27FC236}">
                  <a16:creationId xmlns:a16="http://schemas.microsoft.com/office/drawing/2014/main" id="{5DD393AE-1A5D-2BC6-3D7B-56A2C701E0C3}"/>
                </a:ext>
              </a:extLst>
            </p:cNvPr>
            <p:cNvSpPr/>
            <p:nvPr/>
          </p:nvSpPr>
          <p:spPr>
            <a:xfrm rot="1792560">
              <a:off x="5414555" y="1382761"/>
              <a:ext cx="16261" cy="44124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1231;p40">
            <a:extLst>
              <a:ext uri="{FF2B5EF4-FFF2-40B4-BE49-F238E27FC236}">
                <a16:creationId xmlns:a16="http://schemas.microsoft.com/office/drawing/2014/main" id="{E6700BCE-5DFF-4F9A-DE08-9331DF908A8A}"/>
              </a:ext>
            </a:extLst>
          </p:cNvPr>
          <p:cNvGrpSpPr/>
          <p:nvPr/>
        </p:nvGrpSpPr>
        <p:grpSpPr>
          <a:xfrm>
            <a:off x="5349042" y="2463870"/>
            <a:ext cx="1048977" cy="1833029"/>
            <a:chOff x="5215927" y="2084869"/>
            <a:chExt cx="797110" cy="1338631"/>
          </a:xfrm>
        </p:grpSpPr>
        <p:sp>
          <p:nvSpPr>
            <p:cNvPr id="26" name="Google Shape;1232;p40">
              <a:extLst>
                <a:ext uri="{FF2B5EF4-FFF2-40B4-BE49-F238E27FC236}">
                  <a16:creationId xmlns:a16="http://schemas.microsoft.com/office/drawing/2014/main" id="{D58FE69C-4439-A3A1-39D5-889B19851D4F}"/>
                </a:ext>
              </a:extLst>
            </p:cNvPr>
            <p:cNvSpPr/>
            <p:nvPr/>
          </p:nvSpPr>
          <p:spPr>
            <a:xfrm>
              <a:off x="5215927" y="2084869"/>
              <a:ext cx="538231" cy="1338631"/>
            </a:xfrm>
            <a:custGeom>
              <a:avLst/>
              <a:gdLst/>
              <a:ahLst/>
              <a:cxnLst/>
              <a:rect l="l" t="t" r="r" b="b"/>
              <a:pathLst>
                <a:path w="24231" h="60258" extrusionOk="0">
                  <a:moveTo>
                    <a:pt x="4811" y="60258"/>
                  </a:moveTo>
                  <a:cubicBezTo>
                    <a:pt x="4025" y="60258"/>
                    <a:pt x="3311" y="59948"/>
                    <a:pt x="2954" y="59770"/>
                  </a:cubicBezTo>
                  <a:cubicBezTo>
                    <a:pt x="2835" y="59698"/>
                    <a:pt x="2739" y="59651"/>
                    <a:pt x="2644" y="59591"/>
                  </a:cubicBezTo>
                  <a:cubicBezTo>
                    <a:pt x="2632" y="59579"/>
                    <a:pt x="2620" y="59567"/>
                    <a:pt x="2608" y="59555"/>
                  </a:cubicBezTo>
                  <a:cubicBezTo>
                    <a:pt x="2549" y="59520"/>
                    <a:pt x="2501" y="59484"/>
                    <a:pt x="2454" y="59436"/>
                  </a:cubicBezTo>
                  <a:cubicBezTo>
                    <a:pt x="1977" y="59043"/>
                    <a:pt x="1608" y="58543"/>
                    <a:pt x="1358" y="57936"/>
                  </a:cubicBezTo>
                  <a:cubicBezTo>
                    <a:pt x="1120" y="57388"/>
                    <a:pt x="989" y="56781"/>
                    <a:pt x="953" y="56115"/>
                  </a:cubicBezTo>
                  <a:cubicBezTo>
                    <a:pt x="930" y="55817"/>
                    <a:pt x="942" y="55507"/>
                    <a:pt x="977" y="55222"/>
                  </a:cubicBezTo>
                  <a:cubicBezTo>
                    <a:pt x="1001" y="55079"/>
                    <a:pt x="1025" y="54948"/>
                    <a:pt x="1049" y="54817"/>
                  </a:cubicBezTo>
                  <a:cubicBezTo>
                    <a:pt x="1084" y="54638"/>
                    <a:pt x="1120" y="54507"/>
                    <a:pt x="1156" y="54388"/>
                  </a:cubicBezTo>
                  <a:cubicBezTo>
                    <a:pt x="1227" y="54126"/>
                    <a:pt x="1334" y="53888"/>
                    <a:pt x="1453" y="53686"/>
                  </a:cubicBezTo>
                  <a:cubicBezTo>
                    <a:pt x="1561" y="53483"/>
                    <a:pt x="1704" y="53245"/>
                    <a:pt x="1870" y="53067"/>
                  </a:cubicBezTo>
                  <a:cubicBezTo>
                    <a:pt x="2204" y="52721"/>
                    <a:pt x="2537" y="52483"/>
                    <a:pt x="2882" y="52352"/>
                  </a:cubicBezTo>
                  <a:cubicBezTo>
                    <a:pt x="4478" y="51697"/>
                    <a:pt x="5752" y="50602"/>
                    <a:pt x="6573" y="49197"/>
                  </a:cubicBezTo>
                  <a:cubicBezTo>
                    <a:pt x="6942" y="48578"/>
                    <a:pt x="7049" y="47768"/>
                    <a:pt x="6859" y="46994"/>
                  </a:cubicBezTo>
                  <a:cubicBezTo>
                    <a:pt x="6680" y="46268"/>
                    <a:pt x="6216" y="45601"/>
                    <a:pt x="5573" y="45173"/>
                  </a:cubicBezTo>
                  <a:lnTo>
                    <a:pt x="1" y="41375"/>
                  </a:lnTo>
                  <a:cubicBezTo>
                    <a:pt x="1084" y="39065"/>
                    <a:pt x="1799" y="36565"/>
                    <a:pt x="2096" y="34040"/>
                  </a:cubicBezTo>
                  <a:cubicBezTo>
                    <a:pt x="2501" y="34195"/>
                    <a:pt x="2894" y="34362"/>
                    <a:pt x="3263" y="34552"/>
                  </a:cubicBezTo>
                  <a:cubicBezTo>
                    <a:pt x="3894" y="34874"/>
                    <a:pt x="4561" y="35088"/>
                    <a:pt x="5240" y="35183"/>
                  </a:cubicBezTo>
                  <a:cubicBezTo>
                    <a:pt x="5514" y="35231"/>
                    <a:pt x="5775" y="35243"/>
                    <a:pt x="6037" y="35243"/>
                  </a:cubicBezTo>
                  <a:cubicBezTo>
                    <a:pt x="6573" y="35243"/>
                    <a:pt x="7085" y="35171"/>
                    <a:pt x="7573" y="35005"/>
                  </a:cubicBezTo>
                  <a:cubicBezTo>
                    <a:pt x="8288" y="34779"/>
                    <a:pt x="10669" y="33755"/>
                    <a:pt x="11002" y="30207"/>
                  </a:cubicBezTo>
                  <a:cubicBezTo>
                    <a:pt x="11002" y="30159"/>
                    <a:pt x="11002" y="30099"/>
                    <a:pt x="11002" y="30052"/>
                  </a:cubicBezTo>
                  <a:cubicBezTo>
                    <a:pt x="10669" y="26516"/>
                    <a:pt x="8288" y="25480"/>
                    <a:pt x="7561" y="25254"/>
                  </a:cubicBezTo>
                  <a:cubicBezTo>
                    <a:pt x="7085" y="25099"/>
                    <a:pt x="6573" y="25015"/>
                    <a:pt x="6037" y="25015"/>
                  </a:cubicBezTo>
                  <a:cubicBezTo>
                    <a:pt x="5775" y="25015"/>
                    <a:pt x="5514" y="25039"/>
                    <a:pt x="5240" y="25075"/>
                  </a:cubicBezTo>
                  <a:cubicBezTo>
                    <a:pt x="4561" y="25170"/>
                    <a:pt x="3894" y="25385"/>
                    <a:pt x="3263" y="25706"/>
                  </a:cubicBezTo>
                  <a:cubicBezTo>
                    <a:pt x="2894" y="25897"/>
                    <a:pt x="2513" y="26063"/>
                    <a:pt x="2096" y="26218"/>
                  </a:cubicBezTo>
                  <a:cubicBezTo>
                    <a:pt x="1799" y="23694"/>
                    <a:pt x="1084" y="21194"/>
                    <a:pt x="1" y="18884"/>
                  </a:cubicBezTo>
                  <a:lnTo>
                    <a:pt x="5573" y="15098"/>
                  </a:lnTo>
                  <a:cubicBezTo>
                    <a:pt x="6216" y="14657"/>
                    <a:pt x="6680" y="13990"/>
                    <a:pt x="6859" y="13264"/>
                  </a:cubicBezTo>
                  <a:cubicBezTo>
                    <a:pt x="7049" y="12490"/>
                    <a:pt x="6942" y="11680"/>
                    <a:pt x="6561" y="11049"/>
                  </a:cubicBezTo>
                  <a:cubicBezTo>
                    <a:pt x="5752" y="9656"/>
                    <a:pt x="4478" y="8573"/>
                    <a:pt x="2906" y="7918"/>
                  </a:cubicBezTo>
                  <a:cubicBezTo>
                    <a:pt x="2537" y="7787"/>
                    <a:pt x="2204" y="7549"/>
                    <a:pt x="1870" y="7192"/>
                  </a:cubicBezTo>
                  <a:cubicBezTo>
                    <a:pt x="1704" y="7013"/>
                    <a:pt x="1561" y="6775"/>
                    <a:pt x="1453" y="6585"/>
                  </a:cubicBezTo>
                  <a:cubicBezTo>
                    <a:pt x="1334" y="6370"/>
                    <a:pt x="1227" y="6132"/>
                    <a:pt x="1156" y="5882"/>
                  </a:cubicBezTo>
                  <a:cubicBezTo>
                    <a:pt x="1120" y="5751"/>
                    <a:pt x="1084" y="5620"/>
                    <a:pt x="1061" y="5465"/>
                  </a:cubicBezTo>
                  <a:cubicBezTo>
                    <a:pt x="1025" y="5323"/>
                    <a:pt x="1001" y="5180"/>
                    <a:pt x="977" y="5037"/>
                  </a:cubicBezTo>
                  <a:cubicBezTo>
                    <a:pt x="942" y="4751"/>
                    <a:pt x="930" y="4453"/>
                    <a:pt x="953" y="4144"/>
                  </a:cubicBezTo>
                  <a:cubicBezTo>
                    <a:pt x="989" y="3489"/>
                    <a:pt x="1120" y="2870"/>
                    <a:pt x="1358" y="2322"/>
                  </a:cubicBezTo>
                  <a:cubicBezTo>
                    <a:pt x="1620" y="1715"/>
                    <a:pt x="1977" y="1215"/>
                    <a:pt x="2442" y="822"/>
                  </a:cubicBezTo>
                  <a:cubicBezTo>
                    <a:pt x="2501" y="786"/>
                    <a:pt x="2561" y="739"/>
                    <a:pt x="2608" y="703"/>
                  </a:cubicBezTo>
                  <a:cubicBezTo>
                    <a:pt x="2620" y="691"/>
                    <a:pt x="2632" y="691"/>
                    <a:pt x="2644" y="679"/>
                  </a:cubicBezTo>
                  <a:cubicBezTo>
                    <a:pt x="2739" y="608"/>
                    <a:pt x="2835" y="560"/>
                    <a:pt x="2942" y="512"/>
                  </a:cubicBezTo>
                  <a:cubicBezTo>
                    <a:pt x="3311" y="310"/>
                    <a:pt x="4025" y="0"/>
                    <a:pt x="4811" y="0"/>
                  </a:cubicBezTo>
                  <a:cubicBezTo>
                    <a:pt x="5585" y="0"/>
                    <a:pt x="6264" y="286"/>
                    <a:pt x="6871" y="858"/>
                  </a:cubicBezTo>
                  <a:cubicBezTo>
                    <a:pt x="7954" y="1882"/>
                    <a:pt x="8085" y="3084"/>
                    <a:pt x="8216" y="4358"/>
                  </a:cubicBezTo>
                  <a:cubicBezTo>
                    <a:pt x="8288" y="5120"/>
                    <a:pt x="8359" y="5835"/>
                    <a:pt x="8645" y="6501"/>
                  </a:cubicBezTo>
                  <a:cubicBezTo>
                    <a:pt x="8645" y="6513"/>
                    <a:pt x="8657" y="6513"/>
                    <a:pt x="8657" y="6525"/>
                  </a:cubicBezTo>
                  <a:cubicBezTo>
                    <a:pt x="8954" y="7168"/>
                    <a:pt x="9288" y="7787"/>
                    <a:pt x="9621" y="8371"/>
                  </a:cubicBezTo>
                  <a:cubicBezTo>
                    <a:pt x="10074" y="9121"/>
                    <a:pt x="10693" y="9633"/>
                    <a:pt x="11419" y="9859"/>
                  </a:cubicBezTo>
                  <a:cubicBezTo>
                    <a:pt x="11717" y="9954"/>
                    <a:pt x="12002" y="10002"/>
                    <a:pt x="12288" y="10002"/>
                  </a:cubicBezTo>
                  <a:cubicBezTo>
                    <a:pt x="12800" y="10002"/>
                    <a:pt x="13276" y="9859"/>
                    <a:pt x="13693" y="9573"/>
                  </a:cubicBezTo>
                  <a:lnTo>
                    <a:pt x="19075" y="5906"/>
                  </a:lnTo>
                  <a:cubicBezTo>
                    <a:pt x="20432" y="8692"/>
                    <a:pt x="21551" y="11645"/>
                    <a:pt x="22397" y="14669"/>
                  </a:cubicBezTo>
                  <a:cubicBezTo>
                    <a:pt x="23087" y="17110"/>
                    <a:pt x="23766" y="20158"/>
                    <a:pt x="24206" y="22837"/>
                  </a:cubicBezTo>
                  <a:cubicBezTo>
                    <a:pt x="24230" y="23003"/>
                    <a:pt x="24194" y="23146"/>
                    <a:pt x="24099" y="23265"/>
                  </a:cubicBezTo>
                  <a:cubicBezTo>
                    <a:pt x="23992" y="23384"/>
                    <a:pt x="23825" y="23456"/>
                    <a:pt x="23659" y="23456"/>
                  </a:cubicBezTo>
                  <a:cubicBezTo>
                    <a:pt x="23551" y="23456"/>
                    <a:pt x="23432" y="23420"/>
                    <a:pt x="23325" y="23349"/>
                  </a:cubicBezTo>
                  <a:cubicBezTo>
                    <a:pt x="23266" y="23313"/>
                    <a:pt x="23206" y="23277"/>
                    <a:pt x="23147" y="23253"/>
                  </a:cubicBezTo>
                  <a:cubicBezTo>
                    <a:pt x="22587" y="22944"/>
                    <a:pt x="21980" y="22789"/>
                    <a:pt x="21349" y="22789"/>
                  </a:cubicBezTo>
                  <a:cubicBezTo>
                    <a:pt x="21182" y="22789"/>
                    <a:pt x="21004" y="22801"/>
                    <a:pt x="20825" y="22825"/>
                  </a:cubicBezTo>
                  <a:cubicBezTo>
                    <a:pt x="20825" y="22825"/>
                    <a:pt x="20825" y="22825"/>
                    <a:pt x="20813" y="22825"/>
                  </a:cubicBezTo>
                  <a:cubicBezTo>
                    <a:pt x="19753" y="22980"/>
                    <a:pt x="18753" y="23575"/>
                    <a:pt x="17944" y="24539"/>
                  </a:cubicBezTo>
                  <a:cubicBezTo>
                    <a:pt x="17563" y="24980"/>
                    <a:pt x="17241" y="25480"/>
                    <a:pt x="16979" y="26027"/>
                  </a:cubicBezTo>
                  <a:cubicBezTo>
                    <a:pt x="16860" y="26278"/>
                    <a:pt x="16753" y="26551"/>
                    <a:pt x="16646" y="26873"/>
                  </a:cubicBezTo>
                  <a:cubicBezTo>
                    <a:pt x="16539" y="27159"/>
                    <a:pt x="16455" y="27480"/>
                    <a:pt x="16396" y="27790"/>
                  </a:cubicBezTo>
                  <a:cubicBezTo>
                    <a:pt x="16277" y="28337"/>
                    <a:pt x="16241" y="29361"/>
                    <a:pt x="16229" y="30111"/>
                  </a:cubicBezTo>
                  <a:cubicBezTo>
                    <a:pt x="16229" y="30123"/>
                    <a:pt x="16229" y="30135"/>
                    <a:pt x="16229" y="30147"/>
                  </a:cubicBezTo>
                  <a:cubicBezTo>
                    <a:pt x="16241" y="30897"/>
                    <a:pt x="16277" y="31921"/>
                    <a:pt x="16384" y="32457"/>
                  </a:cubicBezTo>
                  <a:cubicBezTo>
                    <a:pt x="16455" y="32790"/>
                    <a:pt x="16551" y="33100"/>
                    <a:pt x="16646" y="33397"/>
                  </a:cubicBezTo>
                  <a:cubicBezTo>
                    <a:pt x="16753" y="33719"/>
                    <a:pt x="16860" y="33981"/>
                    <a:pt x="16979" y="34243"/>
                  </a:cubicBezTo>
                  <a:cubicBezTo>
                    <a:pt x="17241" y="34779"/>
                    <a:pt x="17563" y="35291"/>
                    <a:pt x="17944" y="35731"/>
                  </a:cubicBezTo>
                  <a:cubicBezTo>
                    <a:pt x="18753" y="36684"/>
                    <a:pt x="19741" y="37279"/>
                    <a:pt x="20813" y="37434"/>
                  </a:cubicBezTo>
                  <a:cubicBezTo>
                    <a:pt x="20813" y="37434"/>
                    <a:pt x="20813" y="37434"/>
                    <a:pt x="20825" y="37434"/>
                  </a:cubicBezTo>
                  <a:cubicBezTo>
                    <a:pt x="20992" y="37457"/>
                    <a:pt x="21170" y="37469"/>
                    <a:pt x="21349" y="37469"/>
                  </a:cubicBezTo>
                  <a:cubicBezTo>
                    <a:pt x="21980" y="37469"/>
                    <a:pt x="22587" y="37315"/>
                    <a:pt x="23159" y="37005"/>
                  </a:cubicBezTo>
                  <a:cubicBezTo>
                    <a:pt x="23206" y="36981"/>
                    <a:pt x="23266" y="36946"/>
                    <a:pt x="23325" y="36910"/>
                  </a:cubicBezTo>
                  <a:cubicBezTo>
                    <a:pt x="23432" y="36838"/>
                    <a:pt x="23551" y="36803"/>
                    <a:pt x="23659" y="36803"/>
                  </a:cubicBezTo>
                  <a:cubicBezTo>
                    <a:pt x="23825" y="36803"/>
                    <a:pt x="23992" y="36874"/>
                    <a:pt x="24099" y="37005"/>
                  </a:cubicBezTo>
                  <a:cubicBezTo>
                    <a:pt x="24194" y="37112"/>
                    <a:pt x="24230" y="37267"/>
                    <a:pt x="24206" y="37434"/>
                  </a:cubicBezTo>
                  <a:cubicBezTo>
                    <a:pt x="23766" y="40101"/>
                    <a:pt x="23087" y="43149"/>
                    <a:pt x="22397" y="45589"/>
                  </a:cubicBezTo>
                  <a:cubicBezTo>
                    <a:pt x="21551" y="48626"/>
                    <a:pt x="20432" y="51566"/>
                    <a:pt x="19075" y="54352"/>
                  </a:cubicBezTo>
                  <a:lnTo>
                    <a:pt x="13693" y="50685"/>
                  </a:lnTo>
                  <a:cubicBezTo>
                    <a:pt x="13276" y="50400"/>
                    <a:pt x="12800" y="50257"/>
                    <a:pt x="12288" y="50257"/>
                  </a:cubicBezTo>
                  <a:cubicBezTo>
                    <a:pt x="12002" y="50257"/>
                    <a:pt x="11717" y="50304"/>
                    <a:pt x="11419" y="50400"/>
                  </a:cubicBezTo>
                  <a:cubicBezTo>
                    <a:pt x="10693" y="50626"/>
                    <a:pt x="10074" y="51150"/>
                    <a:pt x="9621" y="51888"/>
                  </a:cubicBezTo>
                  <a:cubicBezTo>
                    <a:pt x="9288" y="52471"/>
                    <a:pt x="8954" y="53090"/>
                    <a:pt x="8657" y="53733"/>
                  </a:cubicBezTo>
                  <a:cubicBezTo>
                    <a:pt x="8657" y="53745"/>
                    <a:pt x="8645" y="53757"/>
                    <a:pt x="8645" y="53769"/>
                  </a:cubicBezTo>
                  <a:cubicBezTo>
                    <a:pt x="8359" y="54424"/>
                    <a:pt x="8288" y="55150"/>
                    <a:pt x="8216" y="55900"/>
                  </a:cubicBezTo>
                  <a:cubicBezTo>
                    <a:pt x="8085" y="57174"/>
                    <a:pt x="7954" y="58377"/>
                    <a:pt x="6871" y="59401"/>
                  </a:cubicBezTo>
                  <a:cubicBezTo>
                    <a:pt x="6264" y="59972"/>
                    <a:pt x="5585" y="60258"/>
                    <a:pt x="4811" y="60258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3;p40">
              <a:extLst>
                <a:ext uri="{FF2B5EF4-FFF2-40B4-BE49-F238E27FC236}">
                  <a16:creationId xmlns:a16="http://schemas.microsoft.com/office/drawing/2014/main" id="{0A48E6D2-0E76-4952-AC84-E4BC0E4360CB}"/>
                </a:ext>
              </a:extLst>
            </p:cNvPr>
            <p:cNvSpPr/>
            <p:nvPr/>
          </p:nvSpPr>
          <p:spPr>
            <a:xfrm rot="5400000">
              <a:off x="5784288" y="2533525"/>
              <a:ext cx="16200" cy="441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234;p40">
            <a:extLst>
              <a:ext uri="{FF2B5EF4-FFF2-40B4-BE49-F238E27FC236}">
                <a16:creationId xmlns:a16="http://schemas.microsoft.com/office/drawing/2014/main" id="{B3905C1A-5B9D-2FD0-7C55-ED7AD35713A0}"/>
              </a:ext>
            </a:extLst>
          </p:cNvPr>
          <p:cNvGrpSpPr/>
          <p:nvPr/>
        </p:nvGrpSpPr>
        <p:grpSpPr>
          <a:xfrm>
            <a:off x="3124727" y="1583213"/>
            <a:ext cx="993654" cy="1464972"/>
            <a:chOff x="3525687" y="1441740"/>
            <a:chExt cx="755070" cy="1069845"/>
          </a:xfrm>
        </p:grpSpPr>
        <p:sp>
          <p:nvSpPr>
            <p:cNvPr id="29" name="Google Shape;1235;p40">
              <a:extLst>
                <a:ext uri="{FF2B5EF4-FFF2-40B4-BE49-F238E27FC236}">
                  <a16:creationId xmlns:a16="http://schemas.microsoft.com/office/drawing/2014/main" id="{AE8D878B-2A15-C3F9-A398-B08C5BA84F33}"/>
                </a:ext>
              </a:extLst>
            </p:cNvPr>
            <p:cNvSpPr/>
            <p:nvPr/>
          </p:nvSpPr>
          <p:spPr>
            <a:xfrm>
              <a:off x="3525687" y="1511487"/>
              <a:ext cx="755070" cy="1000097"/>
            </a:xfrm>
            <a:custGeom>
              <a:avLst/>
              <a:gdLst/>
              <a:ahLst/>
              <a:cxnLst/>
              <a:rect l="l" t="t" r="r" b="b"/>
              <a:pathLst>
                <a:path w="33993" h="45019" extrusionOk="0">
                  <a:moveTo>
                    <a:pt x="26682" y="45018"/>
                  </a:moveTo>
                  <a:cubicBezTo>
                    <a:pt x="26468" y="45018"/>
                    <a:pt x="26265" y="45006"/>
                    <a:pt x="26075" y="44971"/>
                  </a:cubicBezTo>
                  <a:cubicBezTo>
                    <a:pt x="25872" y="44935"/>
                    <a:pt x="25658" y="44863"/>
                    <a:pt x="25468" y="44756"/>
                  </a:cubicBezTo>
                  <a:cubicBezTo>
                    <a:pt x="25134" y="44578"/>
                    <a:pt x="24908" y="44316"/>
                    <a:pt x="24789" y="43982"/>
                  </a:cubicBezTo>
                  <a:cubicBezTo>
                    <a:pt x="24682" y="43661"/>
                    <a:pt x="24670" y="43292"/>
                    <a:pt x="24753" y="42875"/>
                  </a:cubicBezTo>
                  <a:cubicBezTo>
                    <a:pt x="24932" y="42077"/>
                    <a:pt x="24991" y="41292"/>
                    <a:pt x="24944" y="40553"/>
                  </a:cubicBezTo>
                  <a:cubicBezTo>
                    <a:pt x="24944" y="40506"/>
                    <a:pt x="24944" y="40458"/>
                    <a:pt x="24944" y="40411"/>
                  </a:cubicBezTo>
                  <a:cubicBezTo>
                    <a:pt x="24860" y="39422"/>
                    <a:pt x="24098" y="38672"/>
                    <a:pt x="23182" y="38672"/>
                  </a:cubicBezTo>
                  <a:cubicBezTo>
                    <a:pt x="22705" y="38672"/>
                    <a:pt x="22265" y="38875"/>
                    <a:pt x="21943" y="39232"/>
                  </a:cubicBezTo>
                  <a:cubicBezTo>
                    <a:pt x="21789" y="39387"/>
                    <a:pt x="21646" y="39553"/>
                    <a:pt x="21491" y="39720"/>
                  </a:cubicBezTo>
                  <a:cubicBezTo>
                    <a:pt x="21479" y="39720"/>
                    <a:pt x="21479" y="39732"/>
                    <a:pt x="21467" y="39744"/>
                  </a:cubicBezTo>
                  <a:lnTo>
                    <a:pt x="21384" y="39839"/>
                  </a:lnTo>
                  <a:cubicBezTo>
                    <a:pt x="20907" y="40422"/>
                    <a:pt x="20419" y="41018"/>
                    <a:pt x="19991" y="41696"/>
                  </a:cubicBezTo>
                  <a:cubicBezTo>
                    <a:pt x="19800" y="41946"/>
                    <a:pt x="19645" y="42208"/>
                    <a:pt x="19491" y="42458"/>
                  </a:cubicBezTo>
                  <a:cubicBezTo>
                    <a:pt x="19419" y="42577"/>
                    <a:pt x="19348" y="42685"/>
                    <a:pt x="19276" y="42804"/>
                  </a:cubicBezTo>
                  <a:cubicBezTo>
                    <a:pt x="19205" y="42911"/>
                    <a:pt x="19133" y="43030"/>
                    <a:pt x="19074" y="43137"/>
                  </a:cubicBezTo>
                  <a:lnTo>
                    <a:pt x="13668" y="39470"/>
                  </a:lnTo>
                  <a:cubicBezTo>
                    <a:pt x="13395" y="39268"/>
                    <a:pt x="13180" y="38970"/>
                    <a:pt x="13097" y="38660"/>
                  </a:cubicBezTo>
                  <a:cubicBezTo>
                    <a:pt x="13026" y="38339"/>
                    <a:pt x="13061" y="38005"/>
                    <a:pt x="13192" y="37767"/>
                  </a:cubicBezTo>
                  <a:cubicBezTo>
                    <a:pt x="14002" y="36398"/>
                    <a:pt x="15181" y="35696"/>
                    <a:pt x="16026" y="35350"/>
                  </a:cubicBezTo>
                  <a:cubicBezTo>
                    <a:pt x="16597" y="35136"/>
                    <a:pt x="17145" y="34755"/>
                    <a:pt x="17669" y="34207"/>
                  </a:cubicBezTo>
                  <a:cubicBezTo>
                    <a:pt x="17967" y="33874"/>
                    <a:pt x="18181" y="33529"/>
                    <a:pt x="18336" y="33255"/>
                  </a:cubicBezTo>
                  <a:cubicBezTo>
                    <a:pt x="18526" y="32933"/>
                    <a:pt x="18669" y="32576"/>
                    <a:pt x="18788" y="32183"/>
                  </a:cubicBezTo>
                  <a:cubicBezTo>
                    <a:pt x="18836" y="32017"/>
                    <a:pt x="18883" y="31826"/>
                    <a:pt x="18931" y="31624"/>
                  </a:cubicBezTo>
                  <a:cubicBezTo>
                    <a:pt x="18967" y="31457"/>
                    <a:pt x="19002" y="31267"/>
                    <a:pt x="19026" y="31064"/>
                  </a:cubicBezTo>
                  <a:cubicBezTo>
                    <a:pt x="19074" y="30683"/>
                    <a:pt x="19086" y="30278"/>
                    <a:pt x="19062" y="29874"/>
                  </a:cubicBezTo>
                  <a:cubicBezTo>
                    <a:pt x="19014" y="29004"/>
                    <a:pt x="18836" y="28195"/>
                    <a:pt x="18514" y="27457"/>
                  </a:cubicBezTo>
                  <a:cubicBezTo>
                    <a:pt x="18145" y="26587"/>
                    <a:pt x="17621" y="25861"/>
                    <a:pt x="16943" y="25302"/>
                  </a:cubicBezTo>
                  <a:cubicBezTo>
                    <a:pt x="16871" y="25242"/>
                    <a:pt x="16800" y="25182"/>
                    <a:pt x="16728" y="25135"/>
                  </a:cubicBezTo>
                  <a:cubicBezTo>
                    <a:pt x="16705" y="25123"/>
                    <a:pt x="16693" y="25111"/>
                    <a:pt x="16669" y="25099"/>
                  </a:cubicBezTo>
                  <a:lnTo>
                    <a:pt x="16609" y="25051"/>
                  </a:lnTo>
                  <a:cubicBezTo>
                    <a:pt x="16466" y="24944"/>
                    <a:pt x="16288" y="24849"/>
                    <a:pt x="16097" y="24754"/>
                  </a:cubicBezTo>
                  <a:cubicBezTo>
                    <a:pt x="15562" y="24480"/>
                    <a:pt x="14680" y="24123"/>
                    <a:pt x="13657" y="24075"/>
                  </a:cubicBezTo>
                  <a:cubicBezTo>
                    <a:pt x="13585" y="24075"/>
                    <a:pt x="13526" y="24075"/>
                    <a:pt x="13454" y="24075"/>
                  </a:cubicBezTo>
                  <a:cubicBezTo>
                    <a:pt x="12240" y="24075"/>
                    <a:pt x="11144" y="24516"/>
                    <a:pt x="10204" y="25409"/>
                  </a:cubicBezTo>
                  <a:cubicBezTo>
                    <a:pt x="8644" y="26873"/>
                    <a:pt x="8465" y="28600"/>
                    <a:pt x="8323" y="29993"/>
                  </a:cubicBezTo>
                  <a:cubicBezTo>
                    <a:pt x="8263" y="30612"/>
                    <a:pt x="8203" y="31195"/>
                    <a:pt x="8025" y="31612"/>
                  </a:cubicBezTo>
                  <a:cubicBezTo>
                    <a:pt x="7751" y="32207"/>
                    <a:pt x="7453" y="32767"/>
                    <a:pt x="7144" y="33291"/>
                  </a:cubicBezTo>
                  <a:cubicBezTo>
                    <a:pt x="6930" y="33660"/>
                    <a:pt x="6632" y="33922"/>
                    <a:pt x="6322" y="34017"/>
                  </a:cubicBezTo>
                  <a:cubicBezTo>
                    <a:pt x="6203" y="34053"/>
                    <a:pt x="6096" y="34076"/>
                    <a:pt x="5989" y="34076"/>
                  </a:cubicBezTo>
                  <a:lnTo>
                    <a:pt x="5989" y="34076"/>
                  </a:lnTo>
                  <a:cubicBezTo>
                    <a:pt x="5822" y="34076"/>
                    <a:pt x="5679" y="34029"/>
                    <a:pt x="5560" y="33945"/>
                  </a:cubicBezTo>
                  <a:lnTo>
                    <a:pt x="0" y="30159"/>
                  </a:lnTo>
                  <a:cubicBezTo>
                    <a:pt x="48" y="30052"/>
                    <a:pt x="333" y="29540"/>
                    <a:pt x="333" y="29540"/>
                  </a:cubicBezTo>
                  <a:cubicBezTo>
                    <a:pt x="405" y="29409"/>
                    <a:pt x="488" y="29278"/>
                    <a:pt x="560" y="29135"/>
                  </a:cubicBezTo>
                  <a:cubicBezTo>
                    <a:pt x="726" y="28838"/>
                    <a:pt x="881" y="28552"/>
                    <a:pt x="1060" y="28278"/>
                  </a:cubicBezTo>
                  <a:lnTo>
                    <a:pt x="1203" y="28028"/>
                  </a:lnTo>
                  <a:cubicBezTo>
                    <a:pt x="1655" y="27290"/>
                    <a:pt x="2131" y="26516"/>
                    <a:pt x="2619" y="25813"/>
                  </a:cubicBezTo>
                  <a:cubicBezTo>
                    <a:pt x="3512" y="24492"/>
                    <a:pt x="4513" y="23170"/>
                    <a:pt x="5894" y="21539"/>
                  </a:cubicBezTo>
                  <a:cubicBezTo>
                    <a:pt x="7251" y="20003"/>
                    <a:pt x="8418" y="18801"/>
                    <a:pt x="9561" y="17789"/>
                  </a:cubicBezTo>
                  <a:cubicBezTo>
                    <a:pt x="9918" y="17467"/>
                    <a:pt x="10216" y="17098"/>
                    <a:pt x="10466" y="16705"/>
                  </a:cubicBezTo>
                  <a:cubicBezTo>
                    <a:pt x="10704" y="16336"/>
                    <a:pt x="10894" y="15931"/>
                    <a:pt x="11025" y="15515"/>
                  </a:cubicBezTo>
                  <a:cubicBezTo>
                    <a:pt x="11311" y="14574"/>
                    <a:pt x="11228" y="13669"/>
                    <a:pt x="10811" y="12967"/>
                  </a:cubicBezTo>
                  <a:cubicBezTo>
                    <a:pt x="9870" y="11383"/>
                    <a:pt x="8382" y="10204"/>
                    <a:pt x="6501" y="9550"/>
                  </a:cubicBezTo>
                  <a:cubicBezTo>
                    <a:pt x="6001" y="9383"/>
                    <a:pt x="5644" y="9109"/>
                    <a:pt x="5382" y="8728"/>
                  </a:cubicBezTo>
                  <a:cubicBezTo>
                    <a:pt x="5191" y="8418"/>
                    <a:pt x="5060" y="8061"/>
                    <a:pt x="5001" y="7656"/>
                  </a:cubicBezTo>
                  <a:cubicBezTo>
                    <a:pt x="4953" y="7216"/>
                    <a:pt x="4989" y="6740"/>
                    <a:pt x="5108" y="6216"/>
                  </a:cubicBezTo>
                  <a:cubicBezTo>
                    <a:pt x="5251" y="5656"/>
                    <a:pt x="5477" y="5085"/>
                    <a:pt x="5798" y="4513"/>
                  </a:cubicBezTo>
                  <a:cubicBezTo>
                    <a:pt x="6144" y="3930"/>
                    <a:pt x="6584" y="3358"/>
                    <a:pt x="7108" y="2811"/>
                  </a:cubicBezTo>
                  <a:cubicBezTo>
                    <a:pt x="8811" y="1096"/>
                    <a:pt x="10954" y="37"/>
                    <a:pt x="12847" y="1"/>
                  </a:cubicBezTo>
                  <a:cubicBezTo>
                    <a:pt x="12918" y="1"/>
                    <a:pt x="12990" y="1"/>
                    <a:pt x="13049" y="1"/>
                  </a:cubicBezTo>
                  <a:cubicBezTo>
                    <a:pt x="13395" y="1"/>
                    <a:pt x="13728" y="25"/>
                    <a:pt x="14026" y="96"/>
                  </a:cubicBezTo>
                  <a:cubicBezTo>
                    <a:pt x="14335" y="156"/>
                    <a:pt x="14657" y="275"/>
                    <a:pt x="14942" y="441"/>
                  </a:cubicBezTo>
                  <a:cubicBezTo>
                    <a:pt x="15442" y="727"/>
                    <a:pt x="15788" y="1132"/>
                    <a:pt x="15966" y="1656"/>
                  </a:cubicBezTo>
                  <a:cubicBezTo>
                    <a:pt x="16133" y="2144"/>
                    <a:pt x="16145" y="2704"/>
                    <a:pt x="16002" y="3323"/>
                  </a:cubicBezTo>
                  <a:cubicBezTo>
                    <a:pt x="15764" y="4358"/>
                    <a:pt x="15657" y="5382"/>
                    <a:pt x="15704" y="6359"/>
                  </a:cubicBezTo>
                  <a:cubicBezTo>
                    <a:pt x="15752" y="7359"/>
                    <a:pt x="15943" y="8311"/>
                    <a:pt x="16288" y="9192"/>
                  </a:cubicBezTo>
                  <a:cubicBezTo>
                    <a:pt x="16597" y="10002"/>
                    <a:pt x="17300" y="10585"/>
                    <a:pt x="18205" y="10800"/>
                  </a:cubicBezTo>
                  <a:cubicBezTo>
                    <a:pt x="18490" y="10871"/>
                    <a:pt x="18812" y="10919"/>
                    <a:pt x="19133" y="10919"/>
                  </a:cubicBezTo>
                  <a:cubicBezTo>
                    <a:pt x="19729" y="10919"/>
                    <a:pt x="20288" y="10788"/>
                    <a:pt x="20824" y="10514"/>
                  </a:cubicBezTo>
                  <a:cubicBezTo>
                    <a:pt x="27956" y="6954"/>
                    <a:pt x="31314" y="6418"/>
                    <a:pt x="33992" y="6025"/>
                  </a:cubicBezTo>
                  <a:lnTo>
                    <a:pt x="33992" y="13800"/>
                  </a:lnTo>
                  <a:cubicBezTo>
                    <a:pt x="33992" y="14050"/>
                    <a:pt x="33790" y="14276"/>
                    <a:pt x="33564" y="14288"/>
                  </a:cubicBezTo>
                  <a:cubicBezTo>
                    <a:pt x="33457" y="14288"/>
                    <a:pt x="33349" y="14300"/>
                    <a:pt x="33242" y="14300"/>
                  </a:cubicBezTo>
                  <a:cubicBezTo>
                    <a:pt x="33076" y="14300"/>
                    <a:pt x="32897" y="14312"/>
                    <a:pt x="32730" y="14312"/>
                  </a:cubicBezTo>
                  <a:lnTo>
                    <a:pt x="32659" y="14312"/>
                  </a:lnTo>
                  <a:cubicBezTo>
                    <a:pt x="32576" y="14312"/>
                    <a:pt x="32480" y="14300"/>
                    <a:pt x="32397" y="14300"/>
                  </a:cubicBezTo>
                  <a:cubicBezTo>
                    <a:pt x="32195" y="14288"/>
                    <a:pt x="32004" y="14276"/>
                    <a:pt x="31814" y="14253"/>
                  </a:cubicBezTo>
                  <a:cubicBezTo>
                    <a:pt x="31718" y="14253"/>
                    <a:pt x="31635" y="14241"/>
                    <a:pt x="31552" y="14229"/>
                  </a:cubicBezTo>
                  <a:cubicBezTo>
                    <a:pt x="31444" y="14229"/>
                    <a:pt x="31325" y="14217"/>
                    <a:pt x="31206" y="14205"/>
                  </a:cubicBezTo>
                  <a:cubicBezTo>
                    <a:pt x="30861" y="14169"/>
                    <a:pt x="30492" y="14110"/>
                    <a:pt x="30040" y="14014"/>
                  </a:cubicBezTo>
                  <a:cubicBezTo>
                    <a:pt x="30040" y="14014"/>
                    <a:pt x="30028" y="14014"/>
                    <a:pt x="30016" y="14014"/>
                  </a:cubicBezTo>
                  <a:cubicBezTo>
                    <a:pt x="29647" y="13955"/>
                    <a:pt x="29254" y="13872"/>
                    <a:pt x="28849" y="13776"/>
                  </a:cubicBezTo>
                  <a:cubicBezTo>
                    <a:pt x="28658" y="13729"/>
                    <a:pt x="28456" y="13693"/>
                    <a:pt x="28266" y="13669"/>
                  </a:cubicBezTo>
                  <a:cubicBezTo>
                    <a:pt x="28254" y="13657"/>
                    <a:pt x="28242" y="13657"/>
                    <a:pt x="28230" y="13657"/>
                  </a:cubicBezTo>
                  <a:cubicBezTo>
                    <a:pt x="28123" y="13645"/>
                    <a:pt x="28027" y="13645"/>
                    <a:pt x="27920" y="13645"/>
                  </a:cubicBezTo>
                  <a:lnTo>
                    <a:pt x="27813" y="13645"/>
                  </a:lnTo>
                  <a:cubicBezTo>
                    <a:pt x="27742" y="13645"/>
                    <a:pt x="27682" y="13645"/>
                    <a:pt x="27623" y="13645"/>
                  </a:cubicBezTo>
                  <a:cubicBezTo>
                    <a:pt x="27206" y="13657"/>
                    <a:pt x="26801" y="13717"/>
                    <a:pt x="26396" y="13836"/>
                  </a:cubicBezTo>
                  <a:cubicBezTo>
                    <a:pt x="25991" y="13943"/>
                    <a:pt x="25587" y="14122"/>
                    <a:pt x="25110" y="14395"/>
                  </a:cubicBezTo>
                  <a:cubicBezTo>
                    <a:pt x="24789" y="14598"/>
                    <a:pt x="24384" y="14872"/>
                    <a:pt x="24027" y="15276"/>
                  </a:cubicBezTo>
                  <a:cubicBezTo>
                    <a:pt x="23396" y="15943"/>
                    <a:pt x="22955" y="16705"/>
                    <a:pt x="22729" y="17539"/>
                  </a:cubicBezTo>
                  <a:cubicBezTo>
                    <a:pt x="22431" y="18539"/>
                    <a:pt x="22420" y="19598"/>
                    <a:pt x="22693" y="20622"/>
                  </a:cubicBezTo>
                  <a:cubicBezTo>
                    <a:pt x="22693" y="20670"/>
                    <a:pt x="22705" y="20718"/>
                    <a:pt x="22717" y="20753"/>
                  </a:cubicBezTo>
                  <a:cubicBezTo>
                    <a:pt x="22789" y="21003"/>
                    <a:pt x="22872" y="21241"/>
                    <a:pt x="22979" y="21480"/>
                  </a:cubicBezTo>
                  <a:cubicBezTo>
                    <a:pt x="22991" y="21527"/>
                    <a:pt x="23015" y="21563"/>
                    <a:pt x="23027" y="21599"/>
                  </a:cubicBezTo>
                  <a:cubicBezTo>
                    <a:pt x="23193" y="21956"/>
                    <a:pt x="23396" y="22313"/>
                    <a:pt x="23622" y="22646"/>
                  </a:cubicBezTo>
                  <a:cubicBezTo>
                    <a:pt x="24229" y="23539"/>
                    <a:pt x="25039" y="24218"/>
                    <a:pt x="26015" y="24647"/>
                  </a:cubicBezTo>
                  <a:cubicBezTo>
                    <a:pt x="26622" y="24885"/>
                    <a:pt x="27206" y="25004"/>
                    <a:pt x="27765" y="25004"/>
                  </a:cubicBezTo>
                  <a:cubicBezTo>
                    <a:pt x="27777" y="25004"/>
                    <a:pt x="27801" y="25004"/>
                    <a:pt x="27801" y="25004"/>
                  </a:cubicBezTo>
                  <a:cubicBezTo>
                    <a:pt x="28170" y="25004"/>
                    <a:pt x="28539" y="24944"/>
                    <a:pt x="28885" y="24837"/>
                  </a:cubicBezTo>
                  <a:cubicBezTo>
                    <a:pt x="29218" y="24754"/>
                    <a:pt x="29539" y="24611"/>
                    <a:pt x="29837" y="24432"/>
                  </a:cubicBezTo>
                  <a:cubicBezTo>
                    <a:pt x="29980" y="24349"/>
                    <a:pt x="30111" y="24266"/>
                    <a:pt x="30254" y="24159"/>
                  </a:cubicBezTo>
                  <a:cubicBezTo>
                    <a:pt x="30385" y="24063"/>
                    <a:pt x="30516" y="23956"/>
                    <a:pt x="30635" y="23849"/>
                  </a:cubicBezTo>
                  <a:cubicBezTo>
                    <a:pt x="30873" y="23623"/>
                    <a:pt x="31135" y="23420"/>
                    <a:pt x="31385" y="23242"/>
                  </a:cubicBezTo>
                  <a:cubicBezTo>
                    <a:pt x="31647" y="23063"/>
                    <a:pt x="31933" y="22908"/>
                    <a:pt x="32254" y="22765"/>
                  </a:cubicBezTo>
                  <a:cubicBezTo>
                    <a:pt x="32385" y="22706"/>
                    <a:pt x="32611" y="22611"/>
                    <a:pt x="32730" y="22575"/>
                  </a:cubicBezTo>
                  <a:cubicBezTo>
                    <a:pt x="32826" y="22551"/>
                    <a:pt x="32909" y="22527"/>
                    <a:pt x="33004" y="22504"/>
                  </a:cubicBezTo>
                  <a:cubicBezTo>
                    <a:pt x="33278" y="22444"/>
                    <a:pt x="33576" y="22373"/>
                    <a:pt x="33826" y="22373"/>
                  </a:cubicBezTo>
                  <a:cubicBezTo>
                    <a:pt x="33838" y="22373"/>
                    <a:pt x="33850" y="22373"/>
                    <a:pt x="33861" y="22373"/>
                  </a:cubicBezTo>
                  <a:cubicBezTo>
                    <a:pt x="33921" y="22373"/>
                    <a:pt x="33992" y="22468"/>
                    <a:pt x="33992" y="22563"/>
                  </a:cubicBezTo>
                  <a:lnTo>
                    <a:pt x="33992" y="30219"/>
                  </a:lnTo>
                  <a:cubicBezTo>
                    <a:pt x="32861" y="30814"/>
                    <a:pt x="31016" y="32160"/>
                    <a:pt x="29670" y="33624"/>
                  </a:cubicBezTo>
                  <a:cubicBezTo>
                    <a:pt x="29158" y="34195"/>
                    <a:pt x="28861" y="35160"/>
                    <a:pt x="28956" y="35993"/>
                  </a:cubicBezTo>
                  <a:cubicBezTo>
                    <a:pt x="29028" y="36601"/>
                    <a:pt x="29301" y="37112"/>
                    <a:pt x="29742" y="37410"/>
                  </a:cubicBezTo>
                  <a:cubicBezTo>
                    <a:pt x="30254" y="37767"/>
                    <a:pt x="30825" y="38053"/>
                    <a:pt x="31456" y="38255"/>
                  </a:cubicBezTo>
                  <a:cubicBezTo>
                    <a:pt x="31790" y="38363"/>
                    <a:pt x="32016" y="38529"/>
                    <a:pt x="32183" y="38767"/>
                  </a:cubicBezTo>
                  <a:cubicBezTo>
                    <a:pt x="32314" y="38958"/>
                    <a:pt x="32397" y="39196"/>
                    <a:pt x="32445" y="39458"/>
                  </a:cubicBezTo>
                  <a:cubicBezTo>
                    <a:pt x="32480" y="39756"/>
                    <a:pt x="32457" y="40089"/>
                    <a:pt x="32385" y="40446"/>
                  </a:cubicBezTo>
                  <a:cubicBezTo>
                    <a:pt x="32290" y="40851"/>
                    <a:pt x="32135" y="41256"/>
                    <a:pt x="31909" y="41673"/>
                  </a:cubicBezTo>
                  <a:cubicBezTo>
                    <a:pt x="31671" y="42089"/>
                    <a:pt x="31361" y="42506"/>
                    <a:pt x="30992" y="42911"/>
                  </a:cubicBezTo>
                  <a:cubicBezTo>
                    <a:pt x="29801" y="44149"/>
                    <a:pt x="28242" y="44959"/>
                    <a:pt x="26908" y="45018"/>
                  </a:cubicBezTo>
                  <a:cubicBezTo>
                    <a:pt x="26825" y="45018"/>
                    <a:pt x="26753" y="45018"/>
                    <a:pt x="26682" y="45018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36;p40">
              <a:extLst>
                <a:ext uri="{FF2B5EF4-FFF2-40B4-BE49-F238E27FC236}">
                  <a16:creationId xmlns:a16="http://schemas.microsoft.com/office/drawing/2014/main" id="{2DAA2F63-456B-B36C-5D3B-F8B7FE75F244}"/>
                </a:ext>
              </a:extLst>
            </p:cNvPr>
            <p:cNvSpPr/>
            <p:nvPr/>
          </p:nvSpPr>
          <p:spPr>
            <a:xfrm rot="-2700000">
              <a:off x="3705182" y="1382822"/>
              <a:ext cx="16122" cy="441235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1237;p40">
            <a:extLst>
              <a:ext uri="{FF2B5EF4-FFF2-40B4-BE49-F238E27FC236}">
                <a16:creationId xmlns:a16="http://schemas.microsoft.com/office/drawing/2014/main" id="{4D72C795-D958-4A70-1B39-87BD91F5149B}"/>
              </a:ext>
            </a:extLst>
          </p:cNvPr>
          <p:cNvGrpSpPr/>
          <p:nvPr/>
        </p:nvGrpSpPr>
        <p:grpSpPr>
          <a:xfrm>
            <a:off x="2593535" y="2463870"/>
            <a:ext cx="1065094" cy="1833029"/>
            <a:chOff x="3122038" y="2084869"/>
            <a:chExt cx="809357" cy="1338631"/>
          </a:xfrm>
        </p:grpSpPr>
        <p:sp>
          <p:nvSpPr>
            <p:cNvPr id="32" name="Google Shape;1238;p40">
              <a:extLst>
                <a:ext uri="{FF2B5EF4-FFF2-40B4-BE49-F238E27FC236}">
                  <a16:creationId xmlns:a16="http://schemas.microsoft.com/office/drawing/2014/main" id="{335FFC63-6023-2E6B-7BF3-0ECAFB7319F5}"/>
                </a:ext>
              </a:extLst>
            </p:cNvPr>
            <p:cNvSpPr/>
            <p:nvPr/>
          </p:nvSpPr>
          <p:spPr>
            <a:xfrm>
              <a:off x="3393186" y="2084869"/>
              <a:ext cx="538209" cy="1338631"/>
            </a:xfrm>
            <a:custGeom>
              <a:avLst/>
              <a:gdLst/>
              <a:ahLst/>
              <a:cxnLst/>
              <a:rect l="l" t="t" r="r" b="b"/>
              <a:pathLst>
                <a:path w="24230" h="60258" extrusionOk="0">
                  <a:moveTo>
                    <a:pt x="19419" y="60258"/>
                  </a:moveTo>
                  <a:cubicBezTo>
                    <a:pt x="18645" y="60258"/>
                    <a:pt x="17978" y="59972"/>
                    <a:pt x="17359" y="59401"/>
                  </a:cubicBezTo>
                  <a:cubicBezTo>
                    <a:pt x="16276" y="58377"/>
                    <a:pt x="16157" y="57174"/>
                    <a:pt x="16026" y="55900"/>
                  </a:cubicBezTo>
                  <a:cubicBezTo>
                    <a:pt x="15943" y="55150"/>
                    <a:pt x="15871" y="54424"/>
                    <a:pt x="15597" y="53769"/>
                  </a:cubicBezTo>
                  <a:cubicBezTo>
                    <a:pt x="15585" y="53757"/>
                    <a:pt x="15585" y="53745"/>
                    <a:pt x="15573" y="53733"/>
                  </a:cubicBezTo>
                  <a:cubicBezTo>
                    <a:pt x="15276" y="53090"/>
                    <a:pt x="14954" y="52471"/>
                    <a:pt x="14609" y="51900"/>
                  </a:cubicBezTo>
                  <a:cubicBezTo>
                    <a:pt x="14157" y="51150"/>
                    <a:pt x="13537" y="50626"/>
                    <a:pt x="12811" y="50400"/>
                  </a:cubicBezTo>
                  <a:cubicBezTo>
                    <a:pt x="12537" y="50304"/>
                    <a:pt x="12252" y="50257"/>
                    <a:pt x="11978" y="50257"/>
                  </a:cubicBezTo>
                  <a:lnTo>
                    <a:pt x="11978" y="50257"/>
                  </a:lnTo>
                  <a:cubicBezTo>
                    <a:pt x="11430" y="50257"/>
                    <a:pt x="10966" y="50400"/>
                    <a:pt x="10537" y="50685"/>
                  </a:cubicBezTo>
                  <a:lnTo>
                    <a:pt x="5167" y="54352"/>
                  </a:lnTo>
                  <a:cubicBezTo>
                    <a:pt x="3798" y="51566"/>
                    <a:pt x="2679" y="48626"/>
                    <a:pt x="1834" y="45589"/>
                  </a:cubicBezTo>
                  <a:cubicBezTo>
                    <a:pt x="1143" y="43149"/>
                    <a:pt x="476" y="40101"/>
                    <a:pt x="36" y="37434"/>
                  </a:cubicBezTo>
                  <a:cubicBezTo>
                    <a:pt x="0" y="37267"/>
                    <a:pt x="36" y="37112"/>
                    <a:pt x="143" y="37005"/>
                  </a:cubicBezTo>
                  <a:cubicBezTo>
                    <a:pt x="238" y="36874"/>
                    <a:pt x="405" y="36803"/>
                    <a:pt x="572" y="36803"/>
                  </a:cubicBezTo>
                  <a:cubicBezTo>
                    <a:pt x="691" y="36803"/>
                    <a:pt x="798" y="36838"/>
                    <a:pt x="917" y="36910"/>
                  </a:cubicBezTo>
                  <a:cubicBezTo>
                    <a:pt x="964" y="36946"/>
                    <a:pt x="1024" y="36981"/>
                    <a:pt x="1084" y="37005"/>
                  </a:cubicBezTo>
                  <a:cubicBezTo>
                    <a:pt x="1655" y="37315"/>
                    <a:pt x="2262" y="37469"/>
                    <a:pt x="2881" y="37469"/>
                  </a:cubicBezTo>
                  <a:cubicBezTo>
                    <a:pt x="3060" y="37469"/>
                    <a:pt x="3239" y="37457"/>
                    <a:pt x="3417" y="37434"/>
                  </a:cubicBezTo>
                  <a:cubicBezTo>
                    <a:pt x="3417" y="37434"/>
                    <a:pt x="3429" y="37434"/>
                    <a:pt x="3429" y="37434"/>
                  </a:cubicBezTo>
                  <a:cubicBezTo>
                    <a:pt x="4489" y="37279"/>
                    <a:pt x="5489" y="36684"/>
                    <a:pt x="6298" y="35719"/>
                  </a:cubicBezTo>
                  <a:cubicBezTo>
                    <a:pt x="6668" y="35291"/>
                    <a:pt x="7001" y="34779"/>
                    <a:pt x="7251" y="34231"/>
                  </a:cubicBezTo>
                  <a:cubicBezTo>
                    <a:pt x="7370" y="33981"/>
                    <a:pt x="7477" y="33719"/>
                    <a:pt x="7584" y="33386"/>
                  </a:cubicBezTo>
                  <a:cubicBezTo>
                    <a:pt x="7691" y="33100"/>
                    <a:pt x="7775" y="32790"/>
                    <a:pt x="7846" y="32469"/>
                  </a:cubicBezTo>
                  <a:cubicBezTo>
                    <a:pt x="7953" y="31921"/>
                    <a:pt x="7989" y="30897"/>
                    <a:pt x="8013" y="30147"/>
                  </a:cubicBezTo>
                  <a:cubicBezTo>
                    <a:pt x="8013" y="30135"/>
                    <a:pt x="8013" y="30123"/>
                    <a:pt x="8013" y="30111"/>
                  </a:cubicBezTo>
                  <a:cubicBezTo>
                    <a:pt x="7989" y="29361"/>
                    <a:pt x="7953" y="28349"/>
                    <a:pt x="7846" y="27802"/>
                  </a:cubicBezTo>
                  <a:cubicBezTo>
                    <a:pt x="7775" y="27480"/>
                    <a:pt x="7691" y="27159"/>
                    <a:pt x="7584" y="26861"/>
                  </a:cubicBezTo>
                  <a:cubicBezTo>
                    <a:pt x="7477" y="26551"/>
                    <a:pt x="7370" y="26278"/>
                    <a:pt x="7251" y="26027"/>
                  </a:cubicBezTo>
                  <a:cubicBezTo>
                    <a:pt x="7001" y="25480"/>
                    <a:pt x="6668" y="24980"/>
                    <a:pt x="6287" y="24527"/>
                  </a:cubicBezTo>
                  <a:cubicBezTo>
                    <a:pt x="5477" y="23575"/>
                    <a:pt x="4489" y="22980"/>
                    <a:pt x="3417" y="22825"/>
                  </a:cubicBezTo>
                  <a:cubicBezTo>
                    <a:pt x="3239" y="22801"/>
                    <a:pt x="3060" y="22789"/>
                    <a:pt x="2881" y="22789"/>
                  </a:cubicBezTo>
                  <a:cubicBezTo>
                    <a:pt x="2262" y="22789"/>
                    <a:pt x="1655" y="22944"/>
                    <a:pt x="1084" y="23253"/>
                  </a:cubicBezTo>
                  <a:cubicBezTo>
                    <a:pt x="1024" y="23277"/>
                    <a:pt x="964" y="23313"/>
                    <a:pt x="917" y="23349"/>
                  </a:cubicBezTo>
                  <a:cubicBezTo>
                    <a:pt x="798" y="23420"/>
                    <a:pt x="691" y="23456"/>
                    <a:pt x="572" y="23456"/>
                  </a:cubicBezTo>
                  <a:cubicBezTo>
                    <a:pt x="405" y="23456"/>
                    <a:pt x="238" y="23384"/>
                    <a:pt x="143" y="23265"/>
                  </a:cubicBezTo>
                  <a:cubicBezTo>
                    <a:pt x="36" y="23146"/>
                    <a:pt x="0" y="23003"/>
                    <a:pt x="36" y="22837"/>
                  </a:cubicBezTo>
                  <a:cubicBezTo>
                    <a:pt x="476" y="20158"/>
                    <a:pt x="1143" y="17110"/>
                    <a:pt x="1834" y="14669"/>
                  </a:cubicBezTo>
                  <a:cubicBezTo>
                    <a:pt x="2679" y="11645"/>
                    <a:pt x="3798" y="8692"/>
                    <a:pt x="5167" y="5906"/>
                  </a:cubicBezTo>
                  <a:lnTo>
                    <a:pt x="10537" y="9573"/>
                  </a:lnTo>
                  <a:cubicBezTo>
                    <a:pt x="10966" y="9859"/>
                    <a:pt x="11442" y="10002"/>
                    <a:pt x="11942" y="10002"/>
                  </a:cubicBezTo>
                  <a:cubicBezTo>
                    <a:pt x="12252" y="10002"/>
                    <a:pt x="12537" y="9954"/>
                    <a:pt x="12811" y="9871"/>
                  </a:cubicBezTo>
                  <a:cubicBezTo>
                    <a:pt x="13537" y="9633"/>
                    <a:pt x="14157" y="9121"/>
                    <a:pt x="14609" y="8371"/>
                  </a:cubicBezTo>
                  <a:cubicBezTo>
                    <a:pt x="14954" y="7787"/>
                    <a:pt x="15276" y="7168"/>
                    <a:pt x="15573" y="6525"/>
                  </a:cubicBezTo>
                  <a:cubicBezTo>
                    <a:pt x="15585" y="6513"/>
                    <a:pt x="15585" y="6513"/>
                    <a:pt x="15585" y="6501"/>
                  </a:cubicBezTo>
                  <a:cubicBezTo>
                    <a:pt x="15871" y="5835"/>
                    <a:pt x="15943" y="5120"/>
                    <a:pt x="16026" y="4358"/>
                  </a:cubicBezTo>
                  <a:cubicBezTo>
                    <a:pt x="16157" y="3084"/>
                    <a:pt x="16276" y="1882"/>
                    <a:pt x="17359" y="858"/>
                  </a:cubicBezTo>
                  <a:cubicBezTo>
                    <a:pt x="17978" y="286"/>
                    <a:pt x="18645" y="0"/>
                    <a:pt x="19419" y="0"/>
                  </a:cubicBezTo>
                  <a:cubicBezTo>
                    <a:pt x="19467" y="0"/>
                    <a:pt x="19502" y="0"/>
                    <a:pt x="19550" y="12"/>
                  </a:cubicBezTo>
                  <a:cubicBezTo>
                    <a:pt x="20253" y="36"/>
                    <a:pt x="20884" y="286"/>
                    <a:pt x="21277" y="501"/>
                  </a:cubicBezTo>
                  <a:cubicBezTo>
                    <a:pt x="21407" y="560"/>
                    <a:pt x="21503" y="620"/>
                    <a:pt x="21586" y="679"/>
                  </a:cubicBezTo>
                  <a:cubicBezTo>
                    <a:pt x="21598" y="691"/>
                    <a:pt x="21610" y="691"/>
                    <a:pt x="21622" y="703"/>
                  </a:cubicBezTo>
                  <a:cubicBezTo>
                    <a:pt x="21681" y="739"/>
                    <a:pt x="21729" y="786"/>
                    <a:pt x="21788" y="822"/>
                  </a:cubicBezTo>
                  <a:cubicBezTo>
                    <a:pt x="22253" y="1215"/>
                    <a:pt x="22622" y="1715"/>
                    <a:pt x="22884" y="2322"/>
                  </a:cubicBezTo>
                  <a:cubicBezTo>
                    <a:pt x="23110" y="2870"/>
                    <a:pt x="23253" y="3489"/>
                    <a:pt x="23289" y="4144"/>
                  </a:cubicBezTo>
                  <a:cubicBezTo>
                    <a:pt x="23301" y="4453"/>
                    <a:pt x="23289" y="4751"/>
                    <a:pt x="23253" y="5037"/>
                  </a:cubicBezTo>
                  <a:cubicBezTo>
                    <a:pt x="23241" y="5180"/>
                    <a:pt x="23217" y="5311"/>
                    <a:pt x="23182" y="5454"/>
                  </a:cubicBezTo>
                  <a:cubicBezTo>
                    <a:pt x="23146" y="5620"/>
                    <a:pt x="23122" y="5751"/>
                    <a:pt x="23086" y="5882"/>
                  </a:cubicBezTo>
                  <a:cubicBezTo>
                    <a:pt x="23003" y="6132"/>
                    <a:pt x="22908" y="6370"/>
                    <a:pt x="22789" y="6585"/>
                  </a:cubicBezTo>
                  <a:cubicBezTo>
                    <a:pt x="22681" y="6775"/>
                    <a:pt x="22539" y="7013"/>
                    <a:pt x="22360" y="7192"/>
                  </a:cubicBezTo>
                  <a:cubicBezTo>
                    <a:pt x="22027" y="7549"/>
                    <a:pt x="21693" y="7787"/>
                    <a:pt x="21348" y="7918"/>
                  </a:cubicBezTo>
                  <a:cubicBezTo>
                    <a:pt x="19753" y="8573"/>
                    <a:pt x="18490" y="9656"/>
                    <a:pt x="17669" y="11061"/>
                  </a:cubicBezTo>
                  <a:cubicBezTo>
                    <a:pt x="17288" y="11680"/>
                    <a:pt x="17181" y="12490"/>
                    <a:pt x="17371" y="13276"/>
                  </a:cubicBezTo>
                  <a:cubicBezTo>
                    <a:pt x="17550" y="13990"/>
                    <a:pt x="18014" y="14657"/>
                    <a:pt x="18657" y="15098"/>
                  </a:cubicBezTo>
                  <a:lnTo>
                    <a:pt x="24229" y="18884"/>
                  </a:lnTo>
                  <a:cubicBezTo>
                    <a:pt x="23146" y="21194"/>
                    <a:pt x="22431" y="23694"/>
                    <a:pt x="22146" y="26218"/>
                  </a:cubicBezTo>
                  <a:cubicBezTo>
                    <a:pt x="21729" y="26075"/>
                    <a:pt x="21336" y="25897"/>
                    <a:pt x="20967" y="25718"/>
                  </a:cubicBezTo>
                  <a:cubicBezTo>
                    <a:pt x="20336" y="25385"/>
                    <a:pt x="19669" y="25170"/>
                    <a:pt x="18991" y="25075"/>
                  </a:cubicBezTo>
                  <a:cubicBezTo>
                    <a:pt x="18729" y="25039"/>
                    <a:pt x="18455" y="25015"/>
                    <a:pt x="18193" y="25015"/>
                  </a:cubicBezTo>
                  <a:cubicBezTo>
                    <a:pt x="17657" y="25015"/>
                    <a:pt x="17145" y="25099"/>
                    <a:pt x="16669" y="25254"/>
                  </a:cubicBezTo>
                  <a:cubicBezTo>
                    <a:pt x="15943" y="25480"/>
                    <a:pt x="13561" y="26516"/>
                    <a:pt x="13228" y="30052"/>
                  </a:cubicBezTo>
                  <a:cubicBezTo>
                    <a:pt x="13228" y="30099"/>
                    <a:pt x="13228" y="30159"/>
                    <a:pt x="13228" y="30218"/>
                  </a:cubicBezTo>
                  <a:cubicBezTo>
                    <a:pt x="13561" y="33755"/>
                    <a:pt x="15943" y="34779"/>
                    <a:pt x="16669" y="35017"/>
                  </a:cubicBezTo>
                  <a:cubicBezTo>
                    <a:pt x="17145" y="35171"/>
                    <a:pt x="17657" y="35243"/>
                    <a:pt x="18193" y="35243"/>
                  </a:cubicBezTo>
                  <a:cubicBezTo>
                    <a:pt x="18455" y="35243"/>
                    <a:pt x="18729" y="35231"/>
                    <a:pt x="18991" y="35183"/>
                  </a:cubicBezTo>
                  <a:cubicBezTo>
                    <a:pt x="19669" y="35088"/>
                    <a:pt x="20336" y="34874"/>
                    <a:pt x="20967" y="34552"/>
                  </a:cubicBezTo>
                  <a:cubicBezTo>
                    <a:pt x="21336" y="34362"/>
                    <a:pt x="21729" y="34195"/>
                    <a:pt x="22146" y="34052"/>
                  </a:cubicBezTo>
                  <a:cubicBezTo>
                    <a:pt x="22431" y="36565"/>
                    <a:pt x="23146" y="39065"/>
                    <a:pt x="24229" y="41375"/>
                  </a:cubicBezTo>
                  <a:lnTo>
                    <a:pt x="18657" y="45173"/>
                  </a:lnTo>
                  <a:cubicBezTo>
                    <a:pt x="18014" y="45601"/>
                    <a:pt x="17550" y="46268"/>
                    <a:pt x="17371" y="46994"/>
                  </a:cubicBezTo>
                  <a:cubicBezTo>
                    <a:pt x="17181" y="47768"/>
                    <a:pt x="17288" y="48578"/>
                    <a:pt x="17669" y="49209"/>
                  </a:cubicBezTo>
                  <a:cubicBezTo>
                    <a:pt x="18490" y="50614"/>
                    <a:pt x="19753" y="51697"/>
                    <a:pt x="21324" y="52340"/>
                  </a:cubicBezTo>
                  <a:cubicBezTo>
                    <a:pt x="21693" y="52483"/>
                    <a:pt x="22027" y="52721"/>
                    <a:pt x="22372" y="53078"/>
                  </a:cubicBezTo>
                  <a:cubicBezTo>
                    <a:pt x="22539" y="53245"/>
                    <a:pt x="22681" y="53495"/>
                    <a:pt x="22777" y="53674"/>
                  </a:cubicBezTo>
                  <a:cubicBezTo>
                    <a:pt x="22908" y="53888"/>
                    <a:pt x="23003" y="54126"/>
                    <a:pt x="23074" y="54388"/>
                  </a:cubicBezTo>
                  <a:cubicBezTo>
                    <a:pt x="23122" y="54507"/>
                    <a:pt x="23146" y="54638"/>
                    <a:pt x="23182" y="54793"/>
                  </a:cubicBezTo>
                  <a:cubicBezTo>
                    <a:pt x="23217" y="54948"/>
                    <a:pt x="23241" y="55091"/>
                    <a:pt x="23253" y="55222"/>
                  </a:cubicBezTo>
                  <a:cubicBezTo>
                    <a:pt x="23289" y="55507"/>
                    <a:pt x="23301" y="55817"/>
                    <a:pt x="23289" y="56115"/>
                  </a:cubicBezTo>
                  <a:cubicBezTo>
                    <a:pt x="23253" y="56781"/>
                    <a:pt x="23110" y="57388"/>
                    <a:pt x="22884" y="57936"/>
                  </a:cubicBezTo>
                  <a:cubicBezTo>
                    <a:pt x="22622" y="58543"/>
                    <a:pt x="22253" y="59043"/>
                    <a:pt x="21788" y="59436"/>
                  </a:cubicBezTo>
                  <a:cubicBezTo>
                    <a:pt x="21741" y="59484"/>
                    <a:pt x="21681" y="59520"/>
                    <a:pt x="21634" y="59555"/>
                  </a:cubicBezTo>
                  <a:cubicBezTo>
                    <a:pt x="21622" y="59567"/>
                    <a:pt x="21610" y="59567"/>
                    <a:pt x="21598" y="59579"/>
                  </a:cubicBezTo>
                  <a:cubicBezTo>
                    <a:pt x="21503" y="59651"/>
                    <a:pt x="21407" y="59698"/>
                    <a:pt x="21300" y="59758"/>
                  </a:cubicBezTo>
                  <a:cubicBezTo>
                    <a:pt x="20884" y="59972"/>
                    <a:pt x="20253" y="60222"/>
                    <a:pt x="19550" y="60258"/>
                  </a:cubicBezTo>
                  <a:cubicBezTo>
                    <a:pt x="19502" y="60258"/>
                    <a:pt x="19467" y="60258"/>
                    <a:pt x="19419" y="60258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39;p40">
              <a:extLst>
                <a:ext uri="{FF2B5EF4-FFF2-40B4-BE49-F238E27FC236}">
                  <a16:creationId xmlns:a16="http://schemas.microsoft.com/office/drawing/2014/main" id="{B9A0D6BB-2291-2A3B-BFFF-4A5F53EA49E7}"/>
                </a:ext>
              </a:extLst>
            </p:cNvPr>
            <p:cNvSpPr/>
            <p:nvPr/>
          </p:nvSpPr>
          <p:spPr>
            <a:xfrm rot="5400000">
              <a:off x="3334588" y="2533525"/>
              <a:ext cx="16200" cy="441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1240;p40">
            <a:extLst>
              <a:ext uri="{FF2B5EF4-FFF2-40B4-BE49-F238E27FC236}">
                <a16:creationId xmlns:a16="http://schemas.microsoft.com/office/drawing/2014/main" id="{DA079EA2-4265-5B44-E5C6-9ACC3DA5447F}"/>
              </a:ext>
            </a:extLst>
          </p:cNvPr>
          <p:cNvGrpSpPr/>
          <p:nvPr/>
        </p:nvGrpSpPr>
        <p:grpSpPr>
          <a:xfrm>
            <a:off x="3831584" y="4186621"/>
            <a:ext cx="1344835" cy="1297351"/>
            <a:chOff x="4062822" y="3342965"/>
            <a:chExt cx="1021930" cy="947434"/>
          </a:xfrm>
        </p:grpSpPr>
        <p:sp>
          <p:nvSpPr>
            <p:cNvPr id="35" name="Google Shape;1241;p40">
              <a:extLst>
                <a:ext uri="{FF2B5EF4-FFF2-40B4-BE49-F238E27FC236}">
                  <a16:creationId xmlns:a16="http://schemas.microsoft.com/office/drawing/2014/main" id="{4304FBB6-F717-E30C-CE48-DBDD2C7C60C1}"/>
                </a:ext>
              </a:extLst>
            </p:cNvPr>
            <p:cNvSpPr/>
            <p:nvPr/>
          </p:nvSpPr>
          <p:spPr>
            <a:xfrm>
              <a:off x="4062822" y="3342965"/>
              <a:ext cx="1021930" cy="542513"/>
            </a:xfrm>
            <a:custGeom>
              <a:avLst/>
              <a:gdLst/>
              <a:ahLst/>
              <a:cxnLst/>
              <a:rect l="l" t="t" r="r" b="b"/>
              <a:pathLst>
                <a:path w="46007" h="24421" extrusionOk="0">
                  <a:moveTo>
                    <a:pt x="27707" y="24420"/>
                  </a:moveTo>
                  <a:cubicBezTo>
                    <a:pt x="27623" y="24420"/>
                    <a:pt x="27587" y="24372"/>
                    <a:pt x="27564" y="24349"/>
                  </a:cubicBezTo>
                  <a:cubicBezTo>
                    <a:pt x="27528" y="24301"/>
                    <a:pt x="27528" y="24241"/>
                    <a:pt x="27540" y="24194"/>
                  </a:cubicBezTo>
                  <a:cubicBezTo>
                    <a:pt x="27647" y="23908"/>
                    <a:pt x="27766" y="23622"/>
                    <a:pt x="27885" y="23337"/>
                  </a:cubicBezTo>
                  <a:cubicBezTo>
                    <a:pt x="28207" y="22622"/>
                    <a:pt x="28349" y="21860"/>
                    <a:pt x="28326" y="21086"/>
                  </a:cubicBezTo>
                  <a:cubicBezTo>
                    <a:pt x="28326" y="21074"/>
                    <a:pt x="28314" y="21063"/>
                    <a:pt x="28314" y="21063"/>
                  </a:cubicBezTo>
                  <a:cubicBezTo>
                    <a:pt x="28207" y="18788"/>
                    <a:pt x="26659" y="16848"/>
                    <a:pt x="24468" y="16229"/>
                  </a:cubicBezTo>
                  <a:cubicBezTo>
                    <a:pt x="24004" y="16098"/>
                    <a:pt x="23516" y="16026"/>
                    <a:pt x="23027" y="16002"/>
                  </a:cubicBezTo>
                  <a:cubicBezTo>
                    <a:pt x="23015" y="16002"/>
                    <a:pt x="22980" y="16002"/>
                    <a:pt x="22968" y="16002"/>
                  </a:cubicBezTo>
                  <a:cubicBezTo>
                    <a:pt x="22480" y="16026"/>
                    <a:pt x="22003" y="16098"/>
                    <a:pt x="21527" y="16229"/>
                  </a:cubicBezTo>
                  <a:cubicBezTo>
                    <a:pt x="19336" y="16860"/>
                    <a:pt x="17789" y="18800"/>
                    <a:pt x="17681" y="21063"/>
                  </a:cubicBezTo>
                  <a:cubicBezTo>
                    <a:pt x="17681" y="21074"/>
                    <a:pt x="17681" y="21074"/>
                    <a:pt x="17681" y="21086"/>
                  </a:cubicBezTo>
                  <a:lnTo>
                    <a:pt x="17681" y="21086"/>
                  </a:lnTo>
                  <a:cubicBezTo>
                    <a:pt x="17646" y="21860"/>
                    <a:pt x="17789" y="22622"/>
                    <a:pt x="18110" y="23337"/>
                  </a:cubicBezTo>
                  <a:cubicBezTo>
                    <a:pt x="18241" y="23622"/>
                    <a:pt x="18360" y="23908"/>
                    <a:pt x="18455" y="24194"/>
                  </a:cubicBezTo>
                  <a:cubicBezTo>
                    <a:pt x="18479" y="24241"/>
                    <a:pt x="18467" y="24301"/>
                    <a:pt x="18432" y="24349"/>
                  </a:cubicBezTo>
                  <a:cubicBezTo>
                    <a:pt x="18420" y="24372"/>
                    <a:pt x="18372" y="24420"/>
                    <a:pt x="18301" y="24420"/>
                  </a:cubicBezTo>
                  <a:cubicBezTo>
                    <a:pt x="16229" y="24277"/>
                    <a:pt x="13967" y="24027"/>
                    <a:pt x="11550" y="23670"/>
                  </a:cubicBezTo>
                  <a:lnTo>
                    <a:pt x="11550" y="15645"/>
                  </a:lnTo>
                  <a:cubicBezTo>
                    <a:pt x="11550" y="14443"/>
                    <a:pt x="10609" y="13443"/>
                    <a:pt x="9442" y="13407"/>
                  </a:cubicBezTo>
                  <a:cubicBezTo>
                    <a:pt x="9323" y="13407"/>
                    <a:pt x="9216" y="13395"/>
                    <a:pt x="9121" y="13395"/>
                  </a:cubicBezTo>
                  <a:cubicBezTo>
                    <a:pt x="8930" y="13395"/>
                    <a:pt x="8740" y="13383"/>
                    <a:pt x="8549" y="13383"/>
                  </a:cubicBezTo>
                  <a:lnTo>
                    <a:pt x="8466" y="13383"/>
                  </a:lnTo>
                  <a:cubicBezTo>
                    <a:pt x="8347" y="13383"/>
                    <a:pt x="8228" y="13395"/>
                    <a:pt x="8109" y="13395"/>
                  </a:cubicBezTo>
                  <a:cubicBezTo>
                    <a:pt x="7906" y="13407"/>
                    <a:pt x="7680" y="13419"/>
                    <a:pt x="7454" y="13443"/>
                  </a:cubicBezTo>
                  <a:cubicBezTo>
                    <a:pt x="7394" y="13454"/>
                    <a:pt x="7311" y="13454"/>
                    <a:pt x="7240" y="13466"/>
                  </a:cubicBezTo>
                  <a:cubicBezTo>
                    <a:pt x="7097" y="13478"/>
                    <a:pt x="6966" y="13490"/>
                    <a:pt x="6823" y="13502"/>
                  </a:cubicBezTo>
                  <a:cubicBezTo>
                    <a:pt x="6442" y="13538"/>
                    <a:pt x="6037" y="13609"/>
                    <a:pt x="5537" y="13704"/>
                  </a:cubicBezTo>
                  <a:cubicBezTo>
                    <a:pt x="5120" y="13776"/>
                    <a:pt x="4692" y="13859"/>
                    <a:pt x="4251" y="13966"/>
                  </a:cubicBezTo>
                  <a:cubicBezTo>
                    <a:pt x="4132" y="14002"/>
                    <a:pt x="4001" y="14026"/>
                    <a:pt x="3882" y="14038"/>
                  </a:cubicBezTo>
                  <a:cubicBezTo>
                    <a:pt x="3823" y="14050"/>
                    <a:pt x="3763" y="14050"/>
                    <a:pt x="3704" y="14050"/>
                  </a:cubicBezTo>
                  <a:lnTo>
                    <a:pt x="3620" y="14050"/>
                  </a:lnTo>
                  <a:cubicBezTo>
                    <a:pt x="3584" y="14050"/>
                    <a:pt x="3537" y="14050"/>
                    <a:pt x="3501" y="14050"/>
                  </a:cubicBezTo>
                  <a:cubicBezTo>
                    <a:pt x="3227" y="14038"/>
                    <a:pt x="2942" y="14002"/>
                    <a:pt x="2668" y="13919"/>
                  </a:cubicBezTo>
                  <a:cubicBezTo>
                    <a:pt x="2418" y="13859"/>
                    <a:pt x="2156" y="13740"/>
                    <a:pt x="1822" y="13538"/>
                  </a:cubicBezTo>
                  <a:cubicBezTo>
                    <a:pt x="1513" y="13347"/>
                    <a:pt x="1310" y="13181"/>
                    <a:pt x="1144" y="13002"/>
                  </a:cubicBezTo>
                  <a:cubicBezTo>
                    <a:pt x="691" y="12514"/>
                    <a:pt x="382" y="11978"/>
                    <a:pt x="227" y="11418"/>
                  </a:cubicBezTo>
                  <a:cubicBezTo>
                    <a:pt x="1" y="10645"/>
                    <a:pt x="13" y="9811"/>
                    <a:pt x="275" y="9002"/>
                  </a:cubicBezTo>
                  <a:cubicBezTo>
                    <a:pt x="286" y="8966"/>
                    <a:pt x="286" y="8930"/>
                    <a:pt x="298" y="8894"/>
                  </a:cubicBezTo>
                  <a:cubicBezTo>
                    <a:pt x="298" y="8894"/>
                    <a:pt x="298" y="8882"/>
                    <a:pt x="310" y="8871"/>
                  </a:cubicBezTo>
                  <a:cubicBezTo>
                    <a:pt x="322" y="8847"/>
                    <a:pt x="334" y="8811"/>
                    <a:pt x="358" y="8775"/>
                  </a:cubicBezTo>
                  <a:cubicBezTo>
                    <a:pt x="489" y="8430"/>
                    <a:pt x="667" y="8085"/>
                    <a:pt x="882" y="7775"/>
                  </a:cubicBezTo>
                  <a:cubicBezTo>
                    <a:pt x="1298" y="7156"/>
                    <a:pt x="1858" y="6692"/>
                    <a:pt x="2537" y="6394"/>
                  </a:cubicBezTo>
                  <a:cubicBezTo>
                    <a:pt x="2882" y="6251"/>
                    <a:pt x="3251" y="6180"/>
                    <a:pt x="3584" y="6180"/>
                  </a:cubicBezTo>
                  <a:cubicBezTo>
                    <a:pt x="3823" y="6180"/>
                    <a:pt x="4025" y="6215"/>
                    <a:pt x="4215" y="6275"/>
                  </a:cubicBezTo>
                  <a:cubicBezTo>
                    <a:pt x="4227" y="6275"/>
                    <a:pt x="4239" y="6275"/>
                    <a:pt x="4251" y="6287"/>
                  </a:cubicBezTo>
                  <a:cubicBezTo>
                    <a:pt x="4430" y="6323"/>
                    <a:pt x="4596" y="6406"/>
                    <a:pt x="4763" y="6501"/>
                  </a:cubicBezTo>
                  <a:cubicBezTo>
                    <a:pt x="4847" y="6549"/>
                    <a:pt x="4930" y="6608"/>
                    <a:pt x="5013" y="6680"/>
                  </a:cubicBezTo>
                  <a:cubicBezTo>
                    <a:pt x="5025" y="6680"/>
                    <a:pt x="5037" y="6692"/>
                    <a:pt x="5049" y="6692"/>
                  </a:cubicBezTo>
                  <a:cubicBezTo>
                    <a:pt x="5132" y="6751"/>
                    <a:pt x="5216" y="6823"/>
                    <a:pt x="5287" y="6882"/>
                  </a:cubicBezTo>
                  <a:cubicBezTo>
                    <a:pt x="5585" y="7156"/>
                    <a:pt x="5894" y="7406"/>
                    <a:pt x="6204" y="7632"/>
                  </a:cubicBezTo>
                  <a:cubicBezTo>
                    <a:pt x="6216" y="7632"/>
                    <a:pt x="6228" y="7644"/>
                    <a:pt x="6240" y="7644"/>
                  </a:cubicBezTo>
                  <a:cubicBezTo>
                    <a:pt x="6561" y="7870"/>
                    <a:pt x="6930" y="8061"/>
                    <a:pt x="7335" y="8251"/>
                  </a:cubicBezTo>
                  <a:cubicBezTo>
                    <a:pt x="7537" y="8347"/>
                    <a:pt x="7847" y="8466"/>
                    <a:pt x="8049" y="8537"/>
                  </a:cubicBezTo>
                  <a:cubicBezTo>
                    <a:pt x="8168" y="8561"/>
                    <a:pt x="8287" y="8597"/>
                    <a:pt x="8406" y="8621"/>
                  </a:cubicBezTo>
                  <a:cubicBezTo>
                    <a:pt x="8752" y="8704"/>
                    <a:pt x="9180" y="8799"/>
                    <a:pt x="9621" y="8811"/>
                  </a:cubicBezTo>
                  <a:cubicBezTo>
                    <a:pt x="9633" y="8811"/>
                    <a:pt x="9645" y="8811"/>
                    <a:pt x="9645" y="8811"/>
                  </a:cubicBezTo>
                  <a:cubicBezTo>
                    <a:pt x="10704" y="8811"/>
                    <a:pt x="11550" y="7942"/>
                    <a:pt x="11550" y="6870"/>
                  </a:cubicBezTo>
                  <a:lnTo>
                    <a:pt x="11550" y="0"/>
                  </a:lnTo>
                  <a:cubicBezTo>
                    <a:pt x="13288" y="715"/>
                    <a:pt x="15538" y="1358"/>
                    <a:pt x="18824" y="1524"/>
                  </a:cubicBezTo>
                  <a:cubicBezTo>
                    <a:pt x="18979" y="1536"/>
                    <a:pt x="19063" y="1632"/>
                    <a:pt x="19098" y="1679"/>
                  </a:cubicBezTo>
                  <a:cubicBezTo>
                    <a:pt x="19122" y="1739"/>
                    <a:pt x="19170" y="1846"/>
                    <a:pt x="19122" y="1977"/>
                  </a:cubicBezTo>
                  <a:cubicBezTo>
                    <a:pt x="19051" y="2144"/>
                    <a:pt x="18967" y="2310"/>
                    <a:pt x="18884" y="2501"/>
                  </a:cubicBezTo>
                  <a:cubicBezTo>
                    <a:pt x="18574" y="3179"/>
                    <a:pt x="18408" y="3894"/>
                    <a:pt x="18372" y="4644"/>
                  </a:cubicBezTo>
                  <a:cubicBezTo>
                    <a:pt x="18277" y="6275"/>
                    <a:pt x="18753" y="7728"/>
                    <a:pt x="19682" y="8716"/>
                  </a:cubicBezTo>
                  <a:cubicBezTo>
                    <a:pt x="20515" y="9585"/>
                    <a:pt x="21658" y="10049"/>
                    <a:pt x="23004" y="10049"/>
                  </a:cubicBezTo>
                  <a:cubicBezTo>
                    <a:pt x="24337" y="10049"/>
                    <a:pt x="25492" y="9585"/>
                    <a:pt x="26313" y="8716"/>
                  </a:cubicBezTo>
                  <a:cubicBezTo>
                    <a:pt x="27254" y="7728"/>
                    <a:pt x="27718" y="6275"/>
                    <a:pt x="27623" y="4632"/>
                  </a:cubicBezTo>
                  <a:cubicBezTo>
                    <a:pt x="27599" y="3894"/>
                    <a:pt x="27421" y="3179"/>
                    <a:pt x="27123" y="2501"/>
                  </a:cubicBezTo>
                  <a:cubicBezTo>
                    <a:pt x="27028" y="2310"/>
                    <a:pt x="26956" y="2144"/>
                    <a:pt x="26885" y="1977"/>
                  </a:cubicBezTo>
                  <a:cubicBezTo>
                    <a:pt x="26825" y="1846"/>
                    <a:pt x="26873" y="1739"/>
                    <a:pt x="26909" y="1679"/>
                  </a:cubicBezTo>
                  <a:cubicBezTo>
                    <a:pt x="26945" y="1632"/>
                    <a:pt x="27016" y="1536"/>
                    <a:pt x="27171" y="1524"/>
                  </a:cubicBezTo>
                  <a:cubicBezTo>
                    <a:pt x="30457" y="1358"/>
                    <a:pt x="32707" y="715"/>
                    <a:pt x="34445" y="0"/>
                  </a:cubicBezTo>
                  <a:lnTo>
                    <a:pt x="34445" y="6870"/>
                  </a:lnTo>
                  <a:cubicBezTo>
                    <a:pt x="34445" y="7370"/>
                    <a:pt x="34636" y="7847"/>
                    <a:pt x="34981" y="8216"/>
                  </a:cubicBezTo>
                  <a:cubicBezTo>
                    <a:pt x="35338" y="8597"/>
                    <a:pt x="35827" y="8811"/>
                    <a:pt x="36339" y="8811"/>
                  </a:cubicBezTo>
                  <a:cubicBezTo>
                    <a:pt x="36350" y="8811"/>
                    <a:pt x="36362" y="8811"/>
                    <a:pt x="36386" y="8811"/>
                  </a:cubicBezTo>
                  <a:lnTo>
                    <a:pt x="36374" y="8811"/>
                  </a:lnTo>
                  <a:cubicBezTo>
                    <a:pt x="36827" y="8799"/>
                    <a:pt x="37243" y="8704"/>
                    <a:pt x="37577" y="8632"/>
                  </a:cubicBezTo>
                  <a:cubicBezTo>
                    <a:pt x="37708" y="8597"/>
                    <a:pt x="37827" y="8561"/>
                    <a:pt x="37946" y="8525"/>
                  </a:cubicBezTo>
                  <a:cubicBezTo>
                    <a:pt x="38148" y="8466"/>
                    <a:pt x="38458" y="8347"/>
                    <a:pt x="38672" y="8251"/>
                  </a:cubicBezTo>
                  <a:cubicBezTo>
                    <a:pt x="39077" y="8061"/>
                    <a:pt x="39434" y="7870"/>
                    <a:pt x="39768" y="7644"/>
                  </a:cubicBezTo>
                  <a:cubicBezTo>
                    <a:pt x="39779" y="7644"/>
                    <a:pt x="39779" y="7632"/>
                    <a:pt x="39791" y="7632"/>
                  </a:cubicBezTo>
                  <a:cubicBezTo>
                    <a:pt x="40113" y="7406"/>
                    <a:pt x="40422" y="7156"/>
                    <a:pt x="40708" y="6882"/>
                  </a:cubicBezTo>
                  <a:cubicBezTo>
                    <a:pt x="40791" y="6823"/>
                    <a:pt x="40875" y="6751"/>
                    <a:pt x="40946" y="6692"/>
                  </a:cubicBezTo>
                  <a:cubicBezTo>
                    <a:pt x="40958" y="6692"/>
                    <a:pt x="40970" y="6680"/>
                    <a:pt x="40982" y="6680"/>
                  </a:cubicBezTo>
                  <a:cubicBezTo>
                    <a:pt x="41077" y="6608"/>
                    <a:pt x="41149" y="6549"/>
                    <a:pt x="41232" y="6501"/>
                  </a:cubicBezTo>
                  <a:cubicBezTo>
                    <a:pt x="41399" y="6406"/>
                    <a:pt x="41577" y="6323"/>
                    <a:pt x="41744" y="6287"/>
                  </a:cubicBezTo>
                  <a:cubicBezTo>
                    <a:pt x="41756" y="6275"/>
                    <a:pt x="41768" y="6275"/>
                    <a:pt x="41780" y="6275"/>
                  </a:cubicBezTo>
                  <a:cubicBezTo>
                    <a:pt x="41982" y="6215"/>
                    <a:pt x="42196" y="6180"/>
                    <a:pt x="42411" y="6180"/>
                  </a:cubicBezTo>
                  <a:cubicBezTo>
                    <a:pt x="42756" y="6180"/>
                    <a:pt x="43113" y="6251"/>
                    <a:pt x="43494" y="6406"/>
                  </a:cubicBezTo>
                  <a:cubicBezTo>
                    <a:pt x="44137" y="6692"/>
                    <a:pt x="44697" y="7156"/>
                    <a:pt x="45113" y="7775"/>
                  </a:cubicBezTo>
                  <a:cubicBezTo>
                    <a:pt x="45340" y="8085"/>
                    <a:pt x="45506" y="8430"/>
                    <a:pt x="45649" y="8775"/>
                  </a:cubicBezTo>
                  <a:cubicBezTo>
                    <a:pt x="45661" y="8811"/>
                    <a:pt x="45673" y="8847"/>
                    <a:pt x="45697" y="8871"/>
                  </a:cubicBezTo>
                  <a:cubicBezTo>
                    <a:pt x="45697" y="8882"/>
                    <a:pt x="45697" y="8894"/>
                    <a:pt x="45697" y="8894"/>
                  </a:cubicBezTo>
                  <a:cubicBezTo>
                    <a:pt x="45709" y="8930"/>
                    <a:pt x="45721" y="8966"/>
                    <a:pt x="45733" y="9002"/>
                  </a:cubicBezTo>
                  <a:cubicBezTo>
                    <a:pt x="45983" y="9811"/>
                    <a:pt x="46006" y="10645"/>
                    <a:pt x="45780" y="11418"/>
                  </a:cubicBezTo>
                  <a:cubicBezTo>
                    <a:pt x="45614" y="11978"/>
                    <a:pt x="45316" y="12514"/>
                    <a:pt x="44863" y="12990"/>
                  </a:cubicBezTo>
                  <a:cubicBezTo>
                    <a:pt x="44697" y="13181"/>
                    <a:pt x="44482" y="13347"/>
                    <a:pt x="44161" y="13550"/>
                  </a:cubicBezTo>
                  <a:cubicBezTo>
                    <a:pt x="43851" y="13740"/>
                    <a:pt x="43578" y="13859"/>
                    <a:pt x="43339" y="13919"/>
                  </a:cubicBezTo>
                  <a:cubicBezTo>
                    <a:pt x="43054" y="14002"/>
                    <a:pt x="42780" y="14038"/>
                    <a:pt x="42494" y="14050"/>
                  </a:cubicBezTo>
                  <a:cubicBezTo>
                    <a:pt x="42458" y="14050"/>
                    <a:pt x="42411" y="14050"/>
                    <a:pt x="42375" y="14050"/>
                  </a:cubicBezTo>
                  <a:cubicBezTo>
                    <a:pt x="42292" y="14050"/>
                    <a:pt x="42208" y="14050"/>
                    <a:pt x="42125" y="14038"/>
                  </a:cubicBezTo>
                  <a:cubicBezTo>
                    <a:pt x="41994" y="14026"/>
                    <a:pt x="41875" y="14002"/>
                    <a:pt x="41744" y="13966"/>
                  </a:cubicBezTo>
                  <a:cubicBezTo>
                    <a:pt x="41315" y="13859"/>
                    <a:pt x="40875" y="13776"/>
                    <a:pt x="40458" y="13704"/>
                  </a:cubicBezTo>
                  <a:cubicBezTo>
                    <a:pt x="39970" y="13609"/>
                    <a:pt x="39553" y="13538"/>
                    <a:pt x="39160" y="13502"/>
                  </a:cubicBezTo>
                  <a:cubicBezTo>
                    <a:pt x="39041" y="13490"/>
                    <a:pt x="38898" y="13478"/>
                    <a:pt x="38756" y="13466"/>
                  </a:cubicBezTo>
                  <a:cubicBezTo>
                    <a:pt x="38684" y="13454"/>
                    <a:pt x="38613" y="13454"/>
                    <a:pt x="38529" y="13443"/>
                  </a:cubicBezTo>
                  <a:cubicBezTo>
                    <a:pt x="38315" y="13419"/>
                    <a:pt x="38089" y="13407"/>
                    <a:pt x="37874" y="13395"/>
                  </a:cubicBezTo>
                  <a:cubicBezTo>
                    <a:pt x="37743" y="13383"/>
                    <a:pt x="37601" y="13383"/>
                    <a:pt x="37446" y="13383"/>
                  </a:cubicBezTo>
                  <a:cubicBezTo>
                    <a:pt x="37255" y="13383"/>
                    <a:pt x="37065" y="13395"/>
                    <a:pt x="36874" y="13395"/>
                  </a:cubicBezTo>
                  <a:cubicBezTo>
                    <a:pt x="36779" y="13395"/>
                    <a:pt x="36553" y="13407"/>
                    <a:pt x="36541" y="13407"/>
                  </a:cubicBezTo>
                  <a:cubicBezTo>
                    <a:pt x="35398" y="13443"/>
                    <a:pt x="34445" y="14443"/>
                    <a:pt x="34445" y="15645"/>
                  </a:cubicBezTo>
                  <a:lnTo>
                    <a:pt x="34445" y="23670"/>
                  </a:lnTo>
                  <a:cubicBezTo>
                    <a:pt x="32040" y="24027"/>
                    <a:pt x="29778" y="24277"/>
                    <a:pt x="27718" y="2442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42;p40">
              <a:extLst>
                <a:ext uri="{FF2B5EF4-FFF2-40B4-BE49-F238E27FC236}">
                  <a16:creationId xmlns:a16="http://schemas.microsoft.com/office/drawing/2014/main" id="{D2D1E2FE-93AA-CDE1-A64C-110DD79ED682}"/>
                </a:ext>
              </a:extLst>
            </p:cNvPr>
            <p:cNvSpPr/>
            <p:nvPr/>
          </p:nvSpPr>
          <p:spPr>
            <a:xfrm>
              <a:off x="4565700" y="3684400"/>
              <a:ext cx="16200" cy="606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1243;p40">
            <a:extLst>
              <a:ext uri="{FF2B5EF4-FFF2-40B4-BE49-F238E27FC236}">
                <a16:creationId xmlns:a16="http://schemas.microsoft.com/office/drawing/2014/main" id="{1EA0B0BC-394D-2F41-DCAC-3868D4400481}"/>
              </a:ext>
            </a:extLst>
          </p:cNvPr>
          <p:cNvGrpSpPr/>
          <p:nvPr/>
        </p:nvGrpSpPr>
        <p:grpSpPr>
          <a:xfrm>
            <a:off x="4889634" y="3712574"/>
            <a:ext cx="993654" cy="1510895"/>
            <a:chOff x="4866826" y="2996777"/>
            <a:chExt cx="755070" cy="1103382"/>
          </a:xfrm>
        </p:grpSpPr>
        <p:sp>
          <p:nvSpPr>
            <p:cNvPr id="38" name="Google Shape;1244;p40">
              <a:extLst>
                <a:ext uri="{FF2B5EF4-FFF2-40B4-BE49-F238E27FC236}">
                  <a16:creationId xmlns:a16="http://schemas.microsoft.com/office/drawing/2014/main" id="{5D825FC9-AC97-AD3C-99EA-F712D10DCE19}"/>
                </a:ext>
              </a:extLst>
            </p:cNvPr>
            <p:cNvSpPr/>
            <p:nvPr/>
          </p:nvSpPr>
          <p:spPr>
            <a:xfrm>
              <a:off x="4866826" y="2996777"/>
              <a:ext cx="755070" cy="1000341"/>
            </a:xfrm>
            <a:custGeom>
              <a:avLst/>
              <a:gdLst/>
              <a:ahLst/>
              <a:cxnLst/>
              <a:rect l="l" t="t" r="r" b="b"/>
              <a:pathLst>
                <a:path w="33993" h="45030" extrusionOk="0">
                  <a:moveTo>
                    <a:pt x="20944" y="45029"/>
                  </a:moveTo>
                  <a:cubicBezTo>
                    <a:pt x="20587" y="45029"/>
                    <a:pt x="20265" y="44994"/>
                    <a:pt x="19956" y="44934"/>
                  </a:cubicBezTo>
                  <a:cubicBezTo>
                    <a:pt x="19646" y="44863"/>
                    <a:pt x="19336" y="44744"/>
                    <a:pt x="19051" y="44589"/>
                  </a:cubicBezTo>
                  <a:cubicBezTo>
                    <a:pt x="18539" y="44303"/>
                    <a:pt x="18193" y="43886"/>
                    <a:pt x="18015" y="43363"/>
                  </a:cubicBezTo>
                  <a:cubicBezTo>
                    <a:pt x="17848" y="42874"/>
                    <a:pt x="17836" y="42315"/>
                    <a:pt x="17979" y="41708"/>
                  </a:cubicBezTo>
                  <a:cubicBezTo>
                    <a:pt x="18229" y="40660"/>
                    <a:pt x="18324" y="39636"/>
                    <a:pt x="18289" y="38672"/>
                  </a:cubicBezTo>
                  <a:cubicBezTo>
                    <a:pt x="18241" y="37660"/>
                    <a:pt x="18039" y="36707"/>
                    <a:pt x="17705" y="35826"/>
                  </a:cubicBezTo>
                  <a:cubicBezTo>
                    <a:pt x="17384" y="35028"/>
                    <a:pt x="16693" y="34445"/>
                    <a:pt x="15788" y="34219"/>
                  </a:cubicBezTo>
                  <a:cubicBezTo>
                    <a:pt x="15491" y="34147"/>
                    <a:pt x="15169" y="34111"/>
                    <a:pt x="14848" y="34111"/>
                  </a:cubicBezTo>
                  <a:cubicBezTo>
                    <a:pt x="14264" y="34111"/>
                    <a:pt x="13693" y="34242"/>
                    <a:pt x="13169" y="34504"/>
                  </a:cubicBezTo>
                  <a:cubicBezTo>
                    <a:pt x="6037" y="38064"/>
                    <a:pt x="2668" y="38600"/>
                    <a:pt x="1" y="38993"/>
                  </a:cubicBezTo>
                  <a:lnTo>
                    <a:pt x="1" y="31230"/>
                  </a:lnTo>
                  <a:cubicBezTo>
                    <a:pt x="1" y="30968"/>
                    <a:pt x="191" y="30742"/>
                    <a:pt x="417" y="30730"/>
                  </a:cubicBezTo>
                  <a:cubicBezTo>
                    <a:pt x="417" y="30730"/>
                    <a:pt x="632" y="30730"/>
                    <a:pt x="739" y="30718"/>
                  </a:cubicBezTo>
                  <a:cubicBezTo>
                    <a:pt x="906" y="30718"/>
                    <a:pt x="1084" y="30718"/>
                    <a:pt x="1251" y="30718"/>
                  </a:cubicBezTo>
                  <a:cubicBezTo>
                    <a:pt x="1370" y="30718"/>
                    <a:pt x="1477" y="30718"/>
                    <a:pt x="1584" y="30718"/>
                  </a:cubicBezTo>
                  <a:cubicBezTo>
                    <a:pt x="1787" y="30730"/>
                    <a:pt x="1977" y="30742"/>
                    <a:pt x="2168" y="30766"/>
                  </a:cubicBezTo>
                  <a:cubicBezTo>
                    <a:pt x="2263" y="30778"/>
                    <a:pt x="2346" y="30778"/>
                    <a:pt x="2430" y="30790"/>
                  </a:cubicBezTo>
                  <a:cubicBezTo>
                    <a:pt x="2549" y="30802"/>
                    <a:pt x="2656" y="30802"/>
                    <a:pt x="2775" y="30813"/>
                  </a:cubicBezTo>
                  <a:cubicBezTo>
                    <a:pt x="3120" y="30861"/>
                    <a:pt x="3489" y="30921"/>
                    <a:pt x="3942" y="31004"/>
                  </a:cubicBezTo>
                  <a:cubicBezTo>
                    <a:pt x="3954" y="31004"/>
                    <a:pt x="3965" y="31004"/>
                    <a:pt x="3977" y="31004"/>
                  </a:cubicBezTo>
                  <a:cubicBezTo>
                    <a:pt x="4346" y="31075"/>
                    <a:pt x="4739" y="31147"/>
                    <a:pt x="5132" y="31254"/>
                  </a:cubicBezTo>
                  <a:cubicBezTo>
                    <a:pt x="5335" y="31302"/>
                    <a:pt x="5525" y="31337"/>
                    <a:pt x="5728" y="31361"/>
                  </a:cubicBezTo>
                  <a:cubicBezTo>
                    <a:pt x="5739" y="31361"/>
                    <a:pt x="5751" y="31361"/>
                    <a:pt x="5763" y="31361"/>
                  </a:cubicBezTo>
                  <a:cubicBezTo>
                    <a:pt x="5894" y="31373"/>
                    <a:pt x="6037" y="31385"/>
                    <a:pt x="6180" y="31385"/>
                  </a:cubicBezTo>
                  <a:cubicBezTo>
                    <a:pt x="6240" y="31385"/>
                    <a:pt x="6299" y="31385"/>
                    <a:pt x="6359" y="31373"/>
                  </a:cubicBezTo>
                  <a:cubicBezTo>
                    <a:pt x="6775" y="31361"/>
                    <a:pt x="7192" y="31302"/>
                    <a:pt x="7597" y="31194"/>
                  </a:cubicBezTo>
                  <a:cubicBezTo>
                    <a:pt x="8002" y="31087"/>
                    <a:pt x="8406" y="30909"/>
                    <a:pt x="8871" y="30623"/>
                  </a:cubicBezTo>
                  <a:cubicBezTo>
                    <a:pt x="9204" y="30421"/>
                    <a:pt x="9597" y="30147"/>
                    <a:pt x="9954" y="29754"/>
                  </a:cubicBezTo>
                  <a:cubicBezTo>
                    <a:pt x="10585" y="29075"/>
                    <a:pt x="11026" y="28313"/>
                    <a:pt x="11264" y="27480"/>
                  </a:cubicBezTo>
                  <a:cubicBezTo>
                    <a:pt x="11550" y="26480"/>
                    <a:pt x="11562" y="25420"/>
                    <a:pt x="11288" y="24396"/>
                  </a:cubicBezTo>
                  <a:cubicBezTo>
                    <a:pt x="11288" y="24348"/>
                    <a:pt x="11276" y="24313"/>
                    <a:pt x="11264" y="24265"/>
                  </a:cubicBezTo>
                  <a:cubicBezTo>
                    <a:pt x="11193" y="24015"/>
                    <a:pt x="11109" y="23777"/>
                    <a:pt x="11014" y="23539"/>
                  </a:cubicBezTo>
                  <a:cubicBezTo>
                    <a:pt x="10990" y="23503"/>
                    <a:pt x="10978" y="23467"/>
                    <a:pt x="10954" y="23432"/>
                  </a:cubicBezTo>
                  <a:cubicBezTo>
                    <a:pt x="10788" y="23063"/>
                    <a:pt x="10597" y="22705"/>
                    <a:pt x="10359" y="22372"/>
                  </a:cubicBezTo>
                  <a:cubicBezTo>
                    <a:pt x="9752" y="21479"/>
                    <a:pt x="8954" y="20812"/>
                    <a:pt x="7966" y="20384"/>
                  </a:cubicBezTo>
                  <a:cubicBezTo>
                    <a:pt x="7359" y="20134"/>
                    <a:pt x="6787" y="20015"/>
                    <a:pt x="6216" y="20015"/>
                  </a:cubicBezTo>
                  <a:cubicBezTo>
                    <a:pt x="5835" y="20015"/>
                    <a:pt x="5454" y="20074"/>
                    <a:pt x="5097" y="20181"/>
                  </a:cubicBezTo>
                  <a:cubicBezTo>
                    <a:pt x="4763" y="20276"/>
                    <a:pt x="4442" y="20407"/>
                    <a:pt x="4144" y="20586"/>
                  </a:cubicBezTo>
                  <a:cubicBezTo>
                    <a:pt x="4013" y="20669"/>
                    <a:pt x="3882" y="20765"/>
                    <a:pt x="3739" y="20872"/>
                  </a:cubicBezTo>
                  <a:cubicBezTo>
                    <a:pt x="3608" y="20967"/>
                    <a:pt x="3477" y="21062"/>
                    <a:pt x="3346" y="21181"/>
                  </a:cubicBezTo>
                  <a:cubicBezTo>
                    <a:pt x="3108" y="21396"/>
                    <a:pt x="2858" y="21598"/>
                    <a:pt x="2596" y="21789"/>
                  </a:cubicBezTo>
                  <a:cubicBezTo>
                    <a:pt x="2346" y="21955"/>
                    <a:pt x="2060" y="22110"/>
                    <a:pt x="1727" y="22265"/>
                  </a:cubicBezTo>
                  <a:cubicBezTo>
                    <a:pt x="1608" y="22324"/>
                    <a:pt x="1382" y="22408"/>
                    <a:pt x="1251" y="22443"/>
                  </a:cubicBezTo>
                  <a:cubicBezTo>
                    <a:pt x="1167" y="22467"/>
                    <a:pt x="1072" y="22491"/>
                    <a:pt x="977" y="22515"/>
                  </a:cubicBezTo>
                  <a:cubicBezTo>
                    <a:pt x="715" y="22586"/>
                    <a:pt x="417" y="22646"/>
                    <a:pt x="155" y="22658"/>
                  </a:cubicBezTo>
                  <a:cubicBezTo>
                    <a:pt x="155" y="22658"/>
                    <a:pt x="155" y="22658"/>
                    <a:pt x="155" y="22658"/>
                  </a:cubicBezTo>
                  <a:cubicBezTo>
                    <a:pt x="72" y="22646"/>
                    <a:pt x="1" y="22562"/>
                    <a:pt x="1" y="22455"/>
                  </a:cubicBezTo>
                  <a:lnTo>
                    <a:pt x="1" y="14800"/>
                  </a:lnTo>
                  <a:cubicBezTo>
                    <a:pt x="1120" y="14204"/>
                    <a:pt x="2965" y="12859"/>
                    <a:pt x="4311" y="11394"/>
                  </a:cubicBezTo>
                  <a:cubicBezTo>
                    <a:pt x="4823" y="10835"/>
                    <a:pt x="5120" y="9859"/>
                    <a:pt x="5025" y="9025"/>
                  </a:cubicBezTo>
                  <a:cubicBezTo>
                    <a:pt x="4966" y="8418"/>
                    <a:pt x="4680" y="7918"/>
                    <a:pt x="4251" y="7608"/>
                  </a:cubicBezTo>
                  <a:cubicBezTo>
                    <a:pt x="3739" y="7263"/>
                    <a:pt x="3156" y="6977"/>
                    <a:pt x="2525" y="6763"/>
                  </a:cubicBezTo>
                  <a:cubicBezTo>
                    <a:pt x="2203" y="6656"/>
                    <a:pt x="1965" y="6501"/>
                    <a:pt x="1799" y="6251"/>
                  </a:cubicBezTo>
                  <a:cubicBezTo>
                    <a:pt x="1668" y="6060"/>
                    <a:pt x="1584" y="5834"/>
                    <a:pt x="1548" y="5560"/>
                  </a:cubicBezTo>
                  <a:cubicBezTo>
                    <a:pt x="1501" y="5263"/>
                    <a:pt x="1525" y="4929"/>
                    <a:pt x="1608" y="4572"/>
                  </a:cubicBezTo>
                  <a:cubicBezTo>
                    <a:pt x="1691" y="4179"/>
                    <a:pt x="1858" y="3763"/>
                    <a:pt x="2072" y="3358"/>
                  </a:cubicBezTo>
                  <a:cubicBezTo>
                    <a:pt x="2310" y="2941"/>
                    <a:pt x="2620" y="2512"/>
                    <a:pt x="3001" y="2108"/>
                  </a:cubicBezTo>
                  <a:cubicBezTo>
                    <a:pt x="4180" y="869"/>
                    <a:pt x="5751" y="60"/>
                    <a:pt x="7073" y="0"/>
                  </a:cubicBezTo>
                  <a:cubicBezTo>
                    <a:pt x="7156" y="0"/>
                    <a:pt x="7228" y="0"/>
                    <a:pt x="7299" y="0"/>
                  </a:cubicBezTo>
                  <a:cubicBezTo>
                    <a:pt x="7514" y="0"/>
                    <a:pt x="7716" y="12"/>
                    <a:pt x="7906" y="48"/>
                  </a:cubicBezTo>
                  <a:cubicBezTo>
                    <a:pt x="8109" y="83"/>
                    <a:pt x="8323" y="167"/>
                    <a:pt x="8526" y="262"/>
                  </a:cubicBezTo>
                  <a:cubicBezTo>
                    <a:pt x="8847" y="441"/>
                    <a:pt x="9073" y="703"/>
                    <a:pt x="9192" y="1036"/>
                  </a:cubicBezTo>
                  <a:cubicBezTo>
                    <a:pt x="9311" y="1357"/>
                    <a:pt x="9323" y="1727"/>
                    <a:pt x="9228" y="2143"/>
                  </a:cubicBezTo>
                  <a:cubicBezTo>
                    <a:pt x="9061" y="2941"/>
                    <a:pt x="8990" y="3727"/>
                    <a:pt x="9038" y="4465"/>
                  </a:cubicBezTo>
                  <a:cubicBezTo>
                    <a:pt x="9038" y="4513"/>
                    <a:pt x="9049" y="4572"/>
                    <a:pt x="9049" y="4620"/>
                  </a:cubicBezTo>
                  <a:cubicBezTo>
                    <a:pt x="9121" y="5596"/>
                    <a:pt x="9883" y="6346"/>
                    <a:pt x="10812" y="6346"/>
                  </a:cubicBezTo>
                  <a:cubicBezTo>
                    <a:pt x="11276" y="6346"/>
                    <a:pt x="11716" y="6144"/>
                    <a:pt x="12050" y="5787"/>
                  </a:cubicBezTo>
                  <a:cubicBezTo>
                    <a:pt x="12193" y="5632"/>
                    <a:pt x="12347" y="5465"/>
                    <a:pt x="12490" y="5310"/>
                  </a:cubicBezTo>
                  <a:cubicBezTo>
                    <a:pt x="12502" y="5298"/>
                    <a:pt x="12597" y="5179"/>
                    <a:pt x="12597" y="5179"/>
                  </a:cubicBezTo>
                  <a:cubicBezTo>
                    <a:pt x="13074" y="4596"/>
                    <a:pt x="13562" y="4001"/>
                    <a:pt x="14002" y="3334"/>
                  </a:cubicBezTo>
                  <a:cubicBezTo>
                    <a:pt x="14181" y="3072"/>
                    <a:pt x="14348" y="2810"/>
                    <a:pt x="14502" y="2560"/>
                  </a:cubicBezTo>
                  <a:cubicBezTo>
                    <a:pt x="14574" y="2441"/>
                    <a:pt x="14645" y="2334"/>
                    <a:pt x="14717" y="2215"/>
                  </a:cubicBezTo>
                  <a:cubicBezTo>
                    <a:pt x="14788" y="2108"/>
                    <a:pt x="14848" y="1988"/>
                    <a:pt x="14907" y="1881"/>
                  </a:cubicBezTo>
                  <a:lnTo>
                    <a:pt x="20313" y="5560"/>
                  </a:lnTo>
                  <a:cubicBezTo>
                    <a:pt x="20598" y="5751"/>
                    <a:pt x="20813" y="6049"/>
                    <a:pt x="20884" y="6358"/>
                  </a:cubicBezTo>
                  <a:cubicBezTo>
                    <a:pt x="20968" y="6680"/>
                    <a:pt x="20932" y="7025"/>
                    <a:pt x="20789" y="7251"/>
                  </a:cubicBezTo>
                  <a:cubicBezTo>
                    <a:pt x="19991" y="8620"/>
                    <a:pt x="18813" y="9323"/>
                    <a:pt x="17955" y="9668"/>
                  </a:cubicBezTo>
                  <a:cubicBezTo>
                    <a:pt x="17396" y="9882"/>
                    <a:pt x="16848" y="10263"/>
                    <a:pt x="16324" y="10811"/>
                  </a:cubicBezTo>
                  <a:cubicBezTo>
                    <a:pt x="16015" y="11144"/>
                    <a:pt x="15800" y="11502"/>
                    <a:pt x="15645" y="11764"/>
                  </a:cubicBezTo>
                  <a:cubicBezTo>
                    <a:pt x="15467" y="12085"/>
                    <a:pt x="15312" y="12442"/>
                    <a:pt x="15193" y="12835"/>
                  </a:cubicBezTo>
                  <a:cubicBezTo>
                    <a:pt x="15145" y="13002"/>
                    <a:pt x="15098" y="13192"/>
                    <a:pt x="15062" y="13395"/>
                  </a:cubicBezTo>
                  <a:cubicBezTo>
                    <a:pt x="15026" y="13561"/>
                    <a:pt x="14991" y="13764"/>
                    <a:pt x="14967" y="13954"/>
                  </a:cubicBezTo>
                  <a:cubicBezTo>
                    <a:pt x="14919" y="14347"/>
                    <a:pt x="14907" y="14740"/>
                    <a:pt x="14919" y="15157"/>
                  </a:cubicBezTo>
                  <a:cubicBezTo>
                    <a:pt x="14967" y="16026"/>
                    <a:pt x="15157" y="16836"/>
                    <a:pt x="15467" y="17562"/>
                  </a:cubicBezTo>
                  <a:cubicBezTo>
                    <a:pt x="15836" y="18431"/>
                    <a:pt x="16372" y="19157"/>
                    <a:pt x="17050" y="19717"/>
                  </a:cubicBezTo>
                  <a:cubicBezTo>
                    <a:pt x="17110" y="19776"/>
                    <a:pt x="17181" y="19836"/>
                    <a:pt x="17265" y="19884"/>
                  </a:cubicBezTo>
                  <a:cubicBezTo>
                    <a:pt x="17277" y="19895"/>
                    <a:pt x="17300" y="19919"/>
                    <a:pt x="17312" y="19931"/>
                  </a:cubicBezTo>
                  <a:lnTo>
                    <a:pt x="17372" y="19967"/>
                  </a:lnTo>
                  <a:cubicBezTo>
                    <a:pt x="17527" y="20074"/>
                    <a:pt x="17705" y="20169"/>
                    <a:pt x="17884" y="20265"/>
                  </a:cubicBezTo>
                  <a:cubicBezTo>
                    <a:pt x="18467" y="20574"/>
                    <a:pt x="19420" y="20943"/>
                    <a:pt x="20527" y="20943"/>
                  </a:cubicBezTo>
                  <a:cubicBezTo>
                    <a:pt x="21753" y="20943"/>
                    <a:pt x="22849" y="20503"/>
                    <a:pt x="23789" y="19622"/>
                  </a:cubicBezTo>
                  <a:cubicBezTo>
                    <a:pt x="25349" y="18157"/>
                    <a:pt x="25516" y="16419"/>
                    <a:pt x="25659" y="15026"/>
                  </a:cubicBezTo>
                  <a:cubicBezTo>
                    <a:pt x="25730" y="14407"/>
                    <a:pt x="25790" y="13823"/>
                    <a:pt x="25956" y="13407"/>
                  </a:cubicBezTo>
                  <a:cubicBezTo>
                    <a:pt x="26242" y="12811"/>
                    <a:pt x="26528" y="12252"/>
                    <a:pt x="26837" y="11728"/>
                  </a:cubicBezTo>
                  <a:cubicBezTo>
                    <a:pt x="27064" y="11359"/>
                    <a:pt x="27349" y="11109"/>
                    <a:pt x="27671" y="11002"/>
                  </a:cubicBezTo>
                  <a:cubicBezTo>
                    <a:pt x="27778" y="10966"/>
                    <a:pt x="27897" y="10954"/>
                    <a:pt x="28004" y="10954"/>
                  </a:cubicBezTo>
                  <a:cubicBezTo>
                    <a:pt x="28159" y="10954"/>
                    <a:pt x="28302" y="10990"/>
                    <a:pt x="28433" y="11085"/>
                  </a:cubicBezTo>
                  <a:lnTo>
                    <a:pt x="33993" y="14859"/>
                  </a:lnTo>
                  <a:cubicBezTo>
                    <a:pt x="33933" y="14966"/>
                    <a:pt x="33648" y="15478"/>
                    <a:pt x="33648" y="15478"/>
                  </a:cubicBezTo>
                  <a:cubicBezTo>
                    <a:pt x="33576" y="15609"/>
                    <a:pt x="33493" y="15752"/>
                    <a:pt x="33422" y="15883"/>
                  </a:cubicBezTo>
                  <a:cubicBezTo>
                    <a:pt x="33255" y="16193"/>
                    <a:pt x="33100" y="16466"/>
                    <a:pt x="32933" y="16740"/>
                  </a:cubicBezTo>
                  <a:lnTo>
                    <a:pt x="32779" y="16990"/>
                  </a:lnTo>
                  <a:cubicBezTo>
                    <a:pt x="32326" y="17729"/>
                    <a:pt x="31862" y="18502"/>
                    <a:pt x="31362" y="19205"/>
                  </a:cubicBezTo>
                  <a:cubicBezTo>
                    <a:pt x="30493" y="20515"/>
                    <a:pt x="29457" y="21872"/>
                    <a:pt x="28088" y="23479"/>
                  </a:cubicBezTo>
                  <a:cubicBezTo>
                    <a:pt x="26730" y="25015"/>
                    <a:pt x="25563" y="26218"/>
                    <a:pt x="24420" y="27230"/>
                  </a:cubicBezTo>
                  <a:cubicBezTo>
                    <a:pt x="24075" y="27551"/>
                    <a:pt x="23766" y="27920"/>
                    <a:pt x="23516" y="28325"/>
                  </a:cubicBezTo>
                  <a:cubicBezTo>
                    <a:pt x="23277" y="28682"/>
                    <a:pt x="23087" y="29087"/>
                    <a:pt x="22968" y="29504"/>
                  </a:cubicBezTo>
                  <a:cubicBezTo>
                    <a:pt x="22682" y="30444"/>
                    <a:pt x="22754" y="31349"/>
                    <a:pt x="23170" y="32052"/>
                  </a:cubicBezTo>
                  <a:cubicBezTo>
                    <a:pt x="24123" y="33635"/>
                    <a:pt x="25611" y="34814"/>
                    <a:pt x="27480" y="35469"/>
                  </a:cubicBezTo>
                  <a:cubicBezTo>
                    <a:pt x="27980" y="35635"/>
                    <a:pt x="28338" y="35909"/>
                    <a:pt x="28599" y="36290"/>
                  </a:cubicBezTo>
                  <a:cubicBezTo>
                    <a:pt x="28599" y="36290"/>
                    <a:pt x="28599" y="36290"/>
                    <a:pt x="28599" y="36302"/>
                  </a:cubicBezTo>
                  <a:cubicBezTo>
                    <a:pt x="28802" y="36600"/>
                    <a:pt x="28933" y="36957"/>
                    <a:pt x="28980" y="37374"/>
                  </a:cubicBezTo>
                  <a:cubicBezTo>
                    <a:pt x="29028" y="37802"/>
                    <a:pt x="28992" y="38291"/>
                    <a:pt x="28873" y="38803"/>
                  </a:cubicBezTo>
                  <a:cubicBezTo>
                    <a:pt x="28742" y="39362"/>
                    <a:pt x="28504" y="39934"/>
                    <a:pt x="28183" y="40505"/>
                  </a:cubicBezTo>
                  <a:cubicBezTo>
                    <a:pt x="27849" y="41089"/>
                    <a:pt x="27397" y="41660"/>
                    <a:pt x="26873" y="42208"/>
                  </a:cubicBezTo>
                  <a:cubicBezTo>
                    <a:pt x="25182" y="43922"/>
                    <a:pt x="23027" y="44982"/>
                    <a:pt x="21134" y="45018"/>
                  </a:cubicBezTo>
                  <a:cubicBezTo>
                    <a:pt x="21063" y="45029"/>
                    <a:pt x="21003" y="45029"/>
                    <a:pt x="20944" y="45029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45;p40">
              <a:extLst>
                <a:ext uri="{FF2B5EF4-FFF2-40B4-BE49-F238E27FC236}">
                  <a16:creationId xmlns:a16="http://schemas.microsoft.com/office/drawing/2014/main" id="{3D20E959-7BA4-7F58-C244-E447630AA077}"/>
                </a:ext>
              </a:extLst>
            </p:cNvPr>
            <p:cNvSpPr/>
            <p:nvPr/>
          </p:nvSpPr>
          <p:spPr>
            <a:xfrm rot="9007440" flipH="1">
              <a:off x="5414555" y="3684386"/>
              <a:ext cx="16261" cy="441245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1246;p40">
            <a:extLst>
              <a:ext uri="{FF2B5EF4-FFF2-40B4-BE49-F238E27FC236}">
                <a16:creationId xmlns:a16="http://schemas.microsoft.com/office/drawing/2014/main" id="{BC2776A1-9021-372F-2F1A-78FDA04A01B1}"/>
              </a:ext>
            </a:extLst>
          </p:cNvPr>
          <p:cNvGrpSpPr/>
          <p:nvPr/>
        </p:nvGrpSpPr>
        <p:grpSpPr>
          <a:xfrm>
            <a:off x="3124727" y="3712574"/>
            <a:ext cx="993654" cy="1465015"/>
            <a:chOff x="3525687" y="2996777"/>
            <a:chExt cx="755070" cy="1069876"/>
          </a:xfrm>
        </p:grpSpPr>
        <p:sp>
          <p:nvSpPr>
            <p:cNvPr id="41" name="Google Shape;1247;p40">
              <a:extLst>
                <a:ext uri="{FF2B5EF4-FFF2-40B4-BE49-F238E27FC236}">
                  <a16:creationId xmlns:a16="http://schemas.microsoft.com/office/drawing/2014/main" id="{13ED71BA-E974-8452-640E-6C2254E90669}"/>
                </a:ext>
              </a:extLst>
            </p:cNvPr>
            <p:cNvSpPr/>
            <p:nvPr/>
          </p:nvSpPr>
          <p:spPr>
            <a:xfrm>
              <a:off x="3525687" y="2996777"/>
              <a:ext cx="755070" cy="1000341"/>
            </a:xfrm>
            <a:custGeom>
              <a:avLst/>
              <a:gdLst/>
              <a:ahLst/>
              <a:cxnLst/>
              <a:rect l="l" t="t" r="r" b="b"/>
              <a:pathLst>
                <a:path w="33993" h="45030" extrusionOk="0">
                  <a:moveTo>
                    <a:pt x="13049" y="45029"/>
                  </a:moveTo>
                  <a:cubicBezTo>
                    <a:pt x="12978" y="45029"/>
                    <a:pt x="12918" y="45029"/>
                    <a:pt x="12859" y="45018"/>
                  </a:cubicBezTo>
                  <a:cubicBezTo>
                    <a:pt x="10954" y="44982"/>
                    <a:pt x="8811" y="43922"/>
                    <a:pt x="7108" y="42208"/>
                  </a:cubicBezTo>
                  <a:cubicBezTo>
                    <a:pt x="6584" y="41660"/>
                    <a:pt x="6144" y="41089"/>
                    <a:pt x="5787" y="40493"/>
                  </a:cubicBezTo>
                  <a:cubicBezTo>
                    <a:pt x="5477" y="39934"/>
                    <a:pt x="5251" y="39362"/>
                    <a:pt x="5108" y="38803"/>
                  </a:cubicBezTo>
                  <a:cubicBezTo>
                    <a:pt x="4989" y="38291"/>
                    <a:pt x="4953" y="37802"/>
                    <a:pt x="5001" y="37362"/>
                  </a:cubicBezTo>
                  <a:cubicBezTo>
                    <a:pt x="5060" y="36957"/>
                    <a:pt x="5191" y="36600"/>
                    <a:pt x="5382" y="36302"/>
                  </a:cubicBezTo>
                  <a:cubicBezTo>
                    <a:pt x="5644" y="35909"/>
                    <a:pt x="6001" y="35647"/>
                    <a:pt x="6501" y="35469"/>
                  </a:cubicBezTo>
                  <a:cubicBezTo>
                    <a:pt x="8382" y="34814"/>
                    <a:pt x="9870" y="33635"/>
                    <a:pt x="10811" y="32052"/>
                  </a:cubicBezTo>
                  <a:cubicBezTo>
                    <a:pt x="11228" y="31349"/>
                    <a:pt x="11311" y="30444"/>
                    <a:pt x="11025" y="29504"/>
                  </a:cubicBezTo>
                  <a:cubicBezTo>
                    <a:pt x="10894" y="29087"/>
                    <a:pt x="10704" y="28682"/>
                    <a:pt x="10454" y="28301"/>
                  </a:cubicBezTo>
                  <a:cubicBezTo>
                    <a:pt x="10216" y="27920"/>
                    <a:pt x="9918" y="27551"/>
                    <a:pt x="9561" y="27242"/>
                  </a:cubicBezTo>
                  <a:cubicBezTo>
                    <a:pt x="8418" y="26218"/>
                    <a:pt x="7251" y="25015"/>
                    <a:pt x="5882" y="23467"/>
                  </a:cubicBezTo>
                  <a:cubicBezTo>
                    <a:pt x="4536" y="21872"/>
                    <a:pt x="3501" y="20515"/>
                    <a:pt x="2631" y="19229"/>
                  </a:cubicBezTo>
                  <a:cubicBezTo>
                    <a:pt x="2131" y="18502"/>
                    <a:pt x="1667" y="17740"/>
                    <a:pt x="1215" y="16990"/>
                  </a:cubicBezTo>
                  <a:lnTo>
                    <a:pt x="1060" y="16752"/>
                  </a:lnTo>
                  <a:cubicBezTo>
                    <a:pt x="881" y="16466"/>
                    <a:pt x="726" y="16181"/>
                    <a:pt x="560" y="15883"/>
                  </a:cubicBezTo>
                  <a:cubicBezTo>
                    <a:pt x="488" y="15752"/>
                    <a:pt x="48" y="14966"/>
                    <a:pt x="0" y="14859"/>
                  </a:cubicBezTo>
                  <a:lnTo>
                    <a:pt x="5560" y="11085"/>
                  </a:lnTo>
                  <a:cubicBezTo>
                    <a:pt x="5691" y="10990"/>
                    <a:pt x="5822" y="10954"/>
                    <a:pt x="5977" y="10954"/>
                  </a:cubicBezTo>
                  <a:cubicBezTo>
                    <a:pt x="6096" y="10954"/>
                    <a:pt x="6203" y="10966"/>
                    <a:pt x="6322" y="11002"/>
                  </a:cubicBezTo>
                  <a:cubicBezTo>
                    <a:pt x="6632" y="11109"/>
                    <a:pt x="6930" y="11359"/>
                    <a:pt x="7144" y="11740"/>
                  </a:cubicBezTo>
                  <a:cubicBezTo>
                    <a:pt x="7453" y="12252"/>
                    <a:pt x="7751" y="12811"/>
                    <a:pt x="8025" y="13407"/>
                  </a:cubicBezTo>
                  <a:cubicBezTo>
                    <a:pt x="8203" y="13823"/>
                    <a:pt x="8263" y="14407"/>
                    <a:pt x="8323" y="15026"/>
                  </a:cubicBezTo>
                  <a:cubicBezTo>
                    <a:pt x="8465" y="16419"/>
                    <a:pt x="8644" y="18157"/>
                    <a:pt x="10204" y="19622"/>
                  </a:cubicBezTo>
                  <a:cubicBezTo>
                    <a:pt x="11144" y="20503"/>
                    <a:pt x="12240" y="20943"/>
                    <a:pt x="13454" y="20943"/>
                  </a:cubicBezTo>
                  <a:cubicBezTo>
                    <a:pt x="13526" y="20943"/>
                    <a:pt x="13585" y="20943"/>
                    <a:pt x="13657" y="20943"/>
                  </a:cubicBezTo>
                  <a:cubicBezTo>
                    <a:pt x="14680" y="20907"/>
                    <a:pt x="15562" y="20550"/>
                    <a:pt x="16121" y="20253"/>
                  </a:cubicBezTo>
                  <a:cubicBezTo>
                    <a:pt x="16288" y="20169"/>
                    <a:pt x="16466" y="20074"/>
                    <a:pt x="16621" y="19955"/>
                  </a:cubicBezTo>
                  <a:lnTo>
                    <a:pt x="16669" y="19931"/>
                  </a:lnTo>
                  <a:cubicBezTo>
                    <a:pt x="16693" y="19919"/>
                    <a:pt x="16705" y="19895"/>
                    <a:pt x="16728" y="19884"/>
                  </a:cubicBezTo>
                  <a:cubicBezTo>
                    <a:pt x="16800" y="19836"/>
                    <a:pt x="16871" y="19776"/>
                    <a:pt x="16943" y="19717"/>
                  </a:cubicBezTo>
                  <a:cubicBezTo>
                    <a:pt x="17621" y="19157"/>
                    <a:pt x="18145" y="18431"/>
                    <a:pt x="18514" y="17562"/>
                  </a:cubicBezTo>
                  <a:cubicBezTo>
                    <a:pt x="18836" y="16836"/>
                    <a:pt x="19014" y="16026"/>
                    <a:pt x="19062" y="15157"/>
                  </a:cubicBezTo>
                  <a:cubicBezTo>
                    <a:pt x="19086" y="14752"/>
                    <a:pt x="19074" y="14347"/>
                    <a:pt x="19026" y="13954"/>
                  </a:cubicBezTo>
                  <a:cubicBezTo>
                    <a:pt x="19002" y="13764"/>
                    <a:pt x="18967" y="13561"/>
                    <a:pt x="18919" y="13383"/>
                  </a:cubicBezTo>
                  <a:cubicBezTo>
                    <a:pt x="18883" y="13192"/>
                    <a:pt x="18836" y="13002"/>
                    <a:pt x="18788" y="12835"/>
                  </a:cubicBezTo>
                  <a:cubicBezTo>
                    <a:pt x="18669" y="12454"/>
                    <a:pt x="18526" y="12085"/>
                    <a:pt x="18336" y="11764"/>
                  </a:cubicBezTo>
                  <a:cubicBezTo>
                    <a:pt x="18181" y="11502"/>
                    <a:pt x="17967" y="11144"/>
                    <a:pt x="17669" y="10823"/>
                  </a:cubicBezTo>
                  <a:cubicBezTo>
                    <a:pt x="17145" y="10263"/>
                    <a:pt x="16597" y="9882"/>
                    <a:pt x="16002" y="9668"/>
                  </a:cubicBezTo>
                  <a:cubicBezTo>
                    <a:pt x="15181" y="9323"/>
                    <a:pt x="14002" y="8620"/>
                    <a:pt x="13204" y="7263"/>
                  </a:cubicBezTo>
                  <a:cubicBezTo>
                    <a:pt x="13061" y="7025"/>
                    <a:pt x="13026" y="6691"/>
                    <a:pt x="13097" y="6358"/>
                  </a:cubicBezTo>
                  <a:cubicBezTo>
                    <a:pt x="13180" y="6049"/>
                    <a:pt x="13395" y="5751"/>
                    <a:pt x="13668" y="5560"/>
                  </a:cubicBezTo>
                  <a:lnTo>
                    <a:pt x="19074" y="1881"/>
                  </a:lnTo>
                  <a:cubicBezTo>
                    <a:pt x="19133" y="1988"/>
                    <a:pt x="19205" y="2108"/>
                    <a:pt x="19276" y="2227"/>
                  </a:cubicBezTo>
                  <a:cubicBezTo>
                    <a:pt x="19348" y="2334"/>
                    <a:pt x="19419" y="2441"/>
                    <a:pt x="19491" y="2560"/>
                  </a:cubicBezTo>
                  <a:cubicBezTo>
                    <a:pt x="19645" y="2810"/>
                    <a:pt x="19800" y="3072"/>
                    <a:pt x="19991" y="3334"/>
                  </a:cubicBezTo>
                  <a:cubicBezTo>
                    <a:pt x="20419" y="4001"/>
                    <a:pt x="20907" y="4596"/>
                    <a:pt x="21384" y="5179"/>
                  </a:cubicBezTo>
                  <a:cubicBezTo>
                    <a:pt x="21384" y="5179"/>
                    <a:pt x="21479" y="5298"/>
                    <a:pt x="21491" y="5310"/>
                  </a:cubicBezTo>
                  <a:cubicBezTo>
                    <a:pt x="21646" y="5465"/>
                    <a:pt x="21789" y="5632"/>
                    <a:pt x="21943" y="5787"/>
                  </a:cubicBezTo>
                  <a:cubicBezTo>
                    <a:pt x="22265" y="6144"/>
                    <a:pt x="22717" y="6346"/>
                    <a:pt x="23182" y="6346"/>
                  </a:cubicBezTo>
                  <a:cubicBezTo>
                    <a:pt x="24098" y="6346"/>
                    <a:pt x="24860" y="5608"/>
                    <a:pt x="24944" y="4620"/>
                  </a:cubicBezTo>
                  <a:cubicBezTo>
                    <a:pt x="24944" y="4572"/>
                    <a:pt x="24944" y="4513"/>
                    <a:pt x="24944" y="4465"/>
                  </a:cubicBezTo>
                  <a:cubicBezTo>
                    <a:pt x="24991" y="3727"/>
                    <a:pt x="24932" y="2941"/>
                    <a:pt x="24753" y="2143"/>
                  </a:cubicBezTo>
                  <a:cubicBezTo>
                    <a:pt x="24670" y="1727"/>
                    <a:pt x="24682" y="1357"/>
                    <a:pt x="24789" y="1036"/>
                  </a:cubicBezTo>
                  <a:cubicBezTo>
                    <a:pt x="24908" y="703"/>
                    <a:pt x="25134" y="453"/>
                    <a:pt x="25468" y="262"/>
                  </a:cubicBezTo>
                  <a:cubicBezTo>
                    <a:pt x="25658" y="167"/>
                    <a:pt x="25872" y="83"/>
                    <a:pt x="26075" y="48"/>
                  </a:cubicBezTo>
                  <a:cubicBezTo>
                    <a:pt x="26265" y="12"/>
                    <a:pt x="26468" y="0"/>
                    <a:pt x="26682" y="0"/>
                  </a:cubicBezTo>
                  <a:cubicBezTo>
                    <a:pt x="26753" y="0"/>
                    <a:pt x="26825" y="0"/>
                    <a:pt x="26896" y="0"/>
                  </a:cubicBezTo>
                  <a:cubicBezTo>
                    <a:pt x="28242" y="60"/>
                    <a:pt x="29801" y="869"/>
                    <a:pt x="30992" y="2119"/>
                  </a:cubicBezTo>
                  <a:cubicBezTo>
                    <a:pt x="31361" y="2512"/>
                    <a:pt x="31671" y="2941"/>
                    <a:pt x="31921" y="3370"/>
                  </a:cubicBezTo>
                  <a:cubicBezTo>
                    <a:pt x="32135" y="3763"/>
                    <a:pt x="32290" y="4179"/>
                    <a:pt x="32385" y="4572"/>
                  </a:cubicBezTo>
                  <a:cubicBezTo>
                    <a:pt x="32457" y="4929"/>
                    <a:pt x="32480" y="5263"/>
                    <a:pt x="32445" y="5560"/>
                  </a:cubicBezTo>
                  <a:cubicBezTo>
                    <a:pt x="32397" y="5834"/>
                    <a:pt x="32314" y="6060"/>
                    <a:pt x="32183" y="6251"/>
                  </a:cubicBezTo>
                  <a:cubicBezTo>
                    <a:pt x="32016" y="6501"/>
                    <a:pt x="31790" y="6656"/>
                    <a:pt x="31456" y="6775"/>
                  </a:cubicBezTo>
                  <a:cubicBezTo>
                    <a:pt x="30825" y="6977"/>
                    <a:pt x="30254" y="7263"/>
                    <a:pt x="29742" y="7608"/>
                  </a:cubicBezTo>
                  <a:cubicBezTo>
                    <a:pt x="29301" y="7918"/>
                    <a:pt x="29028" y="8418"/>
                    <a:pt x="28956" y="9025"/>
                  </a:cubicBezTo>
                  <a:cubicBezTo>
                    <a:pt x="28861" y="9859"/>
                    <a:pt x="29158" y="10835"/>
                    <a:pt x="29670" y="11394"/>
                  </a:cubicBezTo>
                  <a:cubicBezTo>
                    <a:pt x="31016" y="12859"/>
                    <a:pt x="32861" y="14204"/>
                    <a:pt x="33992" y="14800"/>
                  </a:cubicBezTo>
                  <a:lnTo>
                    <a:pt x="33992" y="22455"/>
                  </a:lnTo>
                  <a:cubicBezTo>
                    <a:pt x="33992" y="22562"/>
                    <a:pt x="33921" y="22658"/>
                    <a:pt x="33850" y="22658"/>
                  </a:cubicBezTo>
                  <a:cubicBezTo>
                    <a:pt x="33850" y="22658"/>
                    <a:pt x="33838" y="22658"/>
                    <a:pt x="33838" y="22658"/>
                  </a:cubicBezTo>
                  <a:cubicBezTo>
                    <a:pt x="33576" y="22646"/>
                    <a:pt x="33278" y="22586"/>
                    <a:pt x="32992" y="22515"/>
                  </a:cubicBezTo>
                  <a:cubicBezTo>
                    <a:pt x="32909" y="22491"/>
                    <a:pt x="32826" y="22467"/>
                    <a:pt x="32730" y="22443"/>
                  </a:cubicBezTo>
                  <a:cubicBezTo>
                    <a:pt x="32611" y="22408"/>
                    <a:pt x="32385" y="22324"/>
                    <a:pt x="32254" y="22265"/>
                  </a:cubicBezTo>
                  <a:cubicBezTo>
                    <a:pt x="31933" y="22110"/>
                    <a:pt x="31647" y="21955"/>
                    <a:pt x="31385" y="21789"/>
                  </a:cubicBezTo>
                  <a:cubicBezTo>
                    <a:pt x="31135" y="21598"/>
                    <a:pt x="30873" y="21396"/>
                    <a:pt x="30635" y="21181"/>
                  </a:cubicBezTo>
                  <a:cubicBezTo>
                    <a:pt x="30516" y="21062"/>
                    <a:pt x="30385" y="20967"/>
                    <a:pt x="30254" y="20872"/>
                  </a:cubicBezTo>
                  <a:cubicBezTo>
                    <a:pt x="30111" y="20765"/>
                    <a:pt x="29980" y="20669"/>
                    <a:pt x="29837" y="20586"/>
                  </a:cubicBezTo>
                  <a:cubicBezTo>
                    <a:pt x="29539" y="20407"/>
                    <a:pt x="29218" y="20276"/>
                    <a:pt x="28897" y="20181"/>
                  </a:cubicBezTo>
                  <a:cubicBezTo>
                    <a:pt x="28539" y="20074"/>
                    <a:pt x="28170" y="20026"/>
                    <a:pt x="27801" y="20026"/>
                  </a:cubicBezTo>
                  <a:lnTo>
                    <a:pt x="27777" y="20026"/>
                  </a:lnTo>
                  <a:cubicBezTo>
                    <a:pt x="27206" y="20026"/>
                    <a:pt x="26622" y="20134"/>
                    <a:pt x="26039" y="20372"/>
                  </a:cubicBezTo>
                  <a:cubicBezTo>
                    <a:pt x="25039" y="20812"/>
                    <a:pt x="24229" y="21479"/>
                    <a:pt x="23622" y="22372"/>
                  </a:cubicBezTo>
                  <a:cubicBezTo>
                    <a:pt x="23396" y="22705"/>
                    <a:pt x="23193" y="23063"/>
                    <a:pt x="23027" y="23432"/>
                  </a:cubicBezTo>
                  <a:cubicBezTo>
                    <a:pt x="23015" y="23467"/>
                    <a:pt x="22991" y="23503"/>
                    <a:pt x="22979" y="23539"/>
                  </a:cubicBezTo>
                  <a:cubicBezTo>
                    <a:pt x="22872" y="23777"/>
                    <a:pt x="22789" y="24015"/>
                    <a:pt x="22717" y="24265"/>
                  </a:cubicBezTo>
                  <a:cubicBezTo>
                    <a:pt x="22705" y="24313"/>
                    <a:pt x="22705" y="24348"/>
                    <a:pt x="22693" y="24396"/>
                  </a:cubicBezTo>
                  <a:cubicBezTo>
                    <a:pt x="22431" y="25420"/>
                    <a:pt x="22431" y="26492"/>
                    <a:pt x="22729" y="27492"/>
                  </a:cubicBezTo>
                  <a:cubicBezTo>
                    <a:pt x="22967" y="28313"/>
                    <a:pt x="23408" y="29075"/>
                    <a:pt x="24039" y="29754"/>
                  </a:cubicBezTo>
                  <a:cubicBezTo>
                    <a:pt x="24384" y="30147"/>
                    <a:pt x="24789" y="30421"/>
                    <a:pt x="25098" y="30611"/>
                  </a:cubicBezTo>
                  <a:cubicBezTo>
                    <a:pt x="25587" y="30909"/>
                    <a:pt x="25991" y="31087"/>
                    <a:pt x="26396" y="31194"/>
                  </a:cubicBezTo>
                  <a:cubicBezTo>
                    <a:pt x="26801" y="31302"/>
                    <a:pt x="27218" y="31361"/>
                    <a:pt x="27623" y="31373"/>
                  </a:cubicBezTo>
                  <a:cubicBezTo>
                    <a:pt x="27682" y="31385"/>
                    <a:pt x="27742" y="31385"/>
                    <a:pt x="27801" y="31385"/>
                  </a:cubicBezTo>
                  <a:lnTo>
                    <a:pt x="27920" y="31373"/>
                  </a:lnTo>
                  <a:cubicBezTo>
                    <a:pt x="28027" y="31373"/>
                    <a:pt x="28135" y="31373"/>
                    <a:pt x="28230" y="31361"/>
                  </a:cubicBezTo>
                  <a:cubicBezTo>
                    <a:pt x="28242" y="31361"/>
                    <a:pt x="28254" y="31361"/>
                    <a:pt x="28266" y="31361"/>
                  </a:cubicBezTo>
                  <a:cubicBezTo>
                    <a:pt x="28456" y="31337"/>
                    <a:pt x="28658" y="31302"/>
                    <a:pt x="28849" y="31254"/>
                  </a:cubicBezTo>
                  <a:cubicBezTo>
                    <a:pt x="29242" y="31147"/>
                    <a:pt x="29635" y="31075"/>
                    <a:pt x="30016" y="31004"/>
                  </a:cubicBezTo>
                  <a:cubicBezTo>
                    <a:pt x="30028" y="31004"/>
                    <a:pt x="30040" y="31004"/>
                    <a:pt x="30040" y="31004"/>
                  </a:cubicBezTo>
                  <a:cubicBezTo>
                    <a:pt x="30492" y="30909"/>
                    <a:pt x="30861" y="30861"/>
                    <a:pt x="31206" y="30825"/>
                  </a:cubicBezTo>
                  <a:cubicBezTo>
                    <a:pt x="31325" y="30802"/>
                    <a:pt x="31444" y="30802"/>
                    <a:pt x="31552" y="30790"/>
                  </a:cubicBezTo>
                  <a:cubicBezTo>
                    <a:pt x="31635" y="30778"/>
                    <a:pt x="31730" y="30778"/>
                    <a:pt x="31814" y="30766"/>
                  </a:cubicBezTo>
                  <a:cubicBezTo>
                    <a:pt x="32004" y="30742"/>
                    <a:pt x="32195" y="30730"/>
                    <a:pt x="32385" y="30718"/>
                  </a:cubicBezTo>
                  <a:cubicBezTo>
                    <a:pt x="32480" y="30718"/>
                    <a:pt x="32576" y="30718"/>
                    <a:pt x="32659" y="30718"/>
                  </a:cubicBezTo>
                  <a:lnTo>
                    <a:pt x="32730" y="30718"/>
                  </a:lnTo>
                  <a:cubicBezTo>
                    <a:pt x="32909" y="30718"/>
                    <a:pt x="33076" y="30718"/>
                    <a:pt x="33254" y="30718"/>
                  </a:cubicBezTo>
                  <a:cubicBezTo>
                    <a:pt x="33349" y="30730"/>
                    <a:pt x="33564" y="30730"/>
                    <a:pt x="33564" y="30730"/>
                  </a:cubicBezTo>
                  <a:cubicBezTo>
                    <a:pt x="33802" y="30742"/>
                    <a:pt x="33992" y="30968"/>
                    <a:pt x="33992" y="31230"/>
                  </a:cubicBezTo>
                  <a:lnTo>
                    <a:pt x="33992" y="38993"/>
                  </a:lnTo>
                  <a:cubicBezTo>
                    <a:pt x="31314" y="38600"/>
                    <a:pt x="27956" y="38064"/>
                    <a:pt x="20824" y="34504"/>
                  </a:cubicBezTo>
                  <a:cubicBezTo>
                    <a:pt x="20288" y="34242"/>
                    <a:pt x="19729" y="34111"/>
                    <a:pt x="19133" y="34111"/>
                  </a:cubicBezTo>
                  <a:cubicBezTo>
                    <a:pt x="18812" y="34111"/>
                    <a:pt x="18490" y="34147"/>
                    <a:pt x="18181" y="34231"/>
                  </a:cubicBezTo>
                  <a:cubicBezTo>
                    <a:pt x="17300" y="34445"/>
                    <a:pt x="16597" y="35028"/>
                    <a:pt x="16288" y="35826"/>
                  </a:cubicBezTo>
                  <a:cubicBezTo>
                    <a:pt x="15943" y="36707"/>
                    <a:pt x="15752" y="37660"/>
                    <a:pt x="15704" y="38672"/>
                  </a:cubicBezTo>
                  <a:cubicBezTo>
                    <a:pt x="15657" y="39636"/>
                    <a:pt x="15764" y="40660"/>
                    <a:pt x="16002" y="41708"/>
                  </a:cubicBezTo>
                  <a:cubicBezTo>
                    <a:pt x="16145" y="42315"/>
                    <a:pt x="16133" y="42874"/>
                    <a:pt x="15966" y="43363"/>
                  </a:cubicBezTo>
                  <a:cubicBezTo>
                    <a:pt x="15788" y="43886"/>
                    <a:pt x="15442" y="44291"/>
                    <a:pt x="14942" y="44589"/>
                  </a:cubicBezTo>
                  <a:cubicBezTo>
                    <a:pt x="14657" y="44744"/>
                    <a:pt x="14335" y="44863"/>
                    <a:pt x="14038" y="44922"/>
                  </a:cubicBezTo>
                  <a:cubicBezTo>
                    <a:pt x="13728" y="44994"/>
                    <a:pt x="13395" y="45029"/>
                    <a:pt x="13049" y="45029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48;p40">
              <a:extLst>
                <a:ext uri="{FF2B5EF4-FFF2-40B4-BE49-F238E27FC236}">
                  <a16:creationId xmlns:a16="http://schemas.microsoft.com/office/drawing/2014/main" id="{EB93C352-F660-8353-7D5B-DFFC4AA0B3AE}"/>
                </a:ext>
              </a:extLst>
            </p:cNvPr>
            <p:cNvSpPr/>
            <p:nvPr/>
          </p:nvSpPr>
          <p:spPr>
            <a:xfrm rot="-8100000" flipH="1">
              <a:off x="3705182" y="3684335"/>
              <a:ext cx="16122" cy="44123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Title 1">
            <a:extLst>
              <a:ext uri="{FF2B5EF4-FFF2-40B4-BE49-F238E27FC236}">
                <a16:creationId xmlns:a16="http://schemas.microsoft.com/office/drawing/2014/main" id="{BE6EFF5A-6B63-0DBA-7FE5-5FEB18619203}"/>
              </a:ext>
            </a:extLst>
          </p:cNvPr>
          <p:cNvSpPr txBox="1">
            <a:spLocks/>
          </p:cNvSpPr>
          <p:nvPr/>
        </p:nvSpPr>
        <p:spPr>
          <a:xfrm>
            <a:off x="90521" y="26512"/>
            <a:ext cx="2480088" cy="6000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000" dirty="0">
                <a:solidFill>
                  <a:schemeClr val="accent2"/>
                </a:solidFill>
              </a:rPr>
              <a:t>To sum up..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EC8F6E-CB55-D33E-D5FE-8E0B295FEDF8}"/>
              </a:ext>
            </a:extLst>
          </p:cNvPr>
          <p:cNvSpPr txBox="1"/>
          <p:nvPr/>
        </p:nvSpPr>
        <p:spPr>
          <a:xfrm>
            <a:off x="9140069" y="52859"/>
            <a:ext cx="3010768" cy="535531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RQ5: How do </a:t>
            </a:r>
            <a:r>
              <a:rPr lang="en-US" b="1" i="1" dirty="0"/>
              <a:t>users</a:t>
            </a:r>
            <a:r>
              <a:rPr lang="en-US" dirty="0"/>
              <a:t> </a:t>
            </a:r>
            <a:r>
              <a:rPr lang="en-US" b="1" i="1" dirty="0"/>
              <a:t>perceive the usefulness and interpretability </a:t>
            </a:r>
            <a:r>
              <a:rPr lang="en-US" dirty="0"/>
              <a:t>of these responses for the EDA task completion?</a:t>
            </a:r>
          </a:p>
          <a:p>
            <a:pPr lvl="0">
              <a:lnSpc>
                <a:spcPct val="100000"/>
              </a:lnSpc>
            </a:pPr>
            <a:br>
              <a:rPr lang="en-US" sz="1800" dirty="0"/>
            </a:br>
            <a:br>
              <a:rPr lang="en-US" sz="1800" dirty="0"/>
            </a:br>
            <a:r>
              <a:rPr lang="en-US" dirty="0"/>
              <a:t>Perceived Usefulness: How smoothly the collaborative dialogue unfolds after user asks for clarification and the system responds.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Perceived Interpretability:  The extent to which the group moves toward a substantial, coherent, and evidence-based conclusion to the open ended EDA task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128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8" grpId="0"/>
      <p:bldP spid="11" grpId="0"/>
      <p:bldP spid="12" grpId="0"/>
      <p:bldP spid="14" grpId="0"/>
      <p:bldP spid="16" grpId="0"/>
      <p:bldP spid="18" grpId="0"/>
      <p:bldP spid="4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EC78E9-E037-8ECF-FC40-178A9D3E5FFF}"/>
              </a:ext>
            </a:extLst>
          </p:cNvPr>
          <p:cNvSpPr txBox="1"/>
          <p:nvPr/>
        </p:nvSpPr>
        <p:spPr>
          <a:xfrm>
            <a:off x="326396" y="-38797"/>
            <a:ext cx="117130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accent5"/>
                </a:solidFill>
                <a:latin typeface="+mj-lt"/>
              </a:rPr>
              <a:t>Conclusion: </a:t>
            </a:r>
            <a:r>
              <a:rPr lang="en-US" sz="3000" dirty="0">
                <a:latin typeface="+mj-lt"/>
              </a:rPr>
              <a:t>Conversational Assistants for Collaborative Data Exploration</a:t>
            </a:r>
          </a:p>
        </p:txBody>
      </p:sp>
      <p:grpSp>
        <p:nvGrpSpPr>
          <p:cNvPr id="5" name="Google Shape;630;p30">
            <a:extLst>
              <a:ext uri="{FF2B5EF4-FFF2-40B4-BE49-F238E27FC236}">
                <a16:creationId xmlns:a16="http://schemas.microsoft.com/office/drawing/2014/main" id="{6F9C0499-EB84-1A5D-E68A-A5AF4400AB9E}"/>
              </a:ext>
            </a:extLst>
          </p:cNvPr>
          <p:cNvGrpSpPr/>
          <p:nvPr/>
        </p:nvGrpSpPr>
        <p:grpSpPr>
          <a:xfrm>
            <a:off x="759893" y="1959256"/>
            <a:ext cx="11012129" cy="2722053"/>
            <a:chOff x="0" y="1809612"/>
            <a:chExt cx="9146877" cy="2337688"/>
          </a:xfrm>
        </p:grpSpPr>
        <p:sp>
          <p:nvSpPr>
            <p:cNvPr id="6" name="Google Shape;631;p30">
              <a:extLst>
                <a:ext uri="{FF2B5EF4-FFF2-40B4-BE49-F238E27FC236}">
                  <a16:creationId xmlns:a16="http://schemas.microsoft.com/office/drawing/2014/main" id="{7059403F-9C12-7CF9-D562-F1B3DEDC5A12}"/>
                </a:ext>
              </a:extLst>
            </p:cNvPr>
            <p:cNvSpPr/>
            <p:nvPr/>
          </p:nvSpPr>
          <p:spPr>
            <a:xfrm rot="-5400000">
              <a:off x="1257401" y="552211"/>
              <a:ext cx="2337688" cy="4852491"/>
            </a:xfrm>
            <a:custGeom>
              <a:avLst/>
              <a:gdLst/>
              <a:ahLst/>
              <a:cxnLst/>
              <a:rect l="l" t="t" r="r" b="b"/>
              <a:pathLst>
                <a:path w="4216" h="11022" extrusionOk="0">
                  <a:moveTo>
                    <a:pt x="2492" y="11021"/>
                  </a:moveTo>
                  <a:lnTo>
                    <a:pt x="1982" y="11021"/>
                  </a:lnTo>
                  <a:lnTo>
                    <a:pt x="1982" y="8848"/>
                  </a:lnTo>
                  <a:lnTo>
                    <a:pt x="1982" y="8848"/>
                  </a:lnTo>
                  <a:cubicBezTo>
                    <a:pt x="1982" y="8790"/>
                    <a:pt x="1935" y="8742"/>
                    <a:pt x="1877" y="8742"/>
                  </a:cubicBezTo>
                  <a:lnTo>
                    <a:pt x="614" y="8742"/>
                  </a:lnTo>
                  <a:lnTo>
                    <a:pt x="614" y="8742"/>
                  </a:lnTo>
                  <a:cubicBezTo>
                    <a:pt x="275" y="8742"/>
                    <a:pt x="0" y="8467"/>
                    <a:pt x="0" y="8128"/>
                  </a:cubicBezTo>
                  <a:lnTo>
                    <a:pt x="0" y="6600"/>
                  </a:lnTo>
                  <a:lnTo>
                    <a:pt x="0" y="6600"/>
                  </a:lnTo>
                  <a:cubicBezTo>
                    <a:pt x="0" y="6261"/>
                    <a:pt x="275" y="5986"/>
                    <a:pt x="614" y="5986"/>
                  </a:cubicBezTo>
                  <a:lnTo>
                    <a:pt x="1872" y="5986"/>
                  </a:lnTo>
                  <a:lnTo>
                    <a:pt x="1872" y="5986"/>
                  </a:lnTo>
                  <a:cubicBezTo>
                    <a:pt x="1930" y="5986"/>
                    <a:pt x="1977" y="5938"/>
                    <a:pt x="1977" y="5881"/>
                  </a:cubicBezTo>
                  <a:lnTo>
                    <a:pt x="1977" y="4577"/>
                  </a:lnTo>
                  <a:lnTo>
                    <a:pt x="1977" y="4577"/>
                  </a:lnTo>
                  <a:cubicBezTo>
                    <a:pt x="1977" y="4239"/>
                    <a:pt x="2252" y="3963"/>
                    <a:pt x="2591" y="3963"/>
                  </a:cubicBezTo>
                  <a:lnTo>
                    <a:pt x="3600" y="3963"/>
                  </a:lnTo>
                  <a:lnTo>
                    <a:pt x="3600" y="3963"/>
                  </a:lnTo>
                  <a:cubicBezTo>
                    <a:pt x="3658" y="3963"/>
                    <a:pt x="3704" y="3916"/>
                    <a:pt x="3704" y="3858"/>
                  </a:cubicBezTo>
                  <a:lnTo>
                    <a:pt x="3704" y="2191"/>
                  </a:lnTo>
                  <a:lnTo>
                    <a:pt x="3704" y="2191"/>
                  </a:lnTo>
                  <a:cubicBezTo>
                    <a:pt x="3704" y="2133"/>
                    <a:pt x="3658" y="2087"/>
                    <a:pt x="3600" y="2087"/>
                  </a:cubicBezTo>
                  <a:lnTo>
                    <a:pt x="2591" y="2087"/>
                  </a:lnTo>
                  <a:lnTo>
                    <a:pt x="2591" y="2087"/>
                  </a:lnTo>
                  <a:cubicBezTo>
                    <a:pt x="2252" y="2087"/>
                    <a:pt x="1977" y="1811"/>
                    <a:pt x="1977" y="1472"/>
                  </a:cubicBezTo>
                  <a:lnTo>
                    <a:pt x="1977" y="0"/>
                  </a:lnTo>
                  <a:lnTo>
                    <a:pt x="2487" y="0"/>
                  </a:lnTo>
                  <a:lnTo>
                    <a:pt x="2487" y="1472"/>
                  </a:lnTo>
                  <a:lnTo>
                    <a:pt x="2487" y="1472"/>
                  </a:lnTo>
                  <a:cubicBezTo>
                    <a:pt x="2487" y="1530"/>
                    <a:pt x="2533" y="1577"/>
                    <a:pt x="2591" y="1577"/>
                  </a:cubicBezTo>
                  <a:lnTo>
                    <a:pt x="3600" y="1577"/>
                  </a:lnTo>
                  <a:lnTo>
                    <a:pt x="3600" y="1577"/>
                  </a:lnTo>
                  <a:cubicBezTo>
                    <a:pt x="3939" y="1577"/>
                    <a:pt x="4215" y="1852"/>
                    <a:pt x="4215" y="2191"/>
                  </a:cubicBezTo>
                  <a:lnTo>
                    <a:pt x="4215" y="3858"/>
                  </a:lnTo>
                  <a:lnTo>
                    <a:pt x="4215" y="3858"/>
                  </a:lnTo>
                  <a:cubicBezTo>
                    <a:pt x="4215" y="4197"/>
                    <a:pt x="3939" y="4473"/>
                    <a:pt x="3600" y="4473"/>
                  </a:cubicBezTo>
                  <a:lnTo>
                    <a:pt x="2591" y="4473"/>
                  </a:lnTo>
                  <a:lnTo>
                    <a:pt x="2591" y="4473"/>
                  </a:lnTo>
                  <a:cubicBezTo>
                    <a:pt x="2533" y="4473"/>
                    <a:pt x="2487" y="4520"/>
                    <a:pt x="2487" y="4577"/>
                  </a:cubicBezTo>
                  <a:lnTo>
                    <a:pt x="2487" y="5881"/>
                  </a:lnTo>
                  <a:lnTo>
                    <a:pt x="2487" y="5881"/>
                  </a:lnTo>
                  <a:cubicBezTo>
                    <a:pt x="2487" y="6220"/>
                    <a:pt x="2211" y="6495"/>
                    <a:pt x="1872" y="6495"/>
                  </a:cubicBezTo>
                  <a:lnTo>
                    <a:pt x="614" y="6495"/>
                  </a:lnTo>
                  <a:lnTo>
                    <a:pt x="614" y="6495"/>
                  </a:lnTo>
                  <a:cubicBezTo>
                    <a:pt x="556" y="6495"/>
                    <a:pt x="509" y="6542"/>
                    <a:pt x="509" y="6600"/>
                  </a:cubicBezTo>
                  <a:lnTo>
                    <a:pt x="509" y="8128"/>
                  </a:lnTo>
                  <a:lnTo>
                    <a:pt x="509" y="8128"/>
                  </a:lnTo>
                  <a:cubicBezTo>
                    <a:pt x="509" y="8186"/>
                    <a:pt x="556" y="8233"/>
                    <a:pt x="614" y="8233"/>
                  </a:cubicBezTo>
                  <a:lnTo>
                    <a:pt x="1877" y="8233"/>
                  </a:lnTo>
                  <a:lnTo>
                    <a:pt x="1877" y="8233"/>
                  </a:lnTo>
                  <a:cubicBezTo>
                    <a:pt x="2216" y="8233"/>
                    <a:pt x="2492" y="8509"/>
                    <a:pt x="2492" y="8848"/>
                  </a:cubicBezTo>
                  <a:lnTo>
                    <a:pt x="2492" y="1102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7F7F7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7" name="Google Shape;632;p30">
              <a:extLst>
                <a:ext uri="{FF2B5EF4-FFF2-40B4-BE49-F238E27FC236}">
                  <a16:creationId xmlns:a16="http://schemas.microsoft.com/office/drawing/2014/main" id="{F53A934F-7922-0EE4-8705-18026EEB79E4}"/>
                </a:ext>
              </a:extLst>
            </p:cNvPr>
            <p:cNvSpPr/>
            <p:nvPr/>
          </p:nvSpPr>
          <p:spPr>
            <a:xfrm rot="-5400000">
              <a:off x="1389497" y="547745"/>
              <a:ext cx="2082903" cy="4861893"/>
            </a:xfrm>
            <a:custGeom>
              <a:avLst/>
              <a:gdLst/>
              <a:ahLst/>
              <a:cxnLst/>
              <a:rect l="l" t="t" r="r" b="b"/>
              <a:pathLst>
                <a:path w="2579447" h="7567148" extrusionOk="0">
                  <a:moveTo>
                    <a:pt x="1362753" y="7513311"/>
                  </a:moveTo>
                  <a:lnTo>
                    <a:pt x="1398380" y="7513311"/>
                  </a:lnTo>
                  <a:lnTo>
                    <a:pt x="1398380" y="7567148"/>
                  </a:lnTo>
                  <a:lnTo>
                    <a:pt x="1362753" y="7567148"/>
                  </a:lnTo>
                  <a:close/>
                  <a:moveTo>
                    <a:pt x="1362753" y="7092372"/>
                  </a:moveTo>
                  <a:lnTo>
                    <a:pt x="1398380" y="7092372"/>
                  </a:lnTo>
                  <a:lnTo>
                    <a:pt x="1398380" y="7303666"/>
                  </a:lnTo>
                  <a:lnTo>
                    <a:pt x="1362753" y="7303666"/>
                  </a:lnTo>
                  <a:close/>
                  <a:moveTo>
                    <a:pt x="1362753" y="6674461"/>
                  </a:moveTo>
                  <a:lnTo>
                    <a:pt x="1398380" y="6674461"/>
                  </a:lnTo>
                  <a:lnTo>
                    <a:pt x="1398380" y="6885755"/>
                  </a:lnTo>
                  <a:lnTo>
                    <a:pt x="1362753" y="6885755"/>
                  </a:lnTo>
                  <a:close/>
                  <a:moveTo>
                    <a:pt x="1362753" y="6253521"/>
                  </a:moveTo>
                  <a:lnTo>
                    <a:pt x="1398380" y="6253521"/>
                  </a:lnTo>
                  <a:lnTo>
                    <a:pt x="1398380" y="6464815"/>
                  </a:lnTo>
                  <a:lnTo>
                    <a:pt x="1362753" y="6464815"/>
                  </a:lnTo>
                  <a:close/>
                  <a:moveTo>
                    <a:pt x="1279160" y="5856807"/>
                  </a:moveTo>
                  <a:cubicBezTo>
                    <a:pt x="1342801" y="5899510"/>
                    <a:pt x="1385689" y="5967008"/>
                    <a:pt x="1395373" y="6042771"/>
                  </a:cubicBezTo>
                  <a:lnTo>
                    <a:pt x="1360094" y="6046903"/>
                  </a:lnTo>
                  <a:cubicBezTo>
                    <a:pt x="1351793" y="5981472"/>
                    <a:pt x="1315131" y="5922928"/>
                    <a:pt x="1259791" y="5885735"/>
                  </a:cubicBezTo>
                  <a:close/>
                  <a:moveTo>
                    <a:pt x="857021" y="5811381"/>
                  </a:moveTo>
                  <a:lnTo>
                    <a:pt x="1068315" y="5811381"/>
                  </a:lnTo>
                  <a:lnTo>
                    <a:pt x="1068315" y="5847022"/>
                  </a:lnTo>
                  <a:lnTo>
                    <a:pt x="857021" y="5847022"/>
                  </a:lnTo>
                  <a:close/>
                  <a:moveTo>
                    <a:pt x="436083" y="5811381"/>
                  </a:moveTo>
                  <a:lnTo>
                    <a:pt x="647377" y="5811381"/>
                  </a:lnTo>
                  <a:lnTo>
                    <a:pt x="647377" y="5847022"/>
                  </a:lnTo>
                  <a:lnTo>
                    <a:pt x="436083" y="5847022"/>
                  </a:lnTo>
                  <a:close/>
                  <a:moveTo>
                    <a:pt x="71756" y="5705392"/>
                  </a:moveTo>
                  <a:cubicBezTo>
                    <a:pt x="107259" y="5761530"/>
                    <a:pt x="164610" y="5799648"/>
                    <a:pt x="229472" y="5809350"/>
                  </a:cubicBezTo>
                  <a:lnTo>
                    <a:pt x="224693" y="5844003"/>
                  </a:lnTo>
                  <a:cubicBezTo>
                    <a:pt x="149590" y="5832914"/>
                    <a:pt x="83363" y="5789252"/>
                    <a:pt x="42398" y="5724105"/>
                  </a:cubicBezTo>
                  <a:close/>
                  <a:moveTo>
                    <a:pt x="0" y="5302622"/>
                  </a:moveTo>
                  <a:lnTo>
                    <a:pt x="35627" y="5302622"/>
                  </a:lnTo>
                  <a:lnTo>
                    <a:pt x="35627" y="5513916"/>
                  </a:lnTo>
                  <a:lnTo>
                    <a:pt x="0" y="5513916"/>
                  </a:lnTo>
                  <a:close/>
                  <a:moveTo>
                    <a:pt x="0" y="4881683"/>
                  </a:moveTo>
                  <a:lnTo>
                    <a:pt x="35627" y="4881683"/>
                  </a:lnTo>
                  <a:lnTo>
                    <a:pt x="35627" y="5092977"/>
                  </a:lnTo>
                  <a:lnTo>
                    <a:pt x="0" y="5092977"/>
                  </a:lnTo>
                  <a:close/>
                  <a:moveTo>
                    <a:pt x="9783" y="4457713"/>
                  </a:moveTo>
                  <a:lnTo>
                    <a:pt x="44725" y="4467361"/>
                  </a:lnTo>
                  <a:cubicBezTo>
                    <a:pt x="38435" y="4488035"/>
                    <a:pt x="34941" y="4509399"/>
                    <a:pt x="34941" y="4531451"/>
                  </a:cubicBezTo>
                  <a:lnTo>
                    <a:pt x="34941" y="4672035"/>
                  </a:lnTo>
                  <a:lnTo>
                    <a:pt x="0" y="4672035"/>
                  </a:lnTo>
                  <a:lnTo>
                    <a:pt x="0" y="4531451"/>
                  </a:lnTo>
                  <a:cubicBezTo>
                    <a:pt x="0" y="4505953"/>
                    <a:pt x="3494" y="4481833"/>
                    <a:pt x="9783" y="4457713"/>
                  </a:cubicBezTo>
                  <a:close/>
                  <a:moveTo>
                    <a:pt x="264435" y="4266929"/>
                  </a:moveTo>
                  <a:lnTo>
                    <a:pt x="365739" y="4266929"/>
                  </a:lnTo>
                  <a:lnTo>
                    <a:pt x="365739" y="4301864"/>
                  </a:lnTo>
                  <a:lnTo>
                    <a:pt x="264435" y="4301864"/>
                  </a:lnTo>
                  <a:cubicBezTo>
                    <a:pt x="229978" y="4301864"/>
                    <a:pt x="196900" y="4309399"/>
                    <a:pt x="166578" y="4323783"/>
                  </a:cubicBezTo>
                  <a:lnTo>
                    <a:pt x="151417" y="4292274"/>
                  </a:lnTo>
                  <a:cubicBezTo>
                    <a:pt x="187252" y="4275149"/>
                    <a:pt x="225155" y="4266929"/>
                    <a:pt x="264435" y="4266929"/>
                  </a:cubicBezTo>
                  <a:close/>
                  <a:moveTo>
                    <a:pt x="575386" y="4266927"/>
                  </a:moveTo>
                  <a:lnTo>
                    <a:pt x="786679" y="4266927"/>
                  </a:lnTo>
                  <a:lnTo>
                    <a:pt x="786679" y="4302568"/>
                  </a:lnTo>
                  <a:lnTo>
                    <a:pt x="575386" y="4302568"/>
                  </a:lnTo>
                  <a:close/>
                  <a:moveTo>
                    <a:pt x="1199660" y="4257843"/>
                  </a:moveTo>
                  <a:lnTo>
                    <a:pt x="1210651" y="4289907"/>
                  </a:lnTo>
                  <a:cubicBezTo>
                    <a:pt x="1183860" y="4297923"/>
                    <a:pt x="1157070" y="4302599"/>
                    <a:pt x="1128905" y="4302599"/>
                  </a:cubicBezTo>
                  <a:lnTo>
                    <a:pt x="996325" y="4302599"/>
                  </a:lnTo>
                  <a:lnTo>
                    <a:pt x="996325" y="4268531"/>
                  </a:lnTo>
                  <a:lnTo>
                    <a:pt x="1128905" y="4268531"/>
                  </a:lnTo>
                  <a:cubicBezTo>
                    <a:pt x="1153635" y="4268531"/>
                    <a:pt x="1176991" y="4264523"/>
                    <a:pt x="1199660" y="4257843"/>
                  </a:cubicBezTo>
                  <a:close/>
                  <a:moveTo>
                    <a:pt x="1357158" y="3930782"/>
                  </a:moveTo>
                  <a:lnTo>
                    <a:pt x="1392348" y="3930782"/>
                  </a:lnTo>
                  <a:lnTo>
                    <a:pt x="1392348" y="4040005"/>
                  </a:lnTo>
                  <a:cubicBezTo>
                    <a:pt x="1392348" y="4076413"/>
                    <a:pt x="1384758" y="4112133"/>
                    <a:pt x="1370268" y="4145106"/>
                  </a:cubicBezTo>
                  <a:lnTo>
                    <a:pt x="1338528" y="4131367"/>
                  </a:lnTo>
                  <a:cubicBezTo>
                    <a:pt x="1350948" y="4102516"/>
                    <a:pt x="1357158" y="4071604"/>
                    <a:pt x="1357158" y="4040005"/>
                  </a:cubicBezTo>
                  <a:close/>
                  <a:moveTo>
                    <a:pt x="1356697" y="3509846"/>
                  </a:moveTo>
                  <a:lnTo>
                    <a:pt x="1392338" y="3509846"/>
                  </a:lnTo>
                  <a:lnTo>
                    <a:pt x="1392338" y="3721139"/>
                  </a:lnTo>
                  <a:lnTo>
                    <a:pt x="1356697" y="3721139"/>
                  </a:lnTo>
                  <a:close/>
                  <a:moveTo>
                    <a:pt x="1363058" y="3085878"/>
                  </a:moveTo>
                  <a:lnTo>
                    <a:pt x="1398388" y="3093458"/>
                  </a:lnTo>
                  <a:cubicBezTo>
                    <a:pt x="1394855" y="3109308"/>
                    <a:pt x="1392735" y="3126537"/>
                    <a:pt x="1392735" y="3142387"/>
                  </a:cubicBezTo>
                  <a:lnTo>
                    <a:pt x="1392735" y="3300201"/>
                  </a:lnTo>
                  <a:lnTo>
                    <a:pt x="1356698" y="3300201"/>
                  </a:lnTo>
                  <a:lnTo>
                    <a:pt x="1356698" y="3142387"/>
                  </a:lnTo>
                  <a:cubicBezTo>
                    <a:pt x="1356698" y="3123780"/>
                    <a:pt x="1358818" y="3104485"/>
                    <a:pt x="1363058" y="3085878"/>
                  </a:cubicBezTo>
                  <a:close/>
                  <a:moveTo>
                    <a:pt x="1916941" y="2879948"/>
                  </a:moveTo>
                  <a:lnTo>
                    <a:pt x="2128235" y="2879948"/>
                  </a:lnTo>
                  <a:lnTo>
                    <a:pt x="2128235" y="2915589"/>
                  </a:lnTo>
                  <a:lnTo>
                    <a:pt x="1916941" y="2915589"/>
                  </a:lnTo>
                  <a:close/>
                  <a:moveTo>
                    <a:pt x="1623900" y="2879948"/>
                  </a:moveTo>
                  <a:lnTo>
                    <a:pt x="1710320" y="2879948"/>
                  </a:lnTo>
                  <a:lnTo>
                    <a:pt x="1710320" y="2914824"/>
                  </a:lnTo>
                  <a:lnTo>
                    <a:pt x="1623900" y="2914824"/>
                  </a:lnTo>
                  <a:cubicBezTo>
                    <a:pt x="1585185" y="2914824"/>
                    <a:pt x="1546469" y="2924397"/>
                    <a:pt x="1512592" y="2942861"/>
                  </a:cubicBezTo>
                  <a:lnTo>
                    <a:pt x="1496000" y="2912772"/>
                  </a:lnTo>
                  <a:cubicBezTo>
                    <a:pt x="1534716" y="2890890"/>
                    <a:pt x="1579654" y="2879948"/>
                    <a:pt x="1623900" y="2879948"/>
                  </a:cubicBezTo>
                  <a:close/>
                  <a:moveTo>
                    <a:pt x="2499695" y="2786070"/>
                  </a:moveTo>
                  <a:lnTo>
                    <a:pt x="2527974" y="2806850"/>
                  </a:lnTo>
                  <a:cubicBezTo>
                    <a:pt x="2483142" y="2868496"/>
                    <a:pt x="2413479" y="2908669"/>
                    <a:pt x="2337609" y="2915596"/>
                  </a:cubicBezTo>
                  <a:lnTo>
                    <a:pt x="2334850" y="2880271"/>
                  </a:lnTo>
                  <a:cubicBezTo>
                    <a:pt x="2400374" y="2874037"/>
                    <a:pt x="2460381" y="2840097"/>
                    <a:pt x="2499695" y="2786070"/>
                  </a:cubicBezTo>
                  <a:close/>
                  <a:moveTo>
                    <a:pt x="2543806" y="2386331"/>
                  </a:moveTo>
                  <a:lnTo>
                    <a:pt x="2579447" y="2386331"/>
                  </a:lnTo>
                  <a:lnTo>
                    <a:pt x="2579447" y="2597624"/>
                  </a:lnTo>
                  <a:lnTo>
                    <a:pt x="2543806" y="2597624"/>
                  </a:lnTo>
                  <a:close/>
                  <a:moveTo>
                    <a:pt x="2543806" y="1965389"/>
                  </a:moveTo>
                  <a:lnTo>
                    <a:pt x="2579447" y="1965389"/>
                  </a:lnTo>
                  <a:lnTo>
                    <a:pt x="2579447" y="2173663"/>
                  </a:lnTo>
                  <a:lnTo>
                    <a:pt x="2543806" y="2173663"/>
                  </a:lnTo>
                  <a:close/>
                  <a:moveTo>
                    <a:pt x="2543806" y="1544452"/>
                  </a:moveTo>
                  <a:lnTo>
                    <a:pt x="2579447" y="1544452"/>
                  </a:lnTo>
                  <a:lnTo>
                    <a:pt x="2579447" y="1755745"/>
                  </a:lnTo>
                  <a:lnTo>
                    <a:pt x="2543806" y="1755745"/>
                  </a:lnTo>
                  <a:close/>
                  <a:moveTo>
                    <a:pt x="2323422" y="1241616"/>
                  </a:moveTo>
                  <a:cubicBezTo>
                    <a:pt x="2398867" y="1243664"/>
                    <a:pt x="2470197" y="1278481"/>
                    <a:pt x="2518893" y="1337191"/>
                  </a:cubicBezTo>
                  <a:lnTo>
                    <a:pt x="2492144" y="1359037"/>
                  </a:lnTo>
                  <a:cubicBezTo>
                    <a:pt x="2449621" y="1308518"/>
                    <a:pt x="2387893" y="1277798"/>
                    <a:pt x="2322736" y="1275750"/>
                  </a:cubicBezTo>
                  <a:close/>
                  <a:moveTo>
                    <a:pt x="1901800" y="1241616"/>
                  </a:moveTo>
                  <a:lnTo>
                    <a:pt x="2113093" y="1241616"/>
                  </a:lnTo>
                  <a:lnTo>
                    <a:pt x="2113093" y="1277257"/>
                  </a:lnTo>
                  <a:lnTo>
                    <a:pt x="1901800" y="1277257"/>
                  </a:lnTo>
                  <a:close/>
                  <a:moveTo>
                    <a:pt x="1499322" y="1205275"/>
                  </a:moveTo>
                  <a:cubicBezTo>
                    <a:pt x="1535565" y="1227591"/>
                    <a:pt x="1577961" y="1239763"/>
                    <a:pt x="1621042" y="1239763"/>
                  </a:cubicBezTo>
                  <a:lnTo>
                    <a:pt x="1692159" y="1239763"/>
                  </a:lnTo>
                  <a:lnTo>
                    <a:pt x="1692159" y="1274250"/>
                  </a:lnTo>
                  <a:lnTo>
                    <a:pt x="1621042" y="1274250"/>
                  </a:lnTo>
                  <a:cubicBezTo>
                    <a:pt x="1571123" y="1274250"/>
                    <a:pt x="1522572" y="1260050"/>
                    <a:pt x="1480859" y="1234353"/>
                  </a:cubicBezTo>
                  <a:close/>
                  <a:moveTo>
                    <a:pt x="1356698" y="838847"/>
                  </a:moveTo>
                  <a:lnTo>
                    <a:pt x="1392550" y="838847"/>
                  </a:lnTo>
                  <a:lnTo>
                    <a:pt x="1392550" y="1009118"/>
                  </a:lnTo>
                  <a:cubicBezTo>
                    <a:pt x="1392550" y="1021427"/>
                    <a:pt x="1393956" y="1033736"/>
                    <a:pt x="1395362" y="1045361"/>
                  </a:cubicBezTo>
                  <a:lnTo>
                    <a:pt x="1360213" y="1050147"/>
                  </a:lnTo>
                  <a:cubicBezTo>
                    <a:pt x="1358104" y="1037155"/>
                    <a:pt x="1356698" y="1022795"/>
                    <a:pt x="1356698" y="1009118"/>
                  </a:cubicBezTo>
                  <a:close/>
                  <a:moveTo>
                    <a:pt x="1356697" y="420933"/>
                  </a:moveTo>
                  <a:lnTo>
                    <a:pt x="1392338" y="420933"/>
                  </a:lnTo>
                  <a:lnTo>
                    <a:pt x="1392338" y="629207"/>
                  </a:lnTo>
                  <a:lnTo>
                    <a:pt x="1356697" y="629207"/>
                  </a:lnTo>
                  <a:close/>
                  <a:moveTo>
                    <a:pt x="1356697" y="0"/>
                  </a:moveTo>
                  <a:lnTo>
                    <a:pt x="1392338" y="0"/>
                  </a:lnTo>
                  <a:lnTo>
                    <a:pt x="1392338" y="211294"/>
                  </a:lnTo>
                  <a:lnTo>
                    <a:pt x="1356697" y="2112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7F7F7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8" name="Google Shape;633;p30">
              <a:extLst>
                <a:ext uri="{FF2B5EF4-FFF2-40B4-BE49-F238E27FC236}">
                  <a16:creationId xmlns:a16="http://schemas.microsoft.com/office/drawing/2014/main" id="{C71519A7-6084-3C5F-2DE4-325C511C2CCE}"/>
                </a:ext>
              </a:extLst>
            </p:cNvPr>
            <p:cNvSpPr/>
            <p:nvPr/>
          </p:nvSpPr>
          <p:spPr>
            <a:xfrm rot="-5400000">
              <a:off x="5542383" y="552211"/>
              <a:ext cx="2337688" cy="4852491"/>
            </a:xfrm>
            <a:custGeom>
              <a:avLst/>
              <a:gdLst/>
              <a:ahLst/>
              <a:cxnLst/>
              <a:rect l="l" t="t" r="r" b="b"/>
              <a:pathLst>
                <a:path w="4216" h="11022" extrusionOk="0">
                  <a:moveTo>
                    <a:pt x="2492" y="11021"/>
                  </a:moveTo>
                  <a:lnTo>
                    <a:pt x="1982" y="11021"/>
                  </a:lnTo>
                  <a:lnTo>
                    <a:pt x="1982" y="8848"/>
                  </a:lnTo>
                  <a:lnTo>
                    <a:pt x="1982" y="8848"/>
                  </a:lnTo>
                  <a:cubicBezTo>
                    <a:pt x="1982" y="8790"/>
                    <a:pt x="1935" y="8742"/>
                    <a:pt x="1877" y="8742"/>
                  </a:cubicBezTo>
                  <a:lnTo>
                    <a:pt x="614" y="8742"/>
                  </a:lnTo>
                  <a:lnTo>
                    <a:pt x="614" y="8742"/>
                  </a:lnTo>
                  <a:cubicBezTo>
                    <a:pt x="275" y="8742"/>
                    <a:pt x="0" y="8467"/>
                    <a:pt x="0" y="8128"/>
                  </a:cubicBezTo>
                  <a:lnTo>
                    <a:pt x="0" y="6600"/>
                  </a:lnTo>
                  <a:lnTo>
                    <a:pt x="0" y="6600"/>
                  </a:lnTo>
                  <a:cubicBezTo>
                    <a:pt x="0" y="6261"/>
                    <a:pt x="275" y="5986"/>
                    <a:pt x="614" y="5986"/>
                  </a:cubicBezTo>
                  <a:lnTo>
                    <a:pt x="1872" y="5986"/>
                  </a:lnTo>
                  <a:lnTo>
                    <a:pt x="1872" y="5986"/>
                  </a:lnTo>
                  <a:cubicBezTo>
                    <a:pt x="1930" y="5986"/>
                    <a:pt x="1977" y="5938"/>
                    <a:pt x="1977" y="5881"/>
                  </a:cubicBezTo>
                  <a:lnTo>
                    <a:pt x="1977" y="4577"/>
                  </a:lnTo>
                  <a:lnTo>
                    <a:pt x="1977" y="4577"/>
                  </a:lnTo>
                  <a:cubicBezTo>
                    <a:pt x="1977" y="4239"/>
                    <a:pt x="2252" y="3963"/>
                    <a:pt x="2591" y="3963"/>
                  </a:cubicBezTo>
                  <a:lnTo>
                    <a:pt x="3600" y="3963"/>
                  </a:lnTo>
                  <a:lnTo>
                    <a:pt x="3600" y="3963"/>
                  </a:lnTo>
                  <a:cubicBezTo>
                    <a:pt x="3658" y="3963"/>
                    <a:pt x="3704" y="3916"/>
                    <a:pt x="3704" y="3858"/>
                  </a:cubicBezTo>
                  <a:lnTo>
                    <a:pt x="3704" y="2191"/>
                  </a:lnTo>
                  <a:lnTo>
                    <a:pt x="3704" y="2191"/>
                  </a:lnTo>
                  <a:cubicBezTo>
                    <a:pt x="3704" y="2133"/>
                    <a:pt x="3658" y="2087"/>
                    <a:pt x="3600" y="2087"/>
                  </a:cubicBezTo>
                  <a:lnTo>
                    <a:pt x="2591" y="2087"/>
                  </a:lnTo>
                  <a:lnTo>
                    <a:pt x="2591" y="2087"/>
                  </a:lnTo>
                  <a:cubicBezTo>
                    <a:pt x="2252" y="2087"/>
                    <a:pt x="1977" y="1811"/>
                    <a:pt x="1977" y="1472"/>
                  </a:cubicBezTo>
                  <a:lnTo>
                    <a:pt x="1977" y="0"/>
                  </a:lnTo>
                  <a:lnTo>
                    <a:pt x="2487" y="0"/>
                  </a:lnTo>
                  <a:lnTo>
                    <a:pt x="2487" y="1472"/>
                  </a:lnTo>
                  <a:lnTo>
                    <a:pt x="2487" y="1472"/>
                  </a:lnTo>
                  <a:cubicBezTo>
                    <a:pt x="2487" y="1530"/>
                    <a:pt x="2533" y="1577"/>
                    <a:pt x="2591" y="1577"/>
                  </a:cubicBezTo>
                  <a:lnTo>
                    <a:pt x="3600" y="1577"/>
                  </a:lnTo>
                  <a:lnTo>
                    <a:pt x="3600" y="1577"/>
                  </a:lnTo>
                  <a:cubicBezTo>
                    <a:pt x="3939" y="1577"/>
                    <a:pt x="4215" y="1852"/>
                    <a:pt x="4215" y="2191"/>
                  </a:cubicBezTo>
                  <a:lnTo>
                    <a:pt x="4215" y="3858"/>
                  </a:lnTo>
                  <a:lnTo>
                    <a:pt x="4215" y="3858"/>
                  </a:lnTo>
                  <a:cubicBezTo>
                    <a:pt x="4215" y="4197"/>
                    <a:pt x="3939" y="4473"/>
                    <a:pt x="3600" y="4473"/>
                  </a:cubicBezTo>
                  <a:lnTo>
                    <a:pt x="2591" y="4473"/>
                  </a:lnTo>
                  <a:lnTo>
                    <a:pt x="2591" y="4473"/>
                  </a:lnTo>
                  <a:cubicBezTo>
                    <a:pt x="2533" y="4473"/>
                    <a:pt x="2487" y="4520"/>
                    <a:pt x="2487" y="4577"/>
                  </a:cubicBezTo>
                  <a:lnTo>
                    <a:pt x="2487" y="5881"/>
                  </a:lnTo>
                  <a:lnTo>
                    <a:pt x="2487" y="5881"/>
                  </a:lnTo>
                  <a:cubicBezTo>
                    <a:pt x="2487" y="6220"/>
                    <a:pt x="2211" y="6495"/>
                    <a:pt x="1872" y="6495"/>
                  </a:cubicBezTo>
                  <a:lnTo>
                    <a:pt x="614" y="6495"/>
                  </a:lnTo>
                  <a:lnTo>
                    <a:pt x="614" y="6495"/>
                  </a:lnTo>
                  <a:cubicBezTo>
                    <a:pt x="556" y="6495"/>
                    <a:pt x="509" y="6542"/>
                    <a:pt x="509" y="6600"/>
                  </a:cubicBezTo>
                  <a:lnTo>
                    <a:pt x="509" y="8128"/>
                  </a:lnTo>
                  <a:lnTo>
                    <a:pt x="509" y="8128"/>
                  </a:lnTo>
                  <a:cubicBezTo>
                    <a:pt x="509" y="8186"/>
                    <a:pt x="556" y="8233"/>
                    <a:pt x="614" y="8233"/>
                  </a:cubicBezTo>
                  <a:lnTo>
                    <a:pt x="1877" y="8233"/>
                  </a:lnTo>
                  <a:lnTo>
                    <a:pt x="1877" y="8233"/>
                  </a:lnTo>
                  <a:cubicBezTo>
                    <a:pt x="2216" y="8233"/>
                    <a:pt x="2492" y="8509"/>
                    <a:pt x="2492" y="8848"/>
                  </a:cubicBezTo>
                  <a:lnTo>
                    <a:pt x="2492" y="1102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7F7F7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9" name="Google Shape;634;p30">
              <a:extLst>
                <a:ext uri="{FF2B5EF4-FFF2-40B4-BE49-F238E27FC236}">
                  <a16:creationId xmlns:a16="http://schemas.microsoft.com/office/drawing/2014/main" id="{573E459D-3753-5BE1-9B67-73CC6C34577D}"/>
                </a:ext>
              </a:extLst>
            </p:cNvPr>
            <p:cNvSpPr/>
            <p:nvPr/>
          </p:nvSpPr>
          <p:spPr>
            <a:xfrm rot="-5400000">
              <a:off x="5674479" y="547745"/>
              <a:ext cx="2082903" cy="4861893"/>
            </a:xfrm>
            <a:custGeom>
              <a:avLst/>
              <a:gdLst/>
              <a:ahLst/>
              <a:cxnLst/>
              <a:rect l="l" t="t" r="r" b="b"/>
              <a:pathLst>
                <a:path w="2579447" h="7567148" extrusionOk="0">
                  <a:moveTo>
                    <a:pt x="1362753" y="7513311"/>
                  </a:moveTo>
                  <a:lnTo>
                    <a:pt x="1398380" y="7513311"/>
                  </a:lnTo>
                  <a:lnTo>
                    <a:pt x="1398380" y="7567148"/>
                  </a:lnTo>
                  <a:lnTo>
                    <a:pt x="1362753" y="7567148"/>
                  </a:lnTo>
                  <a:close/>
                  <a:moveTo>
                    <a:pt x="1362753" y="7092372"/>
                  </a:moveTo>
                  <a:lnTo>
                    <a:pt x="1398380" y="7092372"/>
                  </a:lnTo>
                  <a:lnTo>
                    <a:pt x="1398380" y="7303666"/>
                  </a:lnTo>
                  <a:lnTo>
                    <a:pt x="1362753" y="7303666"/>
                  </a:lnTo>
                  <a:close/>
                  <a:moveTo>
                    <a:pt x="1362753" y="6674461"/>
                  </a:moveTo>
                  <a:lnTo>
                    <a:pt x="1398380" y="6674461"/>
                  </a:lnTo>
                  <a:lnTo>
                    <a:pt x="1398380" y="6885755"/>
                  </a:lnTo>
                  <a:lnTo>
                    <a:pt x="1362753" y="6885755"/>
                  </a:lnTo>
                  <a:close/>
                  <a:moveTo>
                    <a:pt x="1362753" y="6253521"/>
                  </a:moveTo>
                  <a:lnTo>
                    <a:pt x="1398380" y="6253521"/>
                  </a:lnTo>
                  <a:lnTo>
                    <a:pt x="1398380" y="6464815"/>
                  </a:lnTo>
                  <a:lnTo>
                    <a:pt x="1362753" y="6464815"/>
                  </a:lnTo>
                  <a:close/>
                  <a:moveTo>
                    <a:pt x="1279160" y="5856807"/>
                  </a:moveTo>
                  <a:cubicBezTo>
                    <a:pt x="1342801" y="5899510"/>
                    <a:pt x="1385689" y="5967008"/>
                    <a:pt x="1395373" y="6042771"/>
                  </a:cubicBezTo>
                  <a:lnTo>
                    <a:pt x="1360094" y="6046903"/>
                  </a:lnTo>
                  <a:cubicBezTo>
                    <a:pt x="1351793" y="5981472"/>
                    <a:pt x="1315131" y="5922928"/>
                    <a:pt x="1259791" y="5885735"/>
                  </a:cubicBezTo>
                  <a:close/>
                  <a:moveTo>
                    <a:pt x="857021" y="5811381"/>
                  </a:moveTo>
                  <a:lnTo>
                    <a:pt x="1068315" y="5811381"/>
                  </a:lnTo>
                  <a:lnTo>
                    <a:pt x="1068315" y="5847022"/>
                  </a:lnTo>
                  <a:lnTo>
                    <a:pt x="857021" y="5847022"/>
                  </a:lnTo>
                  <a:close/>
                  <a:moveTo>
                    <a:pt x="436083" y="5811381"/>
                  </a:moveTo>
                  <a:lnTo>
                    <a:pt x="647377" y="5811381"/>
                  </a:lnTo>
                  <a:lnTo>
                    <a:pt x="647377" y="5847022"/>
                  </a:lnTo>
                  <a:lnTo>
                    <a:pt x="436083" y="5847022"/>
                  </a:lnTo>
                  <a:close/>
                  <a:moveTo>
                    <a:pt x="71756" y="5705392"/>
                  </a:moveTo>
                  <a:cubicBezTo>
                    <a:pt x="107259" y="5761530"/>
                    <a:pt x="164610" y="5799648"/>
                    <a:pt x="229472" y="5809350"/>
                  </a:cubicBezTo>
                  <a:lnTo>
                    <a:pt x="224693" y="5844003"/>
                  </a:lnTo>
                  <a:cubicBezTo>
                    <a:pt x="149590" y="5832914"/>
                    <a:pt x="83363" y="5789252"/>
                    <a:pt x="42398" y="5724105"/>
                  </a:cubicBezTo>
                  <a:close/>
                  <a:moveTo>
                    <a:pt x="0" y="5302622"/>
                  </a:moveTo>
                  <a:lnTo>
                    <a:pt x="35627" y="5302622"/>
                  </a:lnTo>
                  <a:lnTo>
                    <a:pt x="35627" y="5513916"/>
                  </a:lnTo>
                  <a:lnTo>
                    <a:pt x="0" y="5513916"/>
                  </a:lnTo>
                  <a:close/>
                  <a:moveTo>
                    <a:pt x="0" y="4881683"/>
                  </a:moveTo>
                  <a:lnTo>
                    <a:pt x="35627" y="4881683"/>
                  </a:lnTo>
                  <a:lnTo>
                    <a:pt x="35627" y="5092977"/>
                  </a:lnTo>
                  <a:lnTo>
                    <a:pt x="0" y="5092977"/>
                  </a:lnTo>
                  <a:close/>
                  <a:moveTo>
                    <a:pt x="9783" y="4457713"/>
                  </a:moveTo>
                  <a:lnTo>
                    <a:pt x="44725" y="4467361"/>
                  </a:lnTo>
                  <a:cubicBezTo>
                    <a:pt x="38435" y="4488035"/>
                    <a:pt x="34941" y="4509399"/>
                    <a:pt x="34941" y="4531451"/>
                  </a:cubicBezTo>
                  <a:lnTo>
                    <a:pt x="34941" y="4672035"/>
                  </a:lnTo>
                  <a:lnTo>
                    <a:pt x="0" y="4672035"/>
                  </a:lnTo>
                  <a:lnTo>
                    <a:pt x="0" y="4531451"/>
                  </a:lnTo>
                  <a:cubicBezTo>
                    <a:pt x="0" y="4505953"/>
                    <a:pt x="3494" y="4481833"/>
                    <a:pt x="9783" y="4457713"/>
                  </a:cubicBezTo>
                  <a:close/>
                  <a:moveTo>
                    <a:pt x="264435" y="4266929"/>
                  </a:moveTo>
                  <a:lnTo>
                    <a:pt x="365739" y="4266929"/>
                  </a:lnTo>
                  <a:lnTo>
                    <a:pt x="365739" y="4301864"/>
                  </a:lnTo>
                  <a:lnTo>
                    <a:pt x="264435" y="4301864"/>
                  </a:lnTo>
                  <a:cubicBezTo>
                    <a:pt x="229978" y="4301864"/>
                    <a:pt x="196900" y="4309399"/>
                    <a:pt x="166578" y="4323783"/>
                  </a:cubicBezTo>
                  <a:lnTo>
                    <a:pt x="151417" y="4292274"/>
                  </a:lnTo>
                  <a:cubicBezTo>
                    <a:pt x="187252" y="4275149"/>
                    <a:pt x="225155" y="4266929"/>
                    <a:pt x="264435" y="4266929"/>
                  </a:cubicBezTo>
                  <a:close/>
                  <a:moveTo>
                    <a:pt x="575386" y="4266927"/>
                  </a:moveTo>
                  <a:lnTo>
                    <a:pt x="786679" y="4266927"/>
                  </a:lnTo>
                  <a:lnTo>
                    <a:pt x="786679" y="4302568"/>
                  </a:lnTo>
                  <a:lnTo>
                    <a:pt x="575386" y="4302568"/>
                  </a:lnTo>
                  <a:close/>
                  <a:moveTo>
                    <a:pt x="1199660" y="4257843"/>
                  </a:moveTo>
                  <a:lnTo>
                    <a:pt x="1210651" y="4289907"/>
                  </a:lnTo>
                  <a:cubicBezTo>
                    <a:pt x="1183860" y="4297923"/>
                    <a:pt x="1157070" y="4302599"/>
                    <a:pt x="1128905" y="4302599"/>
                  </a:cubicBezTo>
                  <a:lnTo>
                    <a:pt x="996325" y="4302599"/>
                  </a:lnTo>
                  <a:lnTo>
                    <a:pt x="996325" y="4268531"/>
                  </a:lnTo>
                  <a:lnTo>
                    <a:pt x="1128905" y="4268531"/>
                  </a:lnTo>
                  <a:cubicBezTo>
                    <a:pt x="1153635" y="4268531"/>
                    <a:pt x="1176991" y="4264523"/>
                    <a:pt x="1199660" y="4257843"/>
                  </a:cubicBezTo>
                  <a:close/>
                  <a:moveTo>
                    <a:pt x="1357158" y="3930782"/>
                  </a:moveTo>
                  <a:lnTo>
                    <a:pt x="1392348" y="3930782"/>
                  </a:lnTo>
                  <a:lnTo>
                    <a:pt x="1392348" y="4040005"/>
                  </a:lnTo>
                  <a:cubicBezTo>
                    <a:pt x="1392348" y="4076413"/>
                    <a:pt x="1384758" y="4112133"/>
                    <a:pt x="1370268" y="4145106"/>
                  </a:cubicBezTo>
                  <a:lnTo>
                    <a:pt x="1338528" y="4131367"/>
                  </a:lnTo>
                  <a:cubicBezTo>
                    <a:pt x="1350948" y="4102516"/>
                    <a:pt x="1357158" y="4071604"/>
                    <a:pt x="1357158" y="4040005"/>
                  </a:cubicBezTo>
                  <a:close/>
                  <a:moveTo>
                    <a:pt x="1356697" y="3509846"/>
                  </a:moveTo>
                  <a:lnTo>
                    <a:pt x="1392338" y="3509846"/>
                  </a:lnTo>
                  <a:lnTo>
                    <a:pt x="1392338" y="3721139"/>
                  </a:lnTo>
                  <a:lnTo>
                    <a:pt x="1356697" y="3721139"/>
                  </a:lnTo>
                  <a:close/>
                  <a:moveTo>
                    <a:pt x="1363058" y="3085878"/>
                  </a:moveTo>
                  <a:lnTo>
                    <a:pt x="1398388" y="3093458"/>
                  </a:lnTo>
                  <a:cubicBezTo>
                    <a:pt x="1394855" y="3109308"/>
                    <a:pt x="1392735" y="3126537"/>
                    <a:pt x="1392735" y="3142387"/>
                  </a:cubicBezTo>
                  <a:lnTo>
                    <a:pt x="1392735" y="3300201"/>
                  </a:lnTo>
                  <a:lnTo>
                    <a:pt x="1356698" y="3300201"/>
                  </a:lnTo>
                  <a:lnTo>
                    <a:pt x="1356698" y="3142387"/>
                  </a:lnTo>
                  <a:cubicBezTo>
                    <a:pt x="1356698" y="3123780"/>
                    <a:pt x="1358818" y="3104485"/>
                    <a:pt x="1363058" y="3085878"/>
                  </a:cubicBezTo>
                  <a:close/>
                  <a:moveTo>
                    <a:pt x="1916941" y="2879948"/>
                  </a:moveTo>
                  <a:lnTo>
                    <a:pt x="2128235" y="2879948"/>
                  </a:lnTo>
                  <a:lnTo>
                    <a:pt x="2128235" y="2915589"/>
                  </a:lnTo>
                  <a:lnTo>
                    <a:pt x="1916941" y="2915589"/>
                  </a:lnTo>
                  <a:close/>
                  <a:moveTo>
                    <a:pt x="1623900" y="2879948"/>
                  </a:moveTo>
                  <a:lnTo>
                    <a:pt x="1710320" y="2879948"/>
                  </a:lnTo>
                  <a:lnTo>
                    <a:pt x="1710320" y="2914824"/>
                  </a:lnTo>
                  <a:lnTo>
                    <a:pt x="1623900" y="2914824"/>
                  </a:lnTo>
                  <a:cubicBezTo>
                    <a:pt x="1585185" y="2914824"/>
                    <a:pt x="1546469" y="2924397"/>
                    <a:pt x="1512592" y="2942861"/>
                  </a:cubicBezTo>
                  <a:lnTo>
                    <a:pt x="1496000" y="2912772"/>
                  </a:lnTo>
                  <a:cubicBezTo>
                    <a:pt x="1534716" y="2890890"/>
                    <a:pt x="1579654" y="2879948"/>
                    <a:pt x="1623900" y="2879948"/>
                  </a:cubicBezTo>
                  <a:close/>
                  <a:moveTo>
                    <a:pt x="2499695" y="2786070"/>
                  </a:moveTo>
                  <a:lnTo>
                    <a:pt x="2527974" y="2806850"/>
                  </a:lnTo>
                  <a:cubicBezTo>
                    <a:pt x="2483142" y="2868496"/>
                    <a:pt x="2413479" y="2908669"/>
                    <a:pt x="2337609" y="2915596"/>
                  </a:cubicBezTo>
                  <a:lnTo>
                    <a:pt x="2334850" y="2880271"/>
                  </a:lnTo>
                  <a:cubicBezTo>
                    <a:pt x="2400374" y="2874037"/>
                    <a:pt x="2460381" y="2840097"/>
                    <a:pt x="2499695" y="2786070"/>
                  </a:cubicBezTo>
                  <a:close/>
                  <a:moveTo>
                    <a:pt x="2543806" y="2386331"/>
                  </a:moveTo>
                  <a:lnTo>
                    <a:pt x="2579447" y="2386331"/>
                  </a:lnTo>
                  <a:lnTo>
                    <a:pt x="2579447" y="2597624"/>
                  </a:lnTo>
                  <a:lnTo>
                    <a:pt x="2543806" y="2597624"/>
                  </a:lnTo>
                  <a:close/>
                  <a:moveTo>
                    <a:pt x="2543806" y="1965389"/>
                  </a:moveTo>
                  <a:lnTo>
                    <a:pt x="2579447" y="1965389"/>
                  </a:lnTo>
                  <a:lnTo>
                    <a:pt x="2579447" y="2173663"/>
                  </a:lnTo>
                  <a:lnTo>
                    <a:pt x="2543806" y="2173663"/>
                  </a:lnTo>
                  <a:close/>
                  <a:moveTo>
                    <a:pt x="2543806" y="1544452"/>
                  </a:moveTo>
                  <a:lnTo>
                    <a:pt x="2579447" y="1544452"/>
                  </a:lnTo>
                  <a:lnTo>
                    <a:pt x="2579447" y="1755745"/>
                  </a:lnTo>
                  <a:lnTo>
                    <a:pt x="2543806" y="1755745"/>
                  </a:lnTo>
                  <a:close/>
                  <a:moveTo>
                    <a:pt x="2323422" y="1241616"/>
                  </a:moveTo>
                  <a:cubicBezTo>
                    <a:pt x="2398867" y="1243664"/>
                    <a:pt x="2470197" y="1278481"/>
                    <a:pt x="2518893" y="1337191"/>
                  </a:cubicBezTo>
                  <a:lnTo>
                    <a:pt x="2492144" y="1359037"/>
                  </a:lnTo>
                  <a:cubicBezTo>
                    <a:pt x="2449621" y="1308518"/>
                    <a:pt x="2387893" y="1277798"/>
                    <a:pt x="2322736" y="1275750"/>
                  </a:cubicBezTo>
                  <a:close/>
                  <a:moveTo>
                    <a:pt x="1901800" y="1241616"/>
                  </a:moveTo>
                  <a:lnTo>
                    <a:pt x="2113093" y="1241616"/>
                  </a:lnTo>
                  <a:lnTo>
                    <a:pt x="2113093" y="1277257"/>
                  </a:lnTo>
                  <a:lnTo>
                    <a:pt x="1901800" y="1277257"/>
                  </a:lnTo>
                  <a:close/>
                  <a:moveTo>
                    <a:pt x="1499322" y="1205275"/>
                  </a:moveTo>
                  <a:cubicBezTo>
                    <a:pt x="1535565" y="1227591"/>
                    <a:pt x="1577961" y="1239763"/>
                    <a:pt x="1621042" y="1239763"/>
                  </a:cubicBezTo>
                  <a:lnTo>
                    <a:pt x="1692159" y="1239763"/>
                  </a:lnTo>
                  <a:lnTo>
                    <a:pt x="1692159" y="1274250"/>
                  </a:lnTo>
                  <a:lnTo>
                    <a:pt x="1621042" y="1274250"/>
                  </a:lnTo>
                  <a:cubicBezTo>
                    <a:pt x="1571123" y="1274250"/>
                    <a:pt x="1522572" y="1260050"/>
                    <a:pt x="1480859" y="1234353"/>
                  </a:cubicBezTo>
                  <a:close/>
                  <a:moveTo>
                    <a:pt x="1356698" y="838847"/>
                  </a:moveTo>
                  <a:lnTo>
                    <a:pt x="1392550" y="838847"/>
                  </a:lnTo>
                  <a:lnTo>
                    <a:pt x="1392550" y="1009118"/>
                  </a:lnTo>
                  <a:cubicBezTo>
                    <a:pt x="1392550" y="1021427"/>
                    <a:pt x="1393956" y="1033736"/>
                    <a:pt x="1395362" y="1045361"/>
                  </a:cubicBezTo>
                  <a:lnTo>
                    <a:pt x="1360213" y="1050147"/>
                  </a:lnTo>
                  <a:cubicBezTo>
                    <a:pt x="1358104" y="1037155"/>
                    <a:pt x="1356698" y="1022795"/>
                    <a:pt x="1356698" y="1009118"/>
                  </a:cubicBezTo>
                  <a:close/>
                  <a:moveTo>
                    <a:pt x="1356697" y="420933"/>
                  </a:moveTo>
                  <a:lnTo>
                    <a:pt x="1392338" y="420933"/>
                  </a:lnTo>
                  <a:lnTo>
                    <a:pt x="1392338" y="629207"/>
                  </a:lnTo>
                  <a:lnTo>
                    <a:pt x="1356697" y="629207"/>
                  </a:lnTo>
                  <a:close/>
                  <a:moveTo>
                    <a:pt x="1356697" y="0"/>
                  </a:moveTo>
                  <a:lnTo>
                    <a:pt x="1392338" y="0"/>
                  </a:lnTo>
                  <a:lnTo>
                    <a:pt x="1392338" y="211294"/>
                  </a:lnTo>
                  <a:lnTo>
                    <a:pt x="1356697" y="2112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34300" tIns="17150" rIns="34300" bIns="171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7F7F7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grpSp>
        <p:nvGrpSpPr>
          <p:cNvPr id="10" name="Google Shape;635;p30">
            <a:extLst>
              <a:ext uri="{FF2B5EF4-FFF2-40B4-BE49-F238E27FC236}">
                <a16:creationId xmlns:a16="http://schemas.microsoft.com/office/drawing/2014/main" id="{839B8393-0872-A620-35A4-6C714527DA5D}"/>
              </a:ext>
            </a:extLst>
          </p:cNvPr>
          <p:cNvGrpSpPr/>
          <p:nvPr/>
        </p:nvGrpSpPr>
        <p:grpSpPr>
          <a:xfrm>
            <a:off x="117663" y="2169365"/>
            <a:ext cx="2242907" cy="4488088"/>
            <a:chOff x="543112" y="1406437"/>
            <a:chExt cx="1863000" cy="3854352"/>
          </a:xfrm>
        </p:grpSpPr>
        <p:sp>
          <p:nvSpPr>
            <p:cNvPr id="13" name="Google Shape;637;p30">
              <a:extLst>
                <a:ext uri="{FF2B5EF4-FFF2-40B4-BE49-F238E27FC236}">
                  <a16:creationId xmlns:a16="http://schemas.microsoft.com/office/drawing/2014/main" id="{E9FAE34C-5E9D-2059-2045-D1910C7DD122}"/>
                </a:ext>
              </a:extLst>
            </p:cNvPr>
            <p:cNvSpPr txBox="1"/>
            <p:nvPr/>
          </p:nvSpPr>
          <p:spPr>
            <a:xfrm>
              <a:off x="543112" y="3510338"/>
              <a:ext cx="1863000" cy="1750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r>
                <a:rPr lang="en-US" sz="1600" dirty="0"/>
                <a:t>Broader goal: Make visualization-based EDA more accessible in collaborative settings through a conversational natural language interface.</a:t>
              </a:r>
            </a:p>
            <a:p>
              <a:pPr lvl="0"/>
              <a:endParaRPr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2" name="Google Shape;639;p30">
              <a:extLst>
                <a:ext uri="{FF2B5EF4-FFF2-40B4-BE49-F238E27FC236}">
                  <a16:creationId xmlns:a16="http://schemas.microsoft.com/office/drawing/2014/main" id="{E65CFD99-C1D2-A5B3-F148-9E6D5D54E516}"/>
                </a:ext>
              </a:extLst>
            </p:cNvPr>
            <p:cNvSpPr/>
            <p:nvPr/>
          </p:nvSpPr>
          <p:spPr>
            <a:xfrm>
              <a:off x="962589" y="1406437"/>
              <a:ext cx="749700" cy="74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01</a:t>
              </a:r>
              <a:endParaRPr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5" name="Google Shape;640;p30">
            <a:extLst>
              <a:ext uri="{FF2B5EF4-FFF2-40B4-BE49-F238E27FC236}">
                <a16:creationId xmlns:a16="http://schemas.microsoft.com/office/drawing/2014/main" id="{4356A1C6-64FA-8C13-4C51-2283F12C1B8B}"/>
              </a:ext>
            </a:extLst>
          </p:cNvPr>
          <p:cNvGrpSpPr/>
          <p:nvPr/>
        </p:nvGrpSpPr>
        <p:grpSpPr>
          <a:xfrm>
            <a:off x="1603582" y="245908"/>
            <a:ext cx="2242907" cy="3872385"/>
            <a:chOff x="2714430" y="892697"/>
            <a:chExt cx="1863000" cy="3325588"/>
          </a:xfrm>
        </p:grpSpPr>
        <p:sp>
          <p:nvSpPr>
            <p:cNvPr id="18" name="Google Shape;642;p30">
              <a:extLst>
                <a:ext uri="{FF2B5EF4-FFF2-40B4-BE49-F238E27FC236}">
                  <a16:creationId xmlns:a16="http://schemas.microsoft.com/office/drawing/2014/main" id="{B00CD0FB-CA91-FF9B-D388-CE05C8A353CA}"/>
                </a:ext>
              </a:extLst>
            </p:cNvPr>
            <p:cNvSpPr txBox="1"/>
            <p:nvPr/>
          </p:nvSpPr>
          <p:spPr>
            <a:xfrm>
              <a:off x="2714430" y="892697"/>
              <a:ext cx="1863000" cy="1366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/>
              <a:r>
                <a:rPr lang="en-US" sz="1600" dirty="0"/>
                <a:t>Data analysis need to be accessible for non-technical users and multi-user collaboration</a:t>
              </a:r>
              <a:endParaRPr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7" name="Google Shape;644;p30">
              <a:extLst>
                <a:ext uri="{FF2B5EF4-FFF2-40B4-BE49-F238E27FC236}">
                  <a16:creationId xmlns:a16="http://schemas.microsoft.com/office/drawing/2014/main" id="{7490C4CA-0205-2CAA-07A5-AE30F1B4853D}"/>
                </a:ext>
              </a:extLst>
            </p:cNvPr>
            <p:cNvSpPr/>
            <p:nvPr/>
          </p:nvSpPr>
          <p:spPr>
            <a:xfrm>
              <a:off x="2866443" y="3468585"/>
              <a:ext cx="749700" cy="74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02</a:t>
              </a:r>
              <a:endParaRPr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0" name="Google Shape;645;p30">
            <a:extLst>
              <a:ext uri="{FF2B5EF4-FFF2-40B4-BE49-F238E27FC236}">
                <a16:creationId xmlns:a16="http://schemas.microsoft.com/office/drawing/2014/main" id="{473950A2-9F5C-B2CD-6913-854602280462}"/>
              </a:ext>
            </a:extLst>
          </p:cNvPr>
          <p:cNvGrpSpPr/>
          <p:nvPr/>
        </p:nvGrpSpPr>
        <p:grpSpPr>
          <a:xfrm>
            <a:off x="1918551" y="2200123"/>
            <a:ext cx="2242907" cy="2959416"/>
            <a:chOff x="3695084" y="2372551"/>
            <a:chExt cx="1863000" cy="2541534"/>
          </a:xfrm>
        </p:grpSpPr>
        <p:sp>
          <p:nvSpPr>
            <p:cNvPr id="23" name="Google Shape;647;p30">
              <a:extLst>
                <a:ext uri="{FF2B5EF4-FFF2-40B4-BE49-F238E27FC236}">
                  <a16:creationId xmlns:a16="http://schemas.microsoft.com/office/drawing/2014/main" id="{2F8E3B59-AAF6-92FF-AE4B-6A214A4C9601}"/>
                </a:ext>
              </a:extLst>
            </p:cNvPr>
            <p:cNvSpPr txBox="1"/>
            <p:nvPr/>
          </p:nvSpPr>
          <p:spPr>
            <a:xfrm>
              <a:off x="3695084" y="4455151"/>
              <a:ext cx="1863000" cy="4589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/>
              <a:r>
                <a:rPr lang="en-US" sz="1600" dirty="0"/>
                <a:t>CA for Collaborative Data Visualization </a:t>
              </a:r>
              <a:endParaRPr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2" name="Google Shape;649;p30">
              <a:extLst>
                <a:ext uri="{FF2B5EF4-FFF2-40B4-BE49-F238E27FC236}">
                  <a16:creationId xmlns:a16="http://schemas.microsoft.com/office/drawing/2014/main" id="{0C10D312-BE7D-9C5C-A4FD-2B13461DBD4A}"/>
                </a:ext>
              </a:extLst>
            </p:cNvPr>
            <p:cNvSpPr/>
            <p:nvPr/>
          </p:nvSpPr>
          <p:spPr>
            <a:xfrm>
              <a:off x="4726996" y="2372551"/>
              <a:ext cx="749700" cy="74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03</a:t>
              </a:r>
              <a:endParaRPr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5" name="Google Shape;650;p30">
            <a:extLst>
              <a:ext uri="{FF2B5EF4-FFF2-40B4-BE49-F238E27FC236}">
                <a16:creationId xmlns:a16="http://schemas.microsoft.com/office/drawing/2014/main" id="{C648810F-300A-DDF8-8495-B48DA9F98936}"/>
              </a:ext>
            </a:extLst>
          </p:cNvPr>
          <p:cNvGrpSpPr/>
          <p:nvPr/>
        </p:nvGrpSpPr>
        <p:grpSpPr>
          <a:xfrm>
            <a:off x="9110894" y="557278"/>
            <a:ext cx="2242906" cy="3909248"/>
            <a:chOff x="7329118" y="398406"/>
            <a:chExt cx="1863000" cy="3357245"/>
          </a:xfrm>
        </p:grpSpPr>
        <p:sp>
          <p:nvSpPr>
            <p:cNvPr id="28" name="Google Shape;652;p30">
              <a:extLst>
                <a:ext uri="{FF2B5EF4-FFF2-40B4-BE49-F238E27FC236}">
                  <a16:creationId xmlns:a16="http://schemas.microsoft.com/office/drawing/2014/main" id="{2DB403F2-559F-AF32-B1AF-396FB51FE86D}"/>
                </a:ext>
              </a:extLst>
            </p:cNvPr>
            <p:cNvSpPr txBox="1"/>
            <p:nvPr/>
          </p:nvSpPr>
          <p:spPr>
            <a:xfrm>
              <a:off x="7329118" y="398406"/>
              <a:ext cx="1863000" cy="1535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/>
              <a:r>
                <a:rPr lang="en-US" sz="1600" dirty="0"/>
                <a:t>Clarification responses supported local interpretation and continuation of analysis within a broader chart-centered workflow.</a:t>
              </a:r>
              <a:endParaRPr sz="1600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7" name="Google Shape;654;p30">
              <a:extLst>
                <a:ext uri="{FF2B5EF4-FFF2-40B4-BE49-F238E27FC236}">
                  <a16:creationId xmlns:a16="http://schemas.microsoft.com/office/drawing/2014/main" id="{D514E68A-B97C-550A-1441-9BFED42292D6}"/>
                </a:ext>
              </a:extLst>
            </p:cNvPr>
            <p:cNvSpPr/>
            <p:nvPr/>
          </p:nvSpPr>
          <p:spPr>
            <a:xfrm>
              <a:off x="7662196" y="3005951"/>
              <a:ext cx="749700" cy="749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08</a:t>
              </a:r>
              <a:endParaRPr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30" name="Google Shape;655;p30">
            <a:extLst>
              <a:ext uri="{FF2B5EF4-FFF2-40B4-BE49-F238E27FC236}">
                <a16:creationId xmlns:a16="http://schemas.microsoft.com/office/drawing/2014/main" id="{146F3CE6-A819-46A8-318D-ADD1E36FE047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 rot="5400000">
            <a:off x="9473836" y="2835047"/>
            <a:ext cx="1247861" cy="26916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1" name="Google Shape;656;p30">
            <a:extLst>
              <a:ext uri="{FF2B5EF4-FFF2-40B4-BE49-F238E27FC236}">
                <a16:creationId xmlns:a16="http://schemas.microsoft.com/office/drawing/2014/main" id="{2E9B3CBB-38C5-D53A-12C5-3ECA60077CBC}"/>
              </a:ext>
            </a:extLst>
          </p:cNvPr>
          <p:cNvCxnSpPr>
            <a:cxnSpLocks/>
            <a:stCxn id="23" idx="0"/>
            <a:endCxn id="22" idx="4"/>
          </p:cNvCxnSpPr>
          <p:nvPr/>
        </p:nvCxnSpPr>
        <p:spPr>
          <a:xfrm rot="5400000" flipH="1" flipV="1">
            <a:off x="2550066" y="3563030"/>
            <a:ext cx="1552057" cy="57217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2" name="Google Shape;657;p30">
            <a:extLst>
              <a:ext uri="{FF2B5EF4-FFF2-40B4-BE49-F238E27FC236}">
                <a16:creationId xmlns:a16="http://schemas.microsoft.com/office/drawing/2014/main" id="{9619CB1B-0210-F634-DAF1-E1AD83A543CB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1761492" y="2281780"/>
            <a:ext cx="1439940" cy="48715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" name="Google Shape;658;p30">
            <a:extLst>
              <a:ext uri="{FF2B5EF4-FFF2-40B4-BE49-F238E27FC236}">
                <a16:creationId xmlns:a16="http://schemas.microsoft.com/office/drawing/2014/main" id="{C911967A-D049-11F7-4559-95BD50D3E06B}"/>
              </a:ext>
            </a:extLst>
          </p:cNvPr>
          <p:cNvCxnSpPr>
            <a:cxnSpLocks/>
            <a:stCxn id="13" idx="0"/>
            <a:endCxn id="12" idx="4"/>
          </p:cNvCxnSpPr>
          <p:nvPr/>
        </p:nvCxnSpPr>
        <p:spPr>
          <a:xfrm rot="16200000" flipV="1">
            <a:off x="368114" y="3748188"/>
            <a:ext cx="1576860" cy="16514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8" name="Google Shape;640;p30">
            <a:extLst>
              <a:ext uri="{FF2B5EF4-FFF2-40B4-BE49-F238E27FC236}">
                <a16:creationId xmlns:a16="http://schemas.microsoft.com/office/drawing/2014/main" id="{06590D5D-EB9E-EC70-61FB-C31E5A1D3432}"/>
              </a:ext>
            </a:extLst>
          </p:cNvPr>
          <p:cNvGrpSpPr/>
          <p:nvPr/>
        </p:nvGrpSpPr>
        <p:grpSpPr>
          <a:xfrm>
            <a:off x="3935325" y="695049"/>
            <a:ext cx="2446308" cy="4859228"/>
            <a:chOff x="2664639" y="1059279"/>
            <a:chExt cx="2031949" cy="4173084"/>
          </a:xfrm>
        </p:grpSpPr>
        <p:sp>
          <p:nvSpPr>
            <p:cNvPr id="41" name="Google Shape;642;p30">
              <a:extLst>
                <a:ext uri="{FF2B5EF4-FFF2-40B4-BE49-F238E27FC236}">
                  <a16:creationId xmlns:a16="http://schemas.microsoft.com/office/drawing/2014/main" id="{AE524127-2D40-AEBD-0594-B38C42B8A229}"/>
                </a:ext>
              </a:extLst>
            </p:cNvPr>
            <p:cNvSpPr txBox="1"/>
            <p:nvPr/>
          </p:nvSpPr>
          <p:spPr>
            <a:xfrm>
              <a:off x="2664639" y="1059279"/>
              <a:ext cx="2031949" cy="1681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r>
                <a:rPr lang="en-US" sz="1600" dirty="0">
                  <a:solidFill>
                    <a:schemeClr val="dk1"/>
                  </a:solidFill>
                  <a:ea typeface="Montserrat SemiBold"/>
                  <a:cs typeface="Montserrat SemiBold"/>
                  <a:sym typeface="Montserrat SemiBold"/>
                </a:rPr>
                <a:t>CA that </a:t>
              </a:r>
              <a:r>
                <a:rPr lang="en-US" sz="1600" dirty="0"/>
                <a:t>Supported chart-centered collaborative exploration, and its design shaped how users moved through the task and interpreted what they saw.</a:t>
              </a:r>
              <a:endParaRPr lang="en-US" sz="16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lvl="0"/>
              <a:endParaRPr sz="1600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0" name="Google Shape;644;p30">
              <a:extLst>
                <a:ext uri="{FF2B5EF4-FFF2-40B4-BE49-F238E27FC236}">
                  <a16:creationId xmlns:a16="http://schemas.microsoft.com/office/drawing/2014/main" id="{1B9E9C0D-7F90-8655-E5E6-E8B14A202F6C}"/>
                </a:ext>
              </a:extLst>
            </p:cNvPr>
            <p:cNvSpPr/>
            <p:nvPr/>
          </p:nvSpPr>
          <p:spPr>
            <a:xfrm>
              <a:off x="2818387" y="4482663"/>
              <a:ext cx="749700" cy="749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04</a:t>
              </a:r>
              <a:endParaRPr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43" name="Google Shape;657;p30">
            <a:extLst>
              <a:ext uri="{FF2B5EF4-FFF2-40B4-BE49-F238E27FC236}">
                <a16:creationId xmlns:a16="http://schemas.microsoft.com/office/drawing/2014/main" id="{4C577711-643E-25B3-8B0F-22434F73C842}"/>
              </a:ext>
            </a:extLst>
          </p:cNvPr>
          <p:cNvCxnSpPr>
            <a:cxnSpLocks/>
            <a:endCxn id="40" idx="0"/>
          </p:cNvCxnSpPr>
          <p:nvPr/>
        </p:nvCxnSpPr>
        <p:spPr>
          <a:xfrm rot="5400000">
            <a:off x="3578540" y="3285301"/>
            <a:ext cx="2389185" cy="40283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46" name="Google Shape;650;p30">
            <a:extLst>
              <a:ext uri="{FF2B5EF4-FFF2-40B4-BE49-F238E27FC236}">
                <a16:creationId xmlns:a16="http://schemas.microsoft.com/office/drawing/2014/main" id="{77F1646B-DFAB-4827-84EE-BE9FED7C4B20}"/>
              </a:ext>
            </a:extLst>
          </p:cNvPr>
          <p:cNvGrpSpPr/>
          <p:nvPr/>
        </p:nvGrpSpPr>
        <p:grpSpPr>
          <a:xfrm>
            <a:off x="6381632" y="322083"/>
            <a:ext cx="2536223" cy="3511835"/>
            <a:chOff x="7213894" y="739703"/>
            <a:chExt cx="2154374" cy="3015948"/>
          </a:xfrm>
        </p:grpSpPr>
        <p:sp>
          <p:nvSpPr>
            <p:cNvPr id="49" name="Google Shape;652;p30">
              <a:extLst>
                <a:ext uri="{FF2B5EF4-FFF2-40B4-BE49-F238E27FC236}">
                  <a16:creationId xmlns:a16="http://schemas.microsoft.com/office/drawing/2014/main" id="{A8568F99-3BEF-598A-7879-8117A8B48335}"/>
                </a:ext>
              </a:extLst>
            </p:cNvPr>
            <p:cNvSpPr txBox="1"/>
            <p:nvPr/>
          </p:nvSpPr>
          <p:spPr>
            <a:xfrm>
              <a:off x="7213894" y="739703"/>
              <a:ext cx="2154374" cy="1317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/>
              <a:r>
                <a:rPr lang="en-US" sz="1600" dirty="0"/>
                <a:t>Users asked clarification questions when they needed help understanding charts or deciding what to do next.</a:t>
              </a:r>
              <a:endParaRPr sz="1600" dirty="0">
                <a:solidFill>
                  <a:schemeClr val="dk1"/>
                </a:solidFill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8" name="Google Shape;654;p30">
              <a:extLst>
                <a:ext uri="{FF2B5EF4-FFF2-40B4-BE49-F238E27FC236}">
                  <a16:creationId xmlns:a16="http://schemas.microsoft.com/office/drawing/2014/main" id="{EAD4D866-456A-8D3A-F216-3D950042EABA}"/>
                </a:ext>
              </a:extLst>
            </p:cNvPr>
            <p:cNvSpPr/>
            <p:nvPr/>
          </p:nvSpPr>
          <p:spPr>
            <a:xfrm>
              <a:off x="7662196" y="3005951"/>
              <a:ext cx="749700" cy="74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06</a:t>
              </a:r>
              <a:endParaRPr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51" name="Google Shape;655;p30">
            <a:extLst>
              <a:ext uri="{FF2B5EF4-FFF2-40B4-BE49-F238E27FC236}">
                <a16:creationId xmlns:a16="http://schemas.microsoft.com/office/drawing/2014/main" id="{280EEF63-14F2-13F6-626A-28EEB1C6EDE2}"/>
              </a:ext>
            </a:extLst>
          </p:cNvPr>
          <p:cNvCxnSpPr>
            <a:cxnSpLocks/>
            <a:stCxn id="49" idx="2"/>
            <a:endCxn id="48" idx="0"/>
          </p:cNvCxnSpPr>
          <p:nvPr/>
        </p:nvCxnSpPr>
        <p:spPr>
          <a:xfrm rot="5400000">
            <a:off x="6947806" y="2259012"/>
            <a:ext cx="1104817" cy="29906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64" name="Google Shape;645;p30">
            <a:extLst>
              <a:ext uri="{FF2B5EF4-FFF2-40B4-BE49-F238E27FC236}">
                <a16:creationId xmlns:a16="http://schemas.microsoft.com/office/drawing/2014/main" id="{42712B89-420B-4962-C5FB-5DE0B7DF81D1}"/>
              </a:ext>
            </a:extLst>
          </p:cNvPr>
          <p:cNvGrpSpPr/>
          <p:nvPr/>
        </p:nvGrpSpPr>
        <p:grpSpPr>
          <a:xfrm>
            <a:off x="5631915" y="2186608"/>
            <a:ext cx="2242908" cy="4223230"/>
            <a:chOff x="4708665" y="2372551"/>
            <a:chExt cx="1863000" cy="3626892"/>
          </a:xfrm>
        </p:grpSpPr>
        <p:sp>
          <p:nvSpPr>
            <p:cNvPr id="67" name="Google Shape;647;p30">
              <a:extLst>
                <a:ext uri="{FF2B5EF4-FFF2-40B4-BE49-F238E27FC236}">
                  <a16:creationId xmlns:a16="http://schemas.microsoft.com/office/drawing/2014/main" id="{9B40068A-3E22-E87B-4FD1-3DD9A5AE08D1}"/>
                </a:ext>
              </a:extLst>
            </p:cNvPr>
            <p:cNvSpPr txBox="1"/>
            <p:nvPr/>
          </p:nvSpPr>
          <p:spPr>
            <a:xfrm>
              <a:off x="4708665" y="4603081"/>
              <a:ext cx="1863000" cy="13963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r>
                <a:rPr lang="en-US" sz="1600" dirty="0"/>
                <a:t>But collaborative EDA does not stop at generating charts.</a:t>
              </a:r>
              <a:br>
                <a:rPr lang="en-US" sz="1600" dirty="0"/>
              </a:br>
              <a:r>
                <a:rPr lang="en-US" sz="1600" dirty="0"/>
                <a:t>Users also need to understand, question, and build on them.</a:t>
              </a:r>
            </a:p>
          </p:txBody>
        </p:sp>
        <p:sp>
          <p:nvSpPr>
            <p:cNvPr id="66" name="Google Shape;649;p30">
              <a:extLst>
                <a:ext uri="{FF2B5EF4-FFF2-40B4-BE49-F238E27FC236}">
                  <a16:creationId xmlns:a16="http://schemas.microsoft.com/office/drawing/2014/main" id="{273BDC55-42BA-2755-D3B9-14C4C368BCE4}"/>
                </a:ext>
              </a:extLst>
            </p:cNvPr>
            <p:cNvSpPr/>
            <p:nvPr/>
          </p:nvSpPr>
          <p:spPr>
            <a:xfrm>
              <a:off x="4726996" y="2372551"/>
              <a:ext cx="749700" cy="74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05</a:t>
              </a:r>
              <a:endParaRPr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69" name="Google Shape;656;p30">
            <a:extLst>
              <a:ext uri="{FF2B5EF4-FFF2-40B4-BE49-F238E27FC236}">
                <a16:creationId xmlns:a16="http://schemas.microsoft.com/office/drawing/2014/main" id="{B3A2241D-3A48-111D-3018-4F4A34F37AC1}"/>
              </a:ext>
            </a:extLst>
          </p:cNvPr>
          <p:cNvCxnSpPr>
            <a:cxnSpLocks/>
            <a:stCxn id="67" idx="0"/>
            <a:endCxn id="66" idx="4"/>
          </p:cNvCxnSpPr>
          <p:nvPr/>
        </p:nvCxnSpPr>
        <p:spPr>
          <a:xfrm rot="16200000" flipV="1">
            <a:off x="5567168" y="3597683"/>
            <a:ext cx="1724309" cy="64809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71" name="Google Shape;635;p30">
            <a:extLst>
              <a:ext uri="{FF2B5EF4-FFF2-40B4-BE49-F238E27FC236}">
                <a16:creationId xmlns:a16="http://schemas.microsoft.com/office/drawing/2014/main" id="{9F593236-8983-2848-D006-36E6734846D1}"/>
              </a:ext>
            </a:extLst>
          </p:cNvPr>
          <p:cNvGrpSpPr/>
          <p:nvPr/>
        </p:nvGrpSpPr>
        <p:grpSpPr>
          <a:xfrm>
            <a:off x="7696966" y="2216224"/>
            <a:ext cx="2441780" cy="4324712"/>
            <a:chOff x="474090" y="1406437"/>
            <a:chExt cx="2028188" cy="3714046"/>
          </a:xfrm>
        </p:grpSpPr>
        <p:sp>
          <p:nvSpPr>
            <p:cNvPr id="74" name="Google Shape;637;p30">
              <a:extLst>
                <a:ext uri="{FF2B5EF4-FFF2-40B4-BE49-F238E27FC236}">
                  <a16:creationId xmlns:a16="http://schemas.microsoft.com/office/drawing/2014/main" id="{F2D8436A-355D-C80B-8281-B39B7ADBE538}"/>
                </a:ext>
              </a:extLst>
            </p:cNvPr>
            <p:cNvSpPr txBox="1"/>
            <p:nvPr/>
          </p:nvSpPr>
          <p:spPr>
            <a:xfrm>
              <a:off x="474090" y="3881718"/>
              <a:ext cx="2028188" cy="12387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/>
              <a:r>
                <a:rPr lang="en-US" sz="1600" dirty="0"/>
                <a:t>CR responses → interaction flow ; task progress ;perceived usefulness and post hoc interpretably</a:t>
              </a:r>
              <a:endParaRPr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3" name="Google Shape;639;p30">
              <a:extLst>
                <a:ext uri="{FF2B5EF4-FFF2-40B4-BE49-F238E27FC236}">
                  <a16:creationId xmlns:a16="http://schemas.microsoft.com/office/drawing/2014/main" id="{F03DBC9D-D3B9-1BC1-EB81-31722EDD6DE6}"/>
                </a:ext>
              </a:extLst>
            </p:cNvPr>
            <p:cNvSpPr/>
            <p:nvPr/>
          </p:nvSpPr>
          <p:spPr>
            <a:xfrm>
              <a:off x="962589" y="1406437"/>
              <a:ext cx="749700" cy="74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07</a:t>
              </a:r>
              <a:endParaRPr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76" name="Google Shape;658;p30">
            <a:extLst>
              <a:ext uri="{FF2B5EF4-FFF2-40B4-BE49-F238E27FC236}">
                <a16:creationId xmlns:a16="http://schemas.microsoft.com/office/drawing/2014/main" id="{A5454D35-FF7B-8522-6480-2BE6DCA3C374}"/>
              </a:ext>
            </a:extLst>
          </p:cNvPr>
          <p:cNvCxnSpPr>
            <a:cxnSpLocks/>
            <a:stCxn id="74" idx="0"/>
            <a:endCxn id="73" idx="4"/>
          </p:cNvCxnSpPr>
          <p:nvPr/>
        </p:nvCxnSpPr>
        <p:spPr>
          <a:xfrm rot="16200000" flipV="1">
            <a:off x="7822463" y="4003098"/>
            <a:ext cx="2009302" cy="18148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01" name="Google Shape;645;p30">
            <a:extLst>
              <a:ext uri="{FF2B5EF4-FFF2-40B4-BE49-F238E27FC236}">
                <a16:creationId xmlns:a16="http://schemas.microsoft.com/office/drawing/2014/main" id="{18A02D64-50D7-F5DD-83E2-478D34F2E221}"/>
              </a:ext>
            </a:extLst>
          </p:cNvPr>
          <p:cNvGrpSpPr/>
          <p:nvPr/>
        </p:nvGrpSpPr>
        <p:grpSpPr>
          <a:xfrm>
            <a:off x="9969083" y="2207170"/>
            <a:ext cx="2242907" cy="4350321"/>
            <a:chOff x="3937237" y="2372551"/>
            <a:chExt cx="1863000" cy="3736038"/>
          </a:xfrm>
        </p:grpSpPr>
        <p:sp>
          <p:nvSpPr>
            <p:cNvPr id="102" name="Google Shape;647;p30">
              <a:extLst>
                <a:ext uri="{FF2B5EF4-FFF2-40B4-BE49-F238E27FC236}">
                  <a16:creationId xmlns:a16="http://schemas.microsoft.com/office/drawing/2014/main" id="{E9E9C4D7-E8F2-7C4A-5F22-C689E84F6FB2}"/>
                </a:ext>
              </a:extLst>
            </p:cNvPr>
            <p:cNvSpPr txBox="1"/>
            <p:nvPr/>
          </p:nvSpPr>
          <p:spPr>
            <a:xfrm>
              <a:off x="3937237" y="4458619"/>
              <a:ext cx="1863000" cy="16499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/>
              <a:r>
                <a:rPr lang="en-US" sz="1600" dirty="0"/>
                <a:t>Collaborative EDA with a CA is a cycle:</a:t>
              </a:r>
              <a:br>
                <a:rPr lang="en-US" sz="1600" dirty="0"/>
              </a:br>
              <a:r>
                <a:rPr lang="en-US" sz="1600" dirty="0"/>
                <a:t>generate charts → interpret them → ask clarifications → continue reasoning together</a:t>
              </a:r>
              <a:endParaRPr sz="16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3" name="Google Shape;649;p30">
              <a:extLst>
                <a:ext uri="{FF2B5EF4-FFF2-40B4-BE49-F238E27FC236}">
                  <a16:creationId xmlns:a16="http://schemas.microsoft.com/office/drawing/2014/main" id="{89BF890F-D57F-60CA-615B-86DD89275B16}"/>
                </a:ext>
              </a:extLst>
            </p:cNvPr>
            <p:cNvSpPr/>
            <p:nvPr/>
          </p:nvSpPr>
          <p:spPr>
            <a:xfrm>
              <a:off x="4726996" y="2372551"/>
              <a:ext cx="749700" cy="74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09</a:t>
              </a:r>
              <a:endParaRPr sz="16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104" name="Google Shape;656;p30">
            <a:extLst>
              <a:ext uri="{FF2B5EF4-FFF2-40B4-BE49-F238E27FC236}">
                <a16:creationId xmlns:a16="http://schemas.microsoft.com/office/drawing/2014/main" id="{B599CD96-BAD1-2F54-B8C9-4C545E2B30C3}"/>
              </a:ext>
            </a:extLst>
          </p:cNvPr>
          <p:cNvCxnSpPr>
            <a:cxnSpLocks/>
            <a:stCxn id="102" idx="0"/>
          </p:cNvCxnSpPr>
          <p:nvPr/>
        </p:nvCxnSpPr>
        <p:spPr>
          <a:xfrm rot="5400000" flipH="1" flipV="1">
            <a:off x="10490077" y="3722189"/>
            <a:ext cx="1514502" cy="31358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23EB60-3BDC-D54A-0FE5-90D93136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078" y="6374928"/>
            <a:ext cx="555348" cy="365125"/>
          </a:xfrm>
        </p:spPr>
        <p:txBody>
          <a:bodyPr/>
          <a:lstStyle/>
          <a:p>
            <a:fld id="{ABE6FA9F-A6BF-DB4A-8056-ACB792CCB761}" type="slidenum">
              <a:rPr lang="en-US" smtClean="0">
                <a:solidFill>
                  <a:schemeClr val="accent5"/>
                </a:solidFill>
              </a:rPr>
              <a:t>58</a:t>
            </a:fld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84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8739</TotalTime>
  <Words>6253</Words>
  <Application>Microsoft Macintosh PowerPoint</Application>
  <PresentationFormat>Widescreen</PresentationFormat>
  <Paragraphs>761</Paragraphs>
  <Slides>58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3" baseType="lpstr">
      <vt:lpstr>Aptos</vt:lpstr>
      <vt:lpstr>Aptos Display</vt:lpstr>
      <vt:lpstr>Arial</vt:lpstr>
      <vt:lpstr>Calibri</vt:lpstr>
      <vt:lpstr>Cambria Math</vt:lpstr>
      <vt:lpstr>Fira Sans Extra Condensed</vt:lpstr>
      <vt:lpstr>Fira Sans Extra Condensed Medium</vt:lpstr>
      <vt:lpstr>Helvetica</vt:lpstr>
      <vt:lpstr>Lato Light</vt:lpstr>
      <vt:lpstr>Montserrat Medium</vt:lpstr>
      <vt:lpstr>Montserrat SemiBold</vt:lpstr>
      <vt:lpstr>System Font Regular</vt:lpstr>
      <vt:lpstr>Times New Roman</vt:lpstr>
      <vt:lpstr>Wingdings</vt:lpstr>
      <vt:lpstr>Office Theme</vt:lpstr>
      <vt:lpstr>Collaborative Data Exploration Through Visualization: Analyzing Impact Of Conversational Assistants</vt:lpstr>
      <vt:lpstr>PowerPoint Presentation</vt:lpstr>
      <vt:lpstr>PowerPoint Presentation</vt:lpstr>
      <vt:lpstr>PowerPoint Presentation</vt:lpstr>
      <vt:lpstr>Research Gap</vt:lpstr>
      <vt:lpstr>PowerPoint Presentation</vt:lpstr>
      <vt:lpstr>A Conversational Assistant for COVID-19 Data Exploration[9]</vt:lpstr>
      <vt:lpstr>User Study Setup</vt:lpstr>
      <vt:lpstr>A snippet of the interaction…</vt:lpstr>
      <vt:lpstr>PowerPoint Presentation</vt:lpstr>
      <vt:lpstr>RQ1: How does  functionality of the CA influence  user behavior? Two systems: PE (Property Extractor) / DM (Dialogue Manager)</vt:lpstr>
      <vt:lpstr>RQ2 (Interpretability): How are inferences drawn by users from their explorations affected by CA?</vt:lpstr>
      <vt:lpstr>RQ3: How are users’ perceptions of usability of  NLI impacted by CA?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Humans &amp; LLMs as judges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Abari Bhattacharya</dc:creator>
  <cp:lastModifiedBy>Di Eugenio, Barbara</cp:lastModifiedBy>
  <cp:revision>77</cp:revision>
  <dcterms:created xsi:type="dcterms:W3CDTF">2026-04-25T17:48:21Z</dcterms:created>
  <dcterms:modified xsi:type="dcterms:W3CDTF">2026-05-18T21:36:45Z</dcterms:modified>
</cp:coreProperties>
</file>