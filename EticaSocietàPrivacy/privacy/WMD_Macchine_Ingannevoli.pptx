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ironica: l'algoritmo ha sempre ragione, giusto? Pausa, poi smonta la certezza. 10 minuti, ritmo asciutto.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Struttura a due voci: O'Neil mostra il danno, Natale spiega perché ci caschiamo. Tono asciutto, niente di più.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'Ricetta del disastro' regge bene a voce. Servono tutte e tre insieme: un modello opaco ma innocuo non è una WMD. Gancio per l'opacità: Sarah Wysocki, licenziata da un punteggio che nessuno sa spiegare.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Slide-pugno: il caso di Tim Clifford. È la prova più semplice e potente che il value-added model non funziona. Dilla lenta, lascia il silenzio dopo 'numero a caso'.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Mappa veloce, non leggere tutto. Cita 1-2 esempi (PredPol per giustizia, Starbucks per lavoro). La spirale finale lega tutto: cattivo credit score → lavoro peggiore → quartiere peggiore.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Cesura netta: cambio libro. Siamo a metà, ~5 minuti.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chiave per il collegamento. L'effetto ELIZA non è ingenuità, è istinto: leggiamo intenzioni anche dove non ci sono. Aneddoto forte: la segretaria di Weizenbaum chiedeva privacy pur conoscendo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di Turing = inganno individuale. Gatekeeper = inganno collettivo. Stesso salto di scala delle WMD.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leggerla tutta. Scegli 2 righe a voce (tecnofeudalesimo e Polanyi, le più ricche). Il resto è colpo d'occhio.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 in 30-40 secondi. Dilla lenta: 'non è un destino, è una scelta che qualcuno ha fatto per te'. Lega Polanyi, Page, e la conclusione di entrambi i libri. Poi apri alle domande con un sorriso.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341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ETICA, SOCIETÀ E PRIVACY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L'algoritmo ha
sempre ragione.
</a:t>
            </a:r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Giusto?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 of Math Destruction</a:t>
            </a:r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Cathy O'Neil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Macchine ingannevoli</a:t>
            </a:r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Simone Natale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Olivero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 DI PARTENZA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libri, una fregatura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fidi di un calcolo che non hai mai visto. Perché?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O'NEIL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danno.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voto ti licenzia. Un numero ti tiene in carcere più a lungo. E nessuno sa spiegarti perché.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834640"/>
            <a:ext cx="0" cy="2468880"/>
          </a:xfrm>
          <a:prstGeom prst="line">
            <a:avLst/>
          </a:prstGeom>
          <a:noFill/>
          <a:ln w="19050">
            <a:solidFill>
              <a:srgbClr val="EDED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3337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L'inganno.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66560" y="39776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macchine recitano la parte. Noi applaudiamo. Succede da 200 anni, non da ieri.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COS'È UNA WMD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ricetta del disastro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ingredienti. Servono tutti e tre insieme.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Opacità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Nessuno ti dice come funziona. Nemmeno chi ti licenzia.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09160" y="2926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70916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9160" y="4480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è un caso isolato. È lo standard per milioni di persone.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95360" y="2926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59536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95360" y="4480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rovina la vita davvero. E si autoalimenta da solo.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3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punti su 100.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anni dopo, 96 su 100.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insegnante. Stesso lavoro. Numero a caso.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modello non misura la qualità. Misura rumore travestito da verità.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AMBITI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modi per fregarti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Istruzione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749040" y="21488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università si massacrano per scalare un ranking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862072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6207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Giustizia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749040" y="2862072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polizia va dove le hai già detto tu di andare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575304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7530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Lavoro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749040" y="3575304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test ti boccia. Un software ti detta i turni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88536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8853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49040" y="4288536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codice postale decide il tuo tasso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5001768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0176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Pubblicità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749040" y="5001768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vendono sogni quando sei più vulnerabile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150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749040" y="571500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 Analytica ti conosceva meglio di 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SECONDO LIBRO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ma perché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caschiamo 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O'Neil ti mostra il crimine. Natale ti spiega perché non vedi l'arma.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Macchine ingannevoli · Simone Natale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L'EFFETTO ELIZA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Parlavo con un tavolino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Dalle sedute spiritiche al tuo chatbot preferito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tavolino parlante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56032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Faraday: muoveva le mani lui. Volevano crederci comunque.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ELIZA, il finto terapeuta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56032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matching. Zero comprensione, infinito affetto.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OGGI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5029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Alexa, Siri, ChatGPT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560320" y="5440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trucco. Voce diversa.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credit score non ti capisce. </a:t>
            </a:r>
            <a:pPr indent="0" marL="0">
              <a:buNone/>
            </a:pPr>
            <a:r>
              <a:rPr lang="en-US" sz="170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decide se compri casa.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FIGURE, UNO SCHEMA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bugiardi seriali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test di Turing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misura l'intelligenza. Misura quanto bene reciti la parte.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premio Loebner vinceva chi fingeva meglio gli errori di battitura, non chi capiva di più.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Il giudice vede il voto del modello di recidiva, ma non capisce il calcolo.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0" cy="3474720"/>
          </a:xfrm>
          <a:prstGeom prst="line">
            <a:avLst/>
          </a:prstGeom>
          <a:noFill/>
          <a:ln w="19050">
            <a:solidFill>
              <a:srgbClr val="EDED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Gatekeeper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66560" y="2834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Facebook, Amazon fanno i direttori editoriali. Senza esserne responsabili.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3794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echo chamber non sono un incidente. Sono il prodotto: l'indignazione vende più della verità.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4800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 stesso meccanismo usato da Cambridge Analytica per pilotare il tuo voto.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FILI ROSSI CON IL CORSO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Tutto torna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Concetto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O'Neil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3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105156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77440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Niente è inevitabile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Data: passato travestito da futuro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2377440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 → chatbot, stessa scena da 60 anni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18688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18688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Searle aveva ragione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3218688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credit score esiste solo se ci credi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3218688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 “pensa” solo se tu la lasci fare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059936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59936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bias non è un bug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4059936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codice postale come proxy razziale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059936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Gatekeeper sceglie cosa vedi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901184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01184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Tecnofeudalesimo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4901184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broker di e-score fanno legge propria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901184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piattaforme sono territori privati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742432"/>
            <a:ext cx="105156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742432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Polanyi non sbagliava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5742432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Servono audit, servono leggi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5742432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alfabetizzazione, non panico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3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è destino.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una scelta che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qualcuno ha fatto per te.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4754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D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WMD nasce da una decisione umana. Ogni inganno è progettato. La cura è la stessa: regole, trasparenza, qualcuno che controlli i controllori.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Domande? Coraggio.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Weapons of Math Destruction &amp; Macchine ingannevoli</dc:title>
  <dc:subject>PptxGenJS Presentation</dc:subject>
  <dc:creator>Alessandro Olivero</dc:creator>
  <cp:lastModifiedBy>Alessandro Olivero</cp:lastModifiedBy>
  <cp:revision>1</cp:revision>
  <dcterms:created xsi:type="dcterms:W3CDTF">2026-06-30T10:17:16Z</dcterms:created>
  <dcterms:modified xsi:type="dcterms:W3CDTF">2026-06-30T10:17:16Z</dcterms:modified>
</cp:coreProperties>
</file>